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565" r:id="rId3"/>
    <p:sldId id="566" r:id="rId4"/>
    <p:sldId id="567" r:id="rId5"/>
    <p:sldId id="568" r:id="rId6"/>
    <p:sldId id="569" r:id="rId7"/>
    <p:sldId id="570" r:id="rId8"/>
    <p:sldId id="571" r:id="rId9"/>
    <p:sldId id="572" r:id="rId10"/>
    <p:sldId id="577" r:id="rId11"/>
    <p:sldId id="266" r:id="rId12"/>
    <p:sldId id="574" r:id="rId13"/>
    <p:sldId id="575" r:id="rId14"/>
    <p:sldId id="550" r:id="rId15"/>
    <p:sldId id="554" r:id="rId16"/>
    <p:sldId id="555" r:id="rId17"/>
    <p:sldId id="551" r:id="rId18"/>
    <p:sldId id="562" r:id="rId19"/>
    <p:sldId id="557" r:id="rId20"/>
    <p:sldId id="558" r:id="rId21"/>
    <p:sldId id="559" r:id="rId22"/>
    <p:sldId id="560" r:id="rId23"/>
    <p:sldId id="553" r:id="rId24"/>
  </p:sldIdLst>
  <p:sldSz cx="12192000" cy="6858000"/>
  <p:notesSz cx="9874250" cy="67421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3ECF7A7-8219-4C5E-96BF-9B1F70E28E93}">
          <p14:sldIdLst>
            <p14:sldId id="256"/>
            <p14:sldId id="565"/>
            <p14:sldId id="566"/>
            <p14:sldId id="567"/>
            <p14:sldId id="568"/>
            <p14:sldId id="569"/>
            <p14:sldId id="570"/>
            <p14:sldId id="571"/>
            <p14:sldId id="572"/>
            <p14:sldId id="577"/>
            <p14:sldId id="266"/>
            <p14:sldId id="574"/>
            <p14:sldId id="575"/>
            <p14:sldId id="550"/>
            <p14:sldId id="554"/>
            <p14:sldId id="555"/>
            <p14:sldId id="551"/>
            <p14:sldId id="562"/>
            <p14:sldId id="557"/>
            <p14:sldId id="558"/>
            <p14:sldId id="559"/>
            <p14:sldId id="560"/>
            <p14:sldId id="5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ongjong Bae" initials="SB" lastIdx="1" clrIdx="0">
    <p:extLst>
      <p:ext uri="{19B8F6BF-5375-455C-9EA6-DF929625EA0E}">
        <p15:presenceInfo xmlns:p15="http://schemas.microsoft.com/office/powerpoint/2012/main" userId="Seongjong Ba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E4D5"/>
    <a:srgbClr val="FFFFCC"/>
    <a:srgbClr val="CCCCFF"/>
    <a:srgbClr val="FFCCFF"/>
    <a:srgbClr val="FFA216"/>
    <a:srgbClr val="E6E6E6"/>
    <a:srgbClr val="4472C4"/>
    <a:srgbClr val="204B9F"/>
    <a:srgbClr val="FFC000"/>
    <a:srgbClr val="009D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04" autoAdjust="0"/>
    <p:restoredTop sz="61672" autoAdjust="0"/>
  </p:normalViewPr>
  <p:slideViewPr>
    <p:cSldViewPr snapToGrid="0">
      <p:cViewPr varScale="1">
        <p:scale>
          <a:sx n="157" d="100"/>
          <a:sy n="157" d="100"/>
        </p:scale>
        <p:origin x="3876" y="150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12" d="100"/>
          <a:sy n="112" d="100"/>
        </p:scale>
        <p:origin x="1592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1" cy="3382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3124" y="0"/>
            <a:ext cx="4278841" cy="3382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3516F-04E2-4FEE-BBD1-14104CC6718E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842963"/>
            <a:ext cx="4044950" cy="2274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6" y="3244642"/>
            <a:ext cx="7899399" cy="26547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03837"/>
            <a:ext cx="4278841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3124" y="6403837"/>
            <a:ext cx="4278841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DBC72-4F87-41C7-95CF-DD86497BC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886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DBC72-4F87-41C7-95CF-DD86497BC5A2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9855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DBC72-4F87-41C7-95CF-DD86497BC5A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122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Memory</a:t>
            </a:r>
            <a:r>
              <a:rPr lang="ko-KR" altLang="en-US" dirty="0"/>
              <a:t> </a:t>
            </a:r>
            <a:r>
              <a:rPr lang="en-US" altLang="ko-KR" dirty="0"/>
              <a:t>Disaggregation</a:t>
            </a:r>
            <a:r>
              <a:rPr lang="ko-KR" altLang="en-US" dirty="0"/>
              <a:t> 혹은 </a:t>
            </a:r>
            <a:r>
              <a:rPr lang="en-US" altLang="ko-KR" dirty="0"/>
              <a:t>DM(Disaggregated Memory)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DBC72-4F87-41C7-95CF-DD86497BC5A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825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그래프</a:t>
            </a:r>
            <a:r>
              <a:rPr lang="en-US" altLang="ko-KR" dirty="0"/>
              <a:t>: DM KV-Store FUSEE </a:t>
            </a:r>
            <a:r>
              <a:rPr lang="ko-KR" altLang="en-US" dirty="0"/>
              <a:t>이용</a:t>
            </a:r>
            <a:r>
              <a:rPr lang="en-US" altLang="ko-KR" dirty="0"/>
              <a:t>, 4KB Chunk </a:t>
            </a:r>
            <a:r>
              <a:rPr lang="ko-KR" altLang="en-US" dirty="0"/>
              <a:t>사용</a:t>
            </a:r>
            <a:endParaRPr lang="en-US" altLang="ko-KR" dirty="0"/>
          </a:p>
          <a:p>
            <a:r>
              <a:rPr lang="en-US" altLang="ko-KR" dirty="0"/>
              <a:t>Registration </a:t>
            </a:r>
            <a:r>
              <a:rPr lang="ko-KR" altLang="en-US" dirty="0"/>
              <a:t>오버헤드</a:t>
            </a:r>
            <a:r>
              <a:rPr lang="en-US" altLang="ko-KR" dirty="0"/>
              <a:t>: </a:t>
            </a:r>
            <a:r>
              <a:rPr lang="ko-KR" altLang="en-US" dirty="0"/>
              <a:t>낮은 </a:t>
            </a:r>
            <a:r>
              <a:rPr lang="en-US" altLang="ko-KR" dirty="0"/>
              <a:t>throughput</a:t>
            </a:r>
          </a:p>
          <a:p>
            <a:r>
              <a:rPr lang="en-US" altLang="ko-KR" dirty="0"/>
              <a:t>RPC</a:t>
            </a:r>
            <a:r>
              <a:rPr lang="ko-KR" altLang="en-US" dirty="0"/>
              <a:t>메모리 노드 오버헤드</a:t>
            </a:r>
            <a:r>
              <a:rPr lang="en-US" altLang="ko-KR" dirty="0"/>
              <a:t>: Client</a:t>
            </a:r>
            <a:r>
              <a:rPr lang="ko-KR" altLang="en-US" dirty="0"/>
              <a:t>증가에 따른 </a:t>
            </a:r>
            <a:r>
              <a:rPr lang="en-US" altLang="ko-KR" dirty="0"/>
              <a:t>throughput </a:t>
            </a:r>
            <a:r>
              <a:rPr lang="ko-KR" altLang="en-US" dirty="0"/>
              <a:t>감소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DBC72-4F87-41C7-95CF-DD86497BC5A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827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그래프</a:t>
            </a:r>
            <a:r>
              <a:rPr lang="en-US" altLang="ko-KR" dirty="0"/>
              <a:t>: FUSEE </a:t>
            </a:r>
            <a:r>
              <a:rPr lang="ko-KR" altLang="en-US" dirty="0"/>
              <a:t>이용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DBC72-4F87-41C7-95CF-DD86497BC5A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234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Compute node A</a:t>
            </a:r>
            <a:r>
              <a:rPr lang="ko-KR" altLang="en-US" dirty="0"/>
              <a:t>가 </a:t>
            </a:r>
            <a:r>
              <a:rPr lang="ko-KR" altLang="en-US" dirty="0" err="1"/>
              <a:t>청크</a:t>
            </a:r>
            <a:r>
              <a:rPr lang="ko-KR" altLang="en-US" dirty="0"/>
              <a:t> 할당 받은 채로 죽으면 </a:t>
            </a:r>
            <a:r>
              <a:rPr lang="en-US" altLang="ko-KR" dirty="0"/>
              <a:t>free() call X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회수 불가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Redo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log</a:t>
            </a:r>
            <a:r>
              <a:rPr lang="ko-KR" altLang="en-US" dirty="0">
                <a:sym typeface="Wingdings" panose="05000000000000000000" pitchFamily="2" charset="2"/>
              </a:rPr>
              <a:t>를 통해 메모리 누수 복구할 수 있음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DBC72-4F87-41C7-95CF-DD86497BC5A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580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Case 1. CAS</a:t>
            </a:r>
            <a:r>
              <a:rPr lang="ko-KR" altLang="en-US" dirty="0"/>
              <a:t>로 </a:t>
            </a:r>
            <a:r>
              <a:rPr lang="en-US" altLang="ko-KR" dirty="0"/>
              <a:t>bitmap</a:t>
            </a:r>
            <a:r>
              <a:rPr lang="ko-KR" altLang="en-US" dirty="0"/>
              <a:t>은 바꿨는데</a:t>
            </a:r>
            <a:r>
              <a:rPr lang="en-US" altLang="ko-KR" dirty="0"/>
              <a:t>, redo log </a:t>
            </a:r>
            <a:r>
              <a:rPr lang="ko-KR" altLang="en-US" dirty="0"/>
              <a:t>쓰기 전에 죽음</a:t>
            </a:r>
            <a:endParaRPr lang="en-US" altLang="ko-KR" dirty="0"/>
          </a:p>
          <a:p>
            <a:r>
              <a:rPr lang="en-US" altLang="ko-KR" dirty="0"/>
              <a:t>Case 2. Case 1</a:t>
            </a:r>
            <a:r>
              <a:rPr lang="ko-KR" altLang="en-US" dirty="0"/>
              <a:t>을 막으려 다른 스레드가 </a:t>
            </a:r>
            <a:r>
              <a:rPr lang="ko-KR" altLang="en-US" dirty="0" err="1"/>
              <a:t>써줌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근데</a:t>
            </a:r>
            <a:r>
              <a:rPr lang="en-US" altLang="ko-KR" dirty="0">
                <a:sym typeface="Wingdings" panose="05000000000000000000" pitchFamily="2" charset="2"/>
              </a:rPr>
              <a:t> compute node</a:t>
            </a:r>
            <a:r>
              <a:rPr lang="ko-KR" altLang="en-US" dirty="0">
                <a:sym typeface="Wingdings" panose="05000000000000000000" pitchFamily="2" charset="2"/>
              </a:rPr>
              <a:t>가 죽은 게 아니라 단지 </a:t>
            </a:r>
            <a:r>
              <a:rPr lang="ko-KR" altLang="en-US" dirty="0" err="1">
                <a:sym typeface="Wingdings" panose="05000000000000000000" pitchFamily="2" charset="2"/>
              </a:rPr>
              <a:t>느렸을</a:t>
            </a:r>
            <a:r>
              <a:rPr lang="ko-KR" altLang="en-US" dirty="0">
                <a:sym typeface="Wingdings" panose="05000000000000000000" pitchFamily="2" charset="2"/>
              </a:rPr>
              <a:t> 뿐이라 옛날 </a:t>
            </a:r>
            <a:r>
              <a:rPr lang="en-US" altLang="ko-KR" dirty="0">
                <a:sym typeface="Wingdings" panose="05000000000000000000" pitchFamily="2" charset="2"/>
              </a:rPr>
              <a:t>log</a:t>
            </a:r>
            <a:r>
              <a:rPr lang="ko-KR" altLang="en-US" dirty="0">
                <a:sym typeface="Wingdings" panose="05000000000000000000" pitchFamily="2" charset="2"/>
              </a:rPr>
              <a:t>가 최신 </a:t>
            </a:r>
            <a:r>
              <a:rPr lang="en-US" altLang="ko-KR" dirty="0">
                <a:sym typeface="Wingdings" panose="05000000000000000000" pitchFamily="2" charset="2"/>
              </a:rPr>
              <a:t>log</a:t>
            </a:r>
            <a:r>
              <a:rPr lang="ko-KR" altLang="en-US" dirty="0">
                <a:sym typeface="Wingdings" panose="05000000000000000000" pitchFamily="2" charset="2"/>
              </a:rPr>
              <a:t>를 덮어씀 </a:t>
            </a:r>
            <a:r>
              <a:rPr lang="en-US" altLang="ko-KR" dirty="0">
                <a:sym typeface="Wingdings" panose="05000000000000000000" pitchFamily="2" charset="2"/>
              </a:rPr>
              <a:t> bitmap</a:t>
            </a:r>
            <a:r>
              <a:rPr lang="ko-KR" altLang="en-US" dirty="0">
                <a:sym typeface="Wingdings" panose="05000000000000000000" pitchFamily="2" charset="2"/>
              </a:rPr>
              <a:t>과 </a:t>
            </a:r>
            <a:r>
              <a:rPr lang="en-US" altLang="ko-KR" dirty="0">
                <a:sym typeface="Wingdings" panose="05000000000000000000" pitchFamily="2" charset="2"/>
              </a:rPr>
              <a:t>log </a:t>
            </a:r>
            <a:r>
              <a:rPr lang="ko-KR" altLang="en-US" dirty="0">
                <a:sym typeface="Wingdings" panose="05000000000000000000" pitchFamily="2" charset="2"/>
              </a:rPr>
              <a:t>상태가 </a:t>
            </a:r>
            <a:r>
              <a:rPr lang="en-US" altLang="ko-KR" dirty="0">
                <a:sym typeface="Wingdings" panose="05000000000000000000" pitchFamily="2" charset="2"/>
              </a:rPr>
              <a:t>consistency</a:t>
            </a:r>
            <a:r>
              <a:rPr lang="ko-KR" altLang="en-US" dirty="0">
                <a:sym typeface="Wingdings" panose="05000000000000000000" pitchFamily="2" charset="2"/>
              </a:rPr>
              <a:t>가 맞지 않음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DBC72-4F87-41C7-95CF-DD86497BC5A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769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i="0" dirty="0">
                <a:solidFill>
                  <a:srgbClr val="0B0B0B"/>
                </a:solidFill>
                <a:effectLst/>
                <a:latin typeface="anthropic-sans"/>
              </a:rPr>
              <a:t>임시로그 쓰는 이유</a:t>
            </a:r>
            <a:r>
              <a:rPr lang="en-US" altLang="ko-KR" b="0" i="0" dirty="0">
                <a:solidFill>
                  <a:srgbClr val="0B0B0B"/>
                </a:solidFill>
                <a:effectLst/>
                <a:latin typeface="anthropic-sans"/>
              </a:rPr>
              <a:t>: 8B </a:t>
            </a:r>
            <a:r>
              <a:rPr lang="ko-KR" altLang="en-US" b="0" i="0" dirty="0">
                <a:solidFill>
                  <a:srgbClr val="0B0B0B"/>
                </a:solidFill>
                <a:effectLst/>
                <a:latin typeface="anthropic-sans"/>
              </a:rPr>
              <a:t>연속적 </a:t>
            </a:r>
            <a:r>
              <a:rPr lang="en-US" altLang="ko-KR" b="0" i="0" dirty="0">
                <a:solidFill>
                  <a:srgbClr val="0B0B0B"/>
                </a:solidFill>
                <a:effectLst/>
                <a:latin typeface="anthropic-sans"/>
              </a:rPr>
              <a:t>memory region</a:t>
            </a:r>
            <a:r>
              <a:rPr lang="ko-KR" altLang="en-US" b="0" i="0" dirty="0">
                <a:solidFill>
                  <a:srgbClr val="0B0B0B"/>
                </a:solidFill>
                <a:effectLst/>
                <a:latin typeface="anthropic-sans"/>
              </a:rPr>
              <a:t>에 </a:t>
            </a:r>
            <a:r>
              <a:rPr lang="en-US" altLang="ko-KR" b="0" i="0" dirty="0">
                <a:solidFill>
                  <a:srgbClr val="0B0B0B"/>
                </a:solidFill>
                <a:effectLst/>
                <a:latin typeface="anthropic-sans"/>
              </a:rPr>
              <a:t>bitmap</a:t>
            </a:r>
            <a:r>
              <a:rPr lang="ko-KR" altLang="en-US" b="0" i="0" dirty="0">
                <a:solidFill>
                  <a:srgbClr val="0B0B0B"/>
                </a:solidFill>
                <a:effectLst/>
                <a:latin typeface="anthropic-sans"/>
              </a:rPr>
              <a:t>과 같이 </a:t>
            </a:r>
            <a:r>
              <a:rPr lang="en-US" altLang="ko-KR" b="0" i="0" dirty="0">
                <a:solidFill>
                  <a:srgbClr val="0B0B0B"/>
                </a:solidFill>
                <a:effectLst/>
                <a:latin typeface="anthropic-sans"/>
              </a:rPr>
              <a:t>RDMA CAS</a:t>
            </a:r>
            <a:r>
              <a:rPr lang="ko-KR" altLang="en-US" b="0" i="0" dirty="0">
                <a:solidFill>
                  <a:srgbClr val="0B0B0B"/>
                </a:solidFill>
                <a:effectLst/>
                <a:latin typeface="anthropic-sans"/>
              </a:rPr>
              <a:t>로 한번에 업데이트</a:t>
            </a:r>
            <a:endParaRPr lang="en-US" altLang="ko-KR" b="0" i="0" dirty="0">
              <a:solidFill>
                <a:srgbClr val="0B0B0B"/>
              </a:solidFill>
              <a:effectLst/>
              <a:latin typeface="anthropic-sans"/>
            </a:endParaRPr>
          </a:p>
          <a:p>
            <a:r>
              <a:rPr lang="en-US" altLang="ko-KR" b="0" i="0" dirty="0">
                <a:solidFill>
                  <a:srgbClr val="0B0B0B"/>
                </a:solidFill>
                <a:effectLst/>
                <a:latin typeface="anthropic-sans"/>
              </a:rPr>
              <a:t>Flush </a:t>
            </a:r>
            <a:r>
              <a:rPr lang="ko-KR" altLang="en-US" b="0" i="0" dirty="0">
                <a:solidFill>
                  <a:srgbClr val="0B0B0B"/>
                </a:solidFill>
                <a:effectLst/>
                <a:latin typeface="anthropic-sans"/>
              </a:rPr>
              <a:t>이유</a:t>
            </a:r>
            <a:r>
              <a:rPr lang="en-US" altLang="ko-KR" b="0" i="0" dirty="0">
                <a:solidFill>
                  <a:srgbClr val="0B0B0B"/>
                </a:solidFill>
                <a:effectLst/>
                <a:latin typeface="anthropic-sans"/>
              </a:rPr>
              <a:t>: </a:t>
            </a:r>
            <a:r>
              <a:rPr lang="ko-KR" altLang="en-US" b="0" i="0" dirty="0">
                <a:solidFill>
                  <a:srgbClr val="0B0B0B"/>
                </a:solidFill>
                <a:effectLst/>
                <a:latin typeface="anthropic-sans"/>
              </a:rPr>
              <a:t>로그 유효 기간 동안 </a:t>
            </a:r>
            <a:r>
              <a:rPr lang="en-US" altLang="ko-KR" b="0" i="0" dirty="0">
                <a:solidFill>
                  <a:srgbClr val="0B0B0B"/>
                </a:solidFill>
                <a:effectLst/>
                <a:latin typeface="anthropic-sans"/>
              </a:rPr>
              <a:t>permanently </a:t>
            </a:r>
            <a:r>
              <a:rPr lang="ko-KR" altLang="en-US" b="0" i="0" dirty="0">
                <a:solidFill>
                  <a:srgbClr val="0B0B0B"/>
                </a:solidFill>
                <a:effectLst/>
                <a:latin typeface="anthropic-sans"/>
              </a:rPr>
              <a:t>유지하려고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DBC72-4F87-41C7-95CF-DD86497BC5A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201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RPC: </a:t>
            </a:r>
            <a:r>
              <a:rPr lang="ko-KR" altLang="en-US" dirty="0"/>
              <a:t>빈 </a:t>
            </a:r>
            <a:r>
              <a:rPr lang="ko-KR" altLang="en-US" dirty="0" err="1"/>
              <a:t>청크</a:t>
            </a:r>
            <a:r>
              <a:rPr lang="ko-KR" altLang="en-US" dirty="0"/>
              <a:t> 찾는 걸 </a:t>
            </a:r>
            <a:r>
              <a:rPr lang="en-US" altLang="ko-KR" dirty="0"/>
              <a:t>memory node</a:t>
            </a:r>
            <a:r>
              <a:rPr lang="ko-KR" altLang="en-US" dirty="0"/>
              <a:t>가 해서 </a:t>
            </a:r>
            <a:r>
              <a:rPr lang="en-US" altLang="ko-KR" dirty="0"/>
              <a:t>memory node</a:t>
            </a:r>
            <a:r>
              <a:rPr lang="ko-KR" altLang="en-US" dirty="0"/>
              <a:t>의 </a:t>
            </a:r>
            <a:r>
              <a:rPr lang="en-US" altLang="ko-KR" dirty="0"/>
              <a:t>CPU </a:t>
            </a:r>
            <a:r>
              <a:rPr lang="ko-KR" altLang="en-US" dirty="0"/>
              <a:t>병목 가능</a:t>
            </a:r>
            <a:endParaRPr lang="en-US" altLang="ko-KR" dirty="0"/>
          </a:p>
          <a:p>
            <a:r>
              <a:rPr lang="en-US" altLang="ko-KR" dirty="0"/>
              <a:t>One-sided: </a:t>
            </a:r>
            <a:r>
              <a:rPr lang="ko-KR" altLang="en-US" dirty="0"/>
              <a:t>빈 </a:t>
            </a:r>
            <a:r>
              <a:rPr lang="ko-KR" altLang="en-US" dirty="0" err="1"/>
              <a:t>청크</a:t>
            </a:r>
            <a:r>
              <a:rPr lang="ko-KR" altLang="en-US" dirty="0"/>
              <a:t> 찾기를 </a:t>
            </a:r>
            <a:r>
              <a:rPr lang="en-US" altLang="ko-KR" dirty="0"/>
              <a:t>compute node</a:t>
            </a:r>
            <a:r>
              <a:rPr lang="ko-KR" altLang="en-US" dirty="0"/>
              <a:t>가 할 때</a:t>
            </a:r>
            <a:r>
              <a:rPr lang="en-US" altLang="ko-KR" dirty="0"/>
              <a:t>, </a:t>
            </a:r>
            <a:r>
              <a:rPr lang="ko-KR" altLang="en-US" dirty="0"/>
              <a:t>혹은 </a:t>
            </a:r>
            <a:r>
              <a:rPr lang="en-US" altLang="ko-KR" dirty="0"/>
              <a:t>CAS</a:t>
            </a:r>
            <a:r>
              <a:rPr lang="ko-KR" altLang="en-US" dirty="0"/>
              <a:t>가 실패했을 때 할당 한 번이 </a:t>
            </a:r>
            <a:r>
              <a:rPr lang="en-US" altLang="ko-KR" dirty="0"/>
              <a:t>n</a:t>
            </a:r>
            <a:r>
              <a:rPr lang="ko-KR" altLang="en-US" dirty="0"/>
              <a:t> </a:t>
            </a:r>
            <a:r>
              <a:rPr lang="en-US" altLang="ko-KR" dirty="0"/>
              <a:t>RTT</a:t>
            </a:r>
            <a:r>
              <a:rPr lang="ko-KR" altLang="en-US" dirty="0"/>
              <a:t> 걸릴 수 있음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DBC72-4F87-41C7-95CF-DD86497BC5A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596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>
                <a:latin typeface="+mn-lt"/>
                <a:cs typeface="Times New Roman"/>
              </a:rPr>
              <a:t>Memory malloc system: </a:t>
            </a:r>
            <a:r>
              <a:rPr lang="en-US" altLang="ko-KR" sz="1200" dirty="0" err="1">
                <a:latin typeface="+mn-lt"/>
                <a:cs typeface="Times New Roman"/>
              </a:rPr>
              <a:t>mimalloc</a:t>
            </a:r>
            <a:r>
              <a:rPr lang="ko-KR" altLang="en-US" sz="1200" dirty="0">
                <a:latin typeface="+mn-lt"/>
                <a:cs typeface="Times New Roman"/>
              </a:rPr>
              <a:t>을 수정하여 </a:t>
            </a:r>
            <a:r>
              <a:rPr lang="en-US" altLang="ko-KR" sz="1200" dirty="0">
                <a:latin typeface="+mn-lt"/>
                <a:cs typeface="Times New Roman"/>
              </a:rPr>
              <a:t>local </a:t>
            </a:r>
            <a:r>
              <a:rPr lang="en-US" altLang="ko-KR" sz="1200" dirty="0" err="1">
                <a:latin typeface="+mn-lt"/>
                <a:cs typeface="Times New Roman"/>
              </a:rPr>
              <a:t>mmap</a:t>
            </a:r>
            <a:r>
              <a:rPr lang="en-US" altLang="ko-KR" sz="1200" dirty="0">
                <a:latin typeface="+mn-lt"/>
                <a:cs typeface="Times New Roman"/>
              </a:rPr>
              <a:t>() </a:t>
            </a:r>
            <a:r>
              <a:rPr lang="ko-KR" altLang="en-US" sz="1200" dirty="0">
                <a:latin typeface="+mn-lt"/>
                <a:cs typeface="Times New Roman"/>
              </a:rPr>
              <a:t>호출을 </a:t>
            </a:r>
            <a:r>
              <a:rPr lang="en-US" altLang="ko-KR" sz="1200" dirty="0" err="1">
                <a:latin typeface="+mn-lt"/>
                <a:cs typeface="Times New Roman"/>
              </a:rPr>
              <a:t>FineMem</a:t>
            </a:r>
            <a:r>
              <a:rPr lang="en-US" altLang="ko-KR" sz="1200" dirty="0">
                <a:latin typeface="+mn-lt"/>
                <a:cs typeface="Times New Roman"/>
              </a:rPr>
              <a:t> </a:t>
            </a:r>
            <a:r>
              <a:rPr lang="ko-KR" altLang="en-US" sz="1200" dirty="0">
                <a:latin typeface="+mn-lt"/>
                <a:cs typeface="Times New Roman"/>
              </a:rPr>
              <a:t>호출로 바꿔서 </a:t>
            </a:r>
            <a:r>
              <a:rPr lang="en-US" altLang="ko-KR" sz="1200" dirty="0">
                <a:latin typeface="+mn-lt"/>
                <a:cs typeface="Times New Roman"/>
              </a:rPr>
              <a:t>app</a:t>
            </a:r>
            <a:r>
              <a:rPr lang="ko-KR" altLang="en-US" sz="1200" dirty="0">
                <a:latin typeface="+mn-lt"/>
                <a:cs typeface="Times New Roman"/>
              </a:rPr>
              <a:t>이 </a:t>
            </a:r>
            <a:r>
              <a:rPr lang="en-US" altLang="ko-KR" sz="1200" dirty="0">
                <a:latin typeface="+mn-lt"/>
                <a:cs typeface="Times New Roman"/>
              </a:rPr>
              <a:t>remote</a:t>
            </a:r>
            <a:r>
              <a:rPr lang="ko-KR" altLang="en-US" sz="1200" dirty="0">
                <a:latin typeface="+mn-lt"/>
                <a:cs typeface="Times New Roman"/>
              </a:rPr>
              <a:t> </a:t>
            </a:r>
            <a:r>
              <a:rPr lang="en-US" altLang="ko-KR" sz="1200" dirty="0">
                <a:latin typeface="+mn-lt"/>
                <a:cs typeface="Times New Roman"/>
              </a:rPr>
              <a:t>memory</a:t>
            </a:r>
            <a:r>
              <a:rPr lang="ko-KR" altLang="en-US" sz="1200" dirty="0">
                <a:latin typeface="+mn-lt"/>
                <a:cs typeface="Times New Roman"/>
              </a:rPr>
              <a:t> 이용할 수 있게 함</a:t>
            </a:r>
            <a:r>
              <a:rPr lang="en-US" altLang="ko-KR" sz="1200" dirty="0">
                <a:latin typeface="+mn-lt"/>
                <a:cs typeface="Times New Roman"/>
              </a:rPr>
              <a:t>. Malloc bench </a:t>
            </a:r>
            <a:r>
              <a:rPr lang="ko-KR" altLang="en-US" sz="1200" dirty="0">
                <a:latin typeface="+mn-lt"/>
                <a:cs typeface="Times New Roman"/>
              </a:rPr>
              <a:t>돌림</a:t>
            </a:r>
            <a:r>
              <a:rPr lang="en-US" altLang="ko-KR" sz="1200" dirty="0">
                <a:latin typeface="+mn-lt"/>
                <a:cs typeface="Times New Roman"/>
              </a:rPr>
              <a:t>.</a:t>
            </a:r>
          </a:p>
          <a:p>
            <a:r>
              <a:rPr lang="en-US" altLang="ko-KR" sz="1200" dirty="0">
                <a:latin typeface="+mn-lt"/>
                <a:cs typeface="Times New Roman"/>
              </a:rPr>
              <a:t>Key-value store system: </a:t>
            </a:r>
            <a:r>
              <a:rPr lang="en-US" altLang="ko-KR" dirty="0"/>
              <a:t>FUSEE</a:t>
            </a:r>
            <a:r>
              <a:rPr lang="ko-KR" altLang="en-US" dirty="0"/>
              <a:t>에서 메모리 노드에 </a:t>
            </a:r>
            <a:r>
              <a:rPr lang="en-US" altLang="ko-KR" dirty="0"/>
              <a:t>RPC</a:t>
            </a:r>
            <a:r>
              <a:rPr lang="ko-KR" altLang="en-US" dirty="0"/>
              <a:t>로 블록을 요청하던 부분을 </a:t>
            </a:r>
            <a:r>
              <a:rPr lang="en-US" altLang="ko-KR" dirty="0" err="1"/>
              <a:t>FineMem</a:t>
            </a:r>
            <a:r>
              <a:rPr lang="en-US" altLang="ko-KR" dirty="0"/>
              <a:t> </a:t>
            </a:r>
            <a:r>
              <a:rPr lang="ko-KR" altLang="en-US" dirty="0"/>
              <a:t>호출로 바꿔서</a:t>
            </a:r>
            <a:r>
              <a:rPr lang="en-US" altLang="ko-KR" dirty="0"/>
              <a:t>, </a:t>
            </a:r>
            <a:r>
              <a:rPr lang="ko-KR" altLang="en-US" dirty="0"/>
              <a:t>메모리 노드 </a:t>
            </a:r>
            <a:r>
              <a:rPr lang="en-US" altLang="ko-KR" dirty="0"/>
              <a:t>CPU </a:t>
            </a:r>
            <a:r>
              <a:rPr lang="ko-KR" altLang="en-US" dirty="0"/>
              <a:t>없이 동작하는 완전 </a:t>
            </a:r>
            <a:r>
              <a:rPr lang="en-US" altLang="ko-KR" dirty="0"/>
              <a:t>one-sided KV </a:t>
            </a:r>
            <a:r>
              <a:rPr lang="ko-KR" altLang="en-US" dirty="0"/>
              <a:t>스토어로 만듦</a:t>
            </a:r>
            <a:r>
              <a:rPr lang="en-US" altLang="ko-KR" dirty="0"/>
              <a:t>. KV </a:t>
            </a:r>
            <a:r>
              <a:rPr lang="ko-KR" altLang="en-US" dirty="0"/>
              <a:t>스토어 성능 측정용 표준 벤치마크인 </a:t>
            </a:r>
            <a:r>
              <a:rPr lang="en-US" altLang="ko-KR" dirty="0"/>
              <a:t>YCSB workloads </a:t>
            </a:r>
            <a:r>
              <a:rPr lang="ko-KR" altLang="en-US" dirty="0"/>
              <a:t>사용</a:t>
            </a:r>
            <a:r>
              <a:rPr lang="en-US" altLang="ko-KR" dirty="0"/>
              <a:t>.</a:t>
            </a:r>
            <a:endParaRPr lang="en-US" altLang="ko-KR" sz="1200" dirty="0">
              <a:latin typeface="+mn-lt"/>
              <a:cs typeface="Times New Roman"/>
            </a:endParaRPr>
          </a:p>
          <a:p>
            <a:r>
              <a:rPr lang="en-US" altLang="ko-KR" sz="1200" dirty="0">
                <a:latin typeface="+mn-lt"/>
                <a:cs typeface="Times New Roman"/>
              </a:rPr>
              <a:t>DM-swap system: swap-out</a:t>
            </a:r>
            <a:r>
              <a:rPr lang="ko-KR" altLang="en-US" sz="1200" dirty="0">
                <a:latin typeface="+mn-lt"/>
                <a:cs typeface="Times New Roman"/>
              </a:rPr>
              <a:t>할 때 </a:t>
            </a:r>
            <a:r>
              <a:rPr lang="en-US" altLang="ko-KR" sz="1200" dirty="0" err="1">
                <a:latin typeface="+mn-lt"/>
                <a:cs typeface="Times New Roman"/>
              </a:rPr>
              <a:t>FineMem</a:t>
            </a:r>
            <a:r>
              <a:rPr lang="ko-KR" altLang="en-US" sz="1200" dirty="0">
                <a:latin typeface="+mn-lt"/>
                <a:cs typeface="Times New Roman"/>
              </a:rPr>
              <a:t>을 이용하게 함</a:t>
            </a:r>
            <a:r>
              <a:rPr lang="en-US" altLang="ko-KR" sz="1200" dirty="0">
                <a:latin typeface="+mn-lt"/>
                <a:cs typeface="Times New Roman"/>
              </a:rPr>
              <a:t>. </a:t>
            </a:r>
            <a:r>
              <a:rPr lang="ko-KR" altLang="en-US" sz="1200" dirty="0">
                <a:latin typeface="+mn-lt"/>
                <a:cs typeface="Times New Roman"/>
              </a:rPr>
              <a:t>수정되지 않은 일반 </a:t>
            </a:r>
            <a:r>
              <a:rPr lang="en-US" altLang="ko-KR" sz="1200" dirty="0">
                <a:latin typeface="+mn-lt"/>
                <a:cs typeface="Times New Roman"/>
              </a:rPr>
              <a:t>app </a:t>
            </a:r>
            <a:r>
              <a:rPr lang="ko-KR" altLang="en-US" sz="1200" dirty="0">
                <a:latin typeface="+mn-lt"/>
                <a:cs typeface="Times New Roman"/>
              </a:rPr>
              <a:t>사용</a:t>
            </a:r>
            <a:r>
              <a:rPr lang="en-US" altLang="ko-KR" sz="1200" dirty="0">
                <a:latin typeface="+mn-lt"/>
                <a:cs typeface="Times New Roman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DBC72-4F87-41C7-95CF-DD86497BC5A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900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(1) Varying req size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OnDemand-RPC: </a:t>
            </a:r>
            <a:r>
              <a:rPr lang="ko-KR" altLang="en-US" dirty="0"/>
              <a:t>할당 크기만큼 </a:t>
            </a:r>
            <a:r>
              <a:rPr lang="en-US" altLang="ko-KR" dirty="0"/>
              <a:t>MR</a:t>
            </a:r>
            <a:r>
              <a:rPr lang="ko-KR" altLang="en-US" dirty="0"/>
              <a:t>을 그때그때 등록해서</a:t>
            </a:r>
            <a:r>
              <a:rPr lang="en-US" altLang="ko-KR" dirty="0"/>
              <a:t> </a:t>
            </a:r>
            <a:r>
              <a:rPr lang="ko-KR" altLang="en-US" dirty="0"/>
              <a:t>할당 </a:t>
            </a:r>
            <a:r>
              <a:rPr lang="en-US" altLang="ko-KR" dirty="0"/>
              <a:t>size </a:t>
            </a:r>
            <a:r>
              <a:rPr lang="ko-KR" altLang="en-US" dirty="0"/>
              <a:t>커질수록 </a:t>
            </a:r>
            <a:r>
              <a:rPr lang="en-US" altLang="ko-KR" dirty="0"/>
              <a:t>MR</a:t>
            </a:r>
            <a:r>
              <a:rPr lang="ko-KR" altLang="en-US" dirty="0"/>
              <a:t> 등록 비용이 커짐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/>
              <a:t>Premmap</a:t>
            </a:r>
            <a:r>
              <a:rPr lang="en-US" altLang="ko-KR" dirty="0"/>
              <a:t>-One-sided: </a:t>
            </a:r>
            <a:r>
              <a:rPr lang="ko-KR" altLang="en-US" dirty="0"/>
              <a:t>큰 할당은 </a:t>
            </a:r>
            <a:r>
              <a:rPr lang="en-US" altLang="ko-KR" dirty="0"/>
              <a:t>chunk</a:t>
            </a:r>
            <a:r>
              <a:rPr lang="ko-KR" altLang="en-US" dirty="0"/>
              <a:t>마다 </a:t>
            </a:r>
            <a:r>
              <a:rPr lang="en-US" altLang="ko-KR" dirty="0"/>
              <a:t>CAS</a:t>
            </a:r>
            <a:r>
              <a:rPr lang="ko-KR" altLang="en-US" dirty="0"/>
              <a:t>를 따로 해야 해서</a:t>
            </a:r>
            <a:r>
              <a:rPr lang="en-US" altLang="ko-KR" dirty="0"/>
              <a:t>, </a:t>
            </a:r>
            <a:r>
              <a:rPr lang="ko-KR" altLang="en-US" dirty="0"/>
              <a:t>크기 커질수록 </a:t>
            </a:r>
            <a:r>
              <a:rPr lang="en-US" altLang="ko-KR" dirty="0"/>
              <a:t>RDMA</a:t>
            </a:r>
            <a:r>
              <a:rPr lang="ko-KR" altLang="en-US" dirty="0"/>
              <a:t> </a:t>
            </a:r>
            <a:r>
              <a:rPr lang="en-US" altLang="ko-KR" dirty="0"/>
              <a:t>CAS </a:t>
            </a:r>
            <a:r>
              <a:rPr lang="ko-KR" altLang="en-US" dirty="0"/>
              <a:t>횟수가</a:t>
            </a:r>
            <a:r>
              <a:rPr lang="en-US" altLang="ko-KR" dirty="0"/>
              <a:t> </a:t>
            </a:r>
            <a:r>
              <a:rPr lang="ko-KR" altLang="en-US" dirty="0" err="1"/>
              <a:t>많아짐</a:t>
            </a:r>
            <a:endParaRPr lang="en-US" altLang="ko-KR" dirty="0"/>
          </a:p>
          <a:p>
            <a:r>
              <a:rPr lang="en-US" altLang="ko-KR" dirty="0" err="1"/>
              <a:t>Premmap</a:t>
            </a:r>
            <a:r>
              <a:rPr lang="en-US" altLang="ko-KR" dirty="0"/>
              <a:t>-RPC: </a:t>
            </a:r>
            <a:r>
              <a:rPr lang="ko-KR" altLang="en-US" dirty="0"/>
              <a:t>크기와 무관한 비용 구조</a:t>
            </a:r>
            <a:r>
              <a:rPr lang="en-US" altLang="ko-KR" dirty="0"/>
              <a:t>. </a:t>
            </a:r>
            <a:r>
              <a:rPr lang="ko-KR" altLang="en-US" dirty="0"/>
              <a:t>할당을 </a:t>
            </a:r>
            <a:r>
              <a:rPr lang="en-US" altLang="ko-KR" dirty="0"/>
              <a:t>memory node</a:t>
            </a:r>
            <a:r>
              <a:rPr lang="ko-KR" altLang="en-US" dirty="0"/>
              <a:t>가 진행하여 </a:t>
            </a:r>
            <a:r>
              <a:rPr lang="en-US" altLang="ko-KR" dirty="0"/>
              <a:t>threads </a:t>
            </a:r>
            <a:r>
              <a:rPr lang="ko-KR" altLang="en-US" dirty="0"/>
              <a:t>개수 적을 때는 </a:t>
            </a:r>
            <a:r>
              <a:rPr lang="en-US" altLang="ko-KR" dirty="0"/>
              <a:t>allocation latency </a:t>
            </a:r>
            <a:r>
              <a:rPr lang="ko-KR" altLang="en-US" dirty="0"/>
              <a:t>낮지만</a:t>
            </a:r>
            <a:r>
              <a:rPr lang="en-US" altLang="ko-KR" dirty="0"/>
              <a:t>, threads </a:t>
            </a:r>
            <a:r>
              <a:rPr lang="ko-KR" altLang="en-US" dirty="0"/>
              <a:t>수 늘어나면 </a:t>
            </a:r>
            <a:r>
              <a:rPr lang="en-US" altLang="ko-KR" dirty="0"/>
              <a:t>CPU </a:t>
            </a:r>
            <a:r>
              <a:rPr lang="ko-KR" altLang="en-US" dirty="0" err="1"/>
              <a:t>병목와서</a:t>
            </a:r>
            <a:r>
              <a:rPr lang="ko-KR" altLang="en-US" dirty="0"/>
              <a:t> 성능 나빠짐</a:t>
            </a:r>
            <a:endParaRPr lang="en-US" altLang="ko-KR" dirty="0"/>
          </a:p>
          <a:p>
            <a:r>
              <a:rPr lang="en-US" altLang="ko-KR" dirty="0" err="1"/>
              <a:t>FineMem</a:t>
            </a:r>
            <a:r>
              <a:rPr lang="ko-KR" altLang="en-US" dirty="0"/>
              <a:t>은 가장 아래에서 거의 평평함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큰 할당을 </a:t>
            </a:r>
            <a:r>
              <a:rPr lang="en-US" altLang="ko-KR" dirty="0">
                <a:sym typeface="Wingdings" panose="05000000000000000000" pitchFamily="2" charset="2"/>
              </a:rPr>
              <a:t>section header CAS </a:t>
            </a:r>
            <a:r>
              <a:rPr lang="ko-KR" altLang="en-US" dirty="0">
                <a:sym typeface="Wingdings" panose="05000000000000000000" pitchFamily="2" charset="2"/>
              </a:rPr>
              <a:t>한 번으로 처리하기 때문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(2) Varying client threads #</a:t>
            </a:r>
          </a:p>
          <a:p>
            <a:r>
              <a:rPr lang="en-US" altLang="ko-KR" dirty="0"/>
              <a:t>Thread </a:t>
            </a:r>
            <a:r>
              <a:rPr lang="ko-KR" altLang="en-US" dirty="0"/>
              <a:t>개수가 늘어날수록 </a:t>
            </a:r>
            <a:r>
              <a:rPr lang="en-US" altLang="ko-KR" dirty="0"/>
              <a:t>RPC </a:t>
            </a:r>
            <a:r>
              <a:rPr lang="ko-KR" altLang="en-US" dirty="0"/>
              <a:t>방식은 지연 증가 </a:t>
            </a:r>
            <a:r>
              <a:rPr lang="en-US" altLang="ko-KR" dirty="0"/>
              <a:t>(mem node CPU </a:t>
            </a:r>
            <a:r>
              <a:rPr lang="ko-KR" altLang="en-US" dirty="0"/>
              <a:t>병목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FineMem</a:t>
            </a:r>
            <a:r>
              <a:rPr lang="ko-KR" altLang="en-US" dirty="0"/>
              <a:t>은 </a:t>
            </a:r>
            <a:r>
              <a:rPr lang="en-US" altLang="ko-KR" dirty="0"/>
              <a:t>one-sided</a:t>
            </a:r>
            <a:r>
              <a:rPr lang="ko-KR" altLang="en-US" dirty="0"/>
              <a:t>라 </a:t>
            </a:r>
            <a:r>
              <a:rPr lang="en-US" altLang="ko-KR" dirty="0"/>
              <a:t>128 threads</a:t>
            </a:r>
            <a:r>
              <a:rPr lang="ko-KR" altLang="en-US" dirty="0"/>
              <a:t>에서도 거의 변화 없음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(3) Varying memory nodes #</a:t>
            </a:r>
          </a:p>
          <a:p>
            <a:r>
              <a:rPr lang="en-US" altLang="ko-KR" dirty="0"/>
              <a:t>Mem</a:t>
            </a:r>
            <a:r>
              <a:rPr lang="ko-KR" altLang="en-US" dirty="0"/>
              <a:t> </a:t>
            </a:r>
            <a:r>
              <a:rPr lang="en-US" altLang="ko-KR" dirty="0"/>
              <a:t>node</a:t>
            </a:r>
            <a:r>
              <a:rPr lang="ko-KR" altLang="en-US" dirty="0"/>
              <a:t> 늘수록 </a:t>
            </a:r>
            <a:r>
              <a:rPr lang="en-US" altLang="ko-KR" dirty="0"/>
              <a:t>CPU </a:t>
            </a:r>
            <a:r>
              <a:rPr lang="ko-KR" altLang="en-US" dirty="0"/>
              <a:t>병목 해소됨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근데 노드 </a:t>
            </a:r>
            <a:r>
              <a:rPr lang="en-US" altLang="ko-KR" dirty="0">
                <a:sym typeface="Wingdings" panose="05000000000000000000" pitchFamily="2" charset="2"/>
              </a:rPr>
              <a:t>6</a:t>
            </a:r>
            <a:r>
              <a:rPr lang="ko-KR" altLang="en-US" dirty="0">
                <a:sym typeface="Wingdings" panose="05000000000000000000" pitchFamily="2" charset="2"/>
              </a:rPr>
              <a:t>개로 늘려도 </a:t>
            </a:r>
            <a:r>
              <a:rPr lang="en-US" altLang="ko-KR" dirty="0" err="1">
                <a:sym typeface="Wingdings" panose="05000000000000000000" pitchFamily="2" charset="2"/>
              </a:rPr>
              <a:t>FineMem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못 따라잡음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두번째 </a:t>
            </a:r>
            <a:r>
              <a:rPr lang="ko-KR" altLang="en-US" dirty="0" err="1">
                <a:sym typeface="Wingdings" panose="05000000000000000000" pitchFamily="2" charset="2"/>
              </a:rPr>
              <a:t>불릿</a:t>
            </a:r>
            <a:r>
              <a:rPr lang="ko-KR" altLang="en-US" dirty="0">
                <a:sym typeface="Wingdings" panose="05000000000000000000" pitchFamily="2" charset="2"/>
              </a:rPr>
              <a:t> 수치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로그 스케일 언급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DBC72-4F87-41C7-95CF-DD86497BC5A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316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Client threads </a:t>
            </a:r>
            <a:r>
              <a:rPr lang="ko-KR" altLang="en-US" dirty="0"/>
              <a:t>수에 따라 경합 심할 때 </a:t>
            </a:r>
            <a:r>
              <a:rPr lang="en-US" altLang="ko-KR" dirty="0"/>
              <a:t>latency </a:t>
            </a:r>
            <a:r>
              <a:rPr lang="ko-KR" altLang="en-US" dirty="0"/>
              <a:t>관찰</a:t>
            </a:r>
            <a:endParaRPr lang="en-US" altLang="ko-KR" dirty="0"/>
          </a:p>
          <a:p>
            <a:r>
              <a:rPr lang="en-US" altLang="ko-KR" dirty="0"/>
              <a:t>On-demand RPC</a:t>
            </a:r>
            <a:r>
              <a:rPr lang="ko-KR" altLang="en-US" dirty="0"/>
              <a:t>는 </a:t>
            </a:r>
            <a:r>
              <a:rPr lang="en-US" altLang="ko-KR" dirty="0"/>
              <a:t>16 </a:t>
            </a:r>
            <a:r>
              <a:rPr lang="en-US" altLang="ko-KR" dirty="0" err="1"/>
              <a:t>th</a:t>
            </a:r>
            <a:r>
              <a:rPr lang="ko-KR" altLang="en-US" dirty="0"/>
              <a:t>여도 </a:t>
            </a:r>
            <a:r>
              <a:rPr lang="en-US" altLang="ko-KR" dirty="0" err="1"/>
              <a:t>lat</a:t>
            </a:r>
            <a:r>
              <a:rPr lang="en-US" altLang="ko-KR" dirty="0"/>
              <a:t> </a:t>
            </a:r>
            <a:r>
              <a:rPr lang="ko-KR" altLang="en-US" dirty="0"/>
              <a:t>크고</a:t>
            </a:r>
            <a:r>
              <a:rPr lang="en-US" altLang="ko-KR" dirty="0"/>
              <a:t>, cli </a:t>
            </a:r>
            <a:r>
              <a:rPr lang="en-US" altLang="ko-KR" dirty="0" err="1"/>
              <a:t>th</a:t>
            </a:r>
            <a:r>
              <a:rPr lang="en-US" altLang="ko-KR" dirty="0"/>
              <a:t> </a:t>
            </a:r>
            <a:r>
              <a:rPr lang="ko-KR" altLang="en-US" dirty="0"/>
              <a:t>많아지면 </a:t>
            </a:r>
            <a:r>
              <a:rPr lang="en-US" altLang="ko-KR" dirty="0"/>
              <a:t>timeout</a:t>
            </a:r>
          </a:p>
          <a:p>
            <a:r>
              <a:rPr lang="en-US" altLang="ko-KR" dirty="0" err="1"/>
              <a:t>Premmap</a:t>
            </a:r>
            <a:r>
              <a:rPr lang="en-US" altLang="ko-KR" dirty="0"/>
              <a:t>-one-sided</a:t>
            </a:r>
            <a:r>
              <a:rPr lang="ko-KR" altLang="en-US" dirty="0"/>
              <a:t>는 적은 </a:t>
            </a:r>
            <a:r>
              <a:rPr lang="en-US" altLang="ko-KR" dirty="0"/>
              <a:t>threads </a:t>
            </a:r>
            <a:r>
              <a:rPr lang="ko-KR" altLang="en-US" dirty="0"/>
              <a:t>수일 땐 좋지만 경합 심하면 </a:t>
            </a:r>
            <a:r>
              <a:rPr lang="en-US" altLang="ko-KR" dirty="0"/>
              <a:t>CAS </a:t>
            </a:r>
            <a:r>
              <a:rPr lang="ko-KR" altLang="en-US" dirty="0"/>
              <a:t>실패로 인해 </a:t>
            </a:r>
            <a:r>
              <a:rPr lang="en-US" altLang="ko-KR" dirty="0" err="1"/>
              <a:t>lat</a:t>
            </a:r>
            <a:r>
              <a:rPr lang="en-US" altLang="ko-KR" dirty="0"/>
              <a:t> </a:t>
            </a:r>
            <a:r>
              <a:rPr lang="ko-KR" altLang="en-US" dirty="0"/>
              <a:t>급증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FineMem</a:t>
            </a:r>
            <a:r>
              <a:rPr lang="en-US" altLang="ko-KR" dirty="0"/>
              <a:t>: Two layer bitmap</a:t>
            </a:r>
            <a:r>
              <a:rPr lang="ko-KR" altLang="en-US" dirty="0"/>
              <a:t>으로 경합 관리 잘함</a:t>
            </a:r>
            <a:endParaRPr lang="en-US" altLang="ko-KR" dirty="0"/>
          </a:p>
          <a:p>
            <a:r>
              <a:rPr lang="en-US" altLang="ko-KR" dirty="0"/>
              <a:t>MW</a:t>
            </a:r>
            <a:r>
              <a:rPr lang="ko-KR" altLang="en-US" dirty="0"/>
              <a:t> 격리 위해서 </a:t>
            </a:r>
            <a:r>
              <a:rPr lang="en-US" altLang="ko-KR" dirty="0"/>
              <a:t>MR</a:t>
            </a:r>
            <a:r>
              <a:rPr lang="ko-KR" altLang="en-US" dirty="0"/>
              <a:t>용 말고 </a:t>
            </a:r>
            <a:r>
              <a:rPr lang="en-US" altLang="ko-KR" dirty="0"/>
              <a:t>chunk/span/section</a:t>
            </a:r>
            <a:r>
              <a:rPr lang="ko-KR" altLang="en-US" dirty="0"/>
              <a:t>용 </a:t>
            </a:r>
            <a:r>
              <a:rPr lang="en-US" altLang="ko-KR" dirty="0"/>
              <a:t>MW</a:t>
            </a:r>
            <a:r>
              <a:rPr lang="ko-KR" altLang="en-US" dirty="0"/>
              <a:t>의 </a:t>
            </a:r>
            <a:r>
              <a:rPr lang="en-US" altLang="ko-KR" dirty="0" err="1"/>
              <a:t>rkey</a:t>
            </a:r>
            <a:r>
              <a:rPr lang="ko-KR" altLang="en-US" dirty="0"/>
              <a:t>를 받아오는 </a:t>
            </a:r>
            <a:r>
              <a:rPr lang="en-US" altLang="ko-KR" dirty="0"/>
              <a:t>1 RTT overhead</a:t>
            </a:r>
          </a:p>
          <a:p>
            <a:r>
              <a:rPr lang="en-US" altLang="ko-KR" dirty="0"/>
              <a:t>Redo-log</a:t>
            </a:r>
            <a:r>
              <a:rPr lang="ko-KR" altLang="en-US" dirty="0"/>
              <a:t> </a:t>
            </a:r>
            <a:r>
              <a:rPr lang="en-US" altLang="ko-KR" dirty="0"/>
              <a:t>flush</a:t>
            </a:r>
            <a:r>
              <a:rPr lang="ko-KR" altLang="en-US" dirty="0"/>
              <a:t>가 </a:t>
            </a:r>
            <a:r>
              <a:rPr lang="en-US" altLang="ko-KR" dirty="0"/>
              <a:t>critical path</a:t>
            </a:r>
            <a:r>
              <a:rPr lang="ko-KR" altLang="en-US" dirty="0"/>
              <a:t>에 더해져서 </a:t>
            </a:r>
            <a:r>
              <a:rPr lang="en-US" altLang="ko-KR" dirty="0"/>
              <a:t>overhead </a:t>
            </a:r>
            <a:r>
              <a:rPr lang="ko-KR" altLang="en-US" dirty="0"/>
              <a:t>생김</a:t>
            </a:r>
            <a:endParaRPr lang="en-US" altLang="ko-KR" dirty="0"/>
          </a:p>
          <a:p>
            <a:r>
              <a:rPr lang="en-US" altLang="ko-KR" dirty="0"/>
              <a:t>Mem node</a:t>
            </a:r>
            <a:r>
              <a:rPr lang="ko-KR" altLang="en-US" dirty="0"/>
              <a:t>의 </a:t>
            </a:r>
            <a:r>
              <a:rPr lang="en-US" altLang="ko-KR" dirty="0"/>
              <a:t>meta data </a:t>
            </a:r>
            <a:r>
              <a:rPr lang="ko-KR" altLang="en-US" dirty="0"/>
              <a:t>접근하는 </a:t>
            </a:r>
            <a:r>
              <a:rPr lang="en-US" altLang="ko-KR" dirty="0"/>
              <a:t>allocation service</a:t>
            </a:r>
            <a:r>
              <a:rPr lang="ko-KR" altLang="en-US" dirty="0"/>
              <a:t>와 </a:t>
            </a:r>
            <a:r>
              <a:rPr lang="en-US" altLang="ko-KR" dirty="0"/>
              <a:t>app</a:t>
            </a:r>
            <a:r>
              <a:rPr lang="ko-KR" altLang="en-US" dirty="0"/>
              <a:t>간 </a:t>
            </a:r>
            <a:r>
              <a:rPr lang="en-US" altLang="ko-KR" dirty="0"/>
              <a:t>IPC overhead</a:t>
            </a:r>
          </a:p>
          <a:p>
            <a:r>
              <a:rPr lang="ko-KR" altLang="en-US" dirty="0"/>
              <a:t>다 더해도 기존보다 매우 낮은 </a:t>
            </a:r>
            <a:r>
              <a:rPr lang="en-US" altLang="ko-KR" dirty="0"/>
              <a:t>latency</a:t>
            </a:r>
          </a:p>
          <a:p>
            <a:endParaRPr lang="en-US" altLang="ko-KR" dirty="0"/>
          </a:p>
          <a:p>
            <a:r>
              <a:rPr lang="ko-KR" altLang="en-US" dirty="0"/>
              <a:t>수치 말하기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DBC72-4F87-41C7-95CF-DD86497BC5A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234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Key-value store system</a:t>
            </a:r>
            <a:r>
              <a:rPr lang="ko-KR" altLang="en-US" dirty="0"/>
              <a:t>에서 </a:t>
            </a:r>
            <a:r>
              <a:rPr lang="en-US" altLang="ko-KR" dirty="0"/>
              <a:t>FUSEE</a:t>
            </a:r>
            <a:r>
              <a:rPr lang="ko-KR" altLang="en-US" dirty="0"/>
              <a:t>의 블록 할당 부분을 </a:t>
            </a:r>
            <a:r>
              <a:rPr lang="en-US" altLang="ko-KR" dirty="0" err="1"/>
              <a:t>FineMem</a:t>
            </a:r>
            <a:r>
              <a:rPr lang="ko-KR" altLang="en-US" dirty="0"/>
              <a:t>으로 바꾸고</a:t>
            </a:r>
            <a:r>
              <a:rPr lang="en-US" altLang="ko-KR" dirty="0"/>
              <a:t>, </a:t>
            </a:r>
            <a:r>
              <a:rPr lang="ko-KR" altLang="en-US" dirty="0"/>
              <a:t>검색</a:t>
            </a:r>
            <a:r>
              <a:rPr lang="en-US" altLang="ko-KR" dirty="0"/>
              <a:t>:</a:t>
            </a:r>
            <a:r>
              <a:rPr lang="ko-KR" altLang="en-US" dirty="0"/>
              <a:t>업데이트 비율이 </a:t>
            </a:r>
            <a:r>
              <a:rPr lang="en-US" altLang="ko-KR" dirty="0"/>
              <a:t>1:1</a:t>
            </a:r>
            <a:r>
              <a:rPr lang="ko-KR" altLang="en-US" dirty="0"/>
              <a:t>인 </a:t>
            </a:r>
            <a:r>
              <a:rPr lang="en-US" altLang="ko-KR" dirty="0"/>
              <a:t>YCSB-A </a:t>
            </a:r>
            <a:r>
              <a:rPr lang="ko-KR" altLang="en-US" dirty="0"/>
              <a:t>워크로드 사용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왼쪽</a:t>
            </a:r>
            <a:r>
              <a:rPr lang="en-US" altLang="ko-KR" dirty="0"/>
              <a:t>) </a:t>
            </a:r>
            <a:r>
              <a:rPr lang="ko-KR" altLang="en-US" dirty="0"/>
              <a:t>블록 작음</a:t>
            </a:r>
            <a:r>
              <a:rPr lang="en-US" altLang="ko-KR" dirty="0"/>
              <a:t>: per-block </a:t>
            </a:r>
            <a:r>
              <a:rPr lang="ko-KR" altLang="en-US" dirty="0"/>
              <a:t>할당 성능이 좋아야 함 </a:t>
            </a:r>
            <a:r>
              <a:rPr lang="en-US" altLang="ko-KR" dirty="0">
                <a:sym typeface="Wingdings" panose="05000000000000000000" pitchFamily="2" charset="2"/>
              </a:rPr>
              <a:t> on-demand</a:t>
            </a:r>
            <a:r>
              <a:rPr lang="ko-KR" altLang="en-US" dirty="0">
                <a:sym typeface="Wingdings" panose="05000000000000000000" pitchFamily="2" charset="2"/>
              </a:rPr>
              <a:t>한테 불리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premmap</a:t>
            </a:r>
            <a:r>
              <a:rPr lang="en-US" altLang="ko-KR" dirty="0">
                <a:sym typeface="Wingdings" panose="05000000000000000000" pitchFamily="2" charset="2"/>
              </a:rPr>
              <a:t>-one-sided</a:t>
            </a:r>
            <a:r>
              <a:rPr lang="ko-KR" altLang="en-US" dirty="0">
                <a:sym typeface="Wingdings" panose="05000000000000000000" pitchFamily="2" charset="2"/>
              </a:rPr>
              <a:t>는 </a:t>
            </a:r>
            <a:r>
              <a:rPr lang="en-US" altLang="ko-KR" dirty="0">
                <a:sym typeface="Wingdings" panose="05000000000000000000" pitchFamily="2" charset="2"/>
              </a:rPr>
              <a:t>client </a:t>
            </a:r>
            <a:r>
              <a:rPr lang="ko-KR" altLang="en-US" dirty="0">
                <a:sym typeface="Wingdings" panose="05000000000000000000" pitchFamily="2" charset="2"/>
              </a:rPr>
              <a:t>수 많아질수록 낮아지는 이유가 </a:t>
            </a:r>
            <a:r>
              <a:rPr lang="en-US" altLang="ko-KR" dirty="0">
                <a:sym typeface="Wingdings" panose="05000000000000000000" pitchFamily="2" charset="2"/>
              </a:rPr>
              <a:t>CAS </a:t>
            </a:r>
            <a:r>
              <a:rPr lang="ko-KR" altLang="en-US" dirty="0">
                <a:sym typeface="Wingdings" panose="05000000000000000000" pitchFamily="2" charset="2"/>
              </a:rPr>
              <a:t>실패해서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en-US" altLang="ko-KR" dirty="0" err="1">
                <a:sym typeface="Wingdings" panose="05000000000000000000" pitchFamily="2" charset="2"/>
              </a:rPr>
              <a:t>Premmap</a:t>
            </a:r>
            <a:r>
              <a:rPr lang="en-US" altLang="ko-KR" dirty="0">
                <a:sym typeface="Wingdings" panose="05000000000000000000" pitchFamily="2" charset="2"/>
              </a:rPr>
              <a:t>-RPC</a:t>
            </a:r>
            <a:r>
              <a:rPr lang="ko-KR" altLang="en-US" dirty="0">
                <a:sym typeface="Wingdings" panose="05000000000000000000" pitchFamily="2" charset="2"/>
              </a:rPr>
              <a:t>는 </a:t>
            </a:r>
            <a:r>
              <a:rPr lang="en-US" altLang="ko-KR" dirty="0">
                <a:sym typeface="Wingdings" panose="05000000000000000000" pitchFamily="2" charset="2"/>
              </a:rPr>
              <a:t>mem node CPU </a:t>
            </a:r>
            <a:r>
              <a:rPr lang="ko-KR" altLang="en-US" dirty="0">
                <a:sym typeface="Wingdings" panose="05000000000000000000" pitchFamily="2" charset="2"/>
              </a:rPr>
              <a:t>병목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en-US" altLang="ko-KR" dirty="0" err="1">
                <a:sym typeface="Wingdings" panose="05000000000000000000" pitchFamily="2" charset="2"/>
              </a:rPr>
              <a:t>FineMem</a:t>
            </a:r>
            <a:r>
              <a:rPr lang="ko-KR" altLang="en-US" dirty="0">
                <a:sym typeface="Wingdings" panose="05000000000000000000" pitchFamily="2" charset="2"/>
              </a:rPr>
              <a:t>은 클라이언트 수에 따라 계속 올라가는 경향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중간</a:t>
            </a:r>
            <a:r>
              <a:rPr lang="en-US" altLang="ko-KR" dirty="0">
                <a:sym typeface="Wingdings" panose="05000000000000000000" pitchFamily="2" charset="2"/>
              </a:rPr>
              <a:t>) </a:t>
            </a:r>
            <a:r>
              <a:rPr lang="ko-KR" altLang="en-US" dirty="0">
                <a:sym typeface="Wingdings" panose="05000000000000000000" pitchFamily="2" charset="2"/>
              </a:rPr>
              <a:t>블록 큼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큰 블록 써도 </a:t>
            </a:r>
            <a:r>
              <a:rPr lang="en-US" altLang="ko-KR" dirty="0">
                <a:sym typeface="Wingdings" panose="05000000000000000000" pitchFamily="2" charset="2"/>
              </a:rPr>
              <a:t>concurrency </a:t>
            </a:r>
            <a:r>
              <a:rPr lang="ko-KR" altLang="en-US" dirty="0">
                <a:sym typeface="Wingdings" panose="05000000000000000000" pitchFamily="2" charset="2"/>
              </a:rPr>
              <a:t>높으면 할당 비용이 성능에 영향 줌 </a:t>
            </a:r>
            <a:r>
              <a:rPr lang="en-US" altLang="ko-KR" dirty="0">
                <a:sym typeface="Wingdings" panose="05000000000000000000" pitchFamily="2" charset="2"/>
              </a:rPr>
              <a:t>(64 clients</a:t>
            </a:r>
            <a:r>
              <a:rPr lang="ko-KR" altLang="en-US" dirty="0">
                <a:sym typeface="Wingdings" panose="05000000000000000000" pitchFamily="2" charset="2"/>
              </a:rPr>
              <a:t> 이상</a:t>
            </a:r>
            <a:r>
              <a:rPr lang="en-US" altLang="ko-KR" dirty="0">
                <a:sym typeface="Wingdings" panose="05000000000000000000" pitchFamily="2" charset="2"/>
              </a:rPr>
              <a:t>).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여기서 수치 말하기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첫번째 </a:t>
            </a:r>
            <a:r>
              <a:rPr lang="ko-KR" altLang="en-US" dirty="0" err="1">
                <a:sym typeface="Wingdings" panose="05000000000000000000" pitchFamily="2" charset="2"/>
              </a:rPr>
              <a:t>불릿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오른쪽</a:t>
            </a:r>
            <a:r>
              <a:rPr lang="en-US" altLang="ko-KR" dirty="0">
                <a:sym typeface="Wingdings" panose="05000000000000000000" pitchFamily="2" charset="2"/>
              </a:rPr>
              <a:t>) </a:t>
            </a:r>
            <a:r>
              <a:rPr lang="ko-KR" altLang="en-US" dirty="0">
                <a:sym typeface="Wingdings" panose="05000000000000000000" pitchFamily="2" charset="2"/>
              </a:rPr>
              <a:t>할당 성능과 </a:t>
            </a:r>
            <a:r>
              <a:rPr lang="en-US" altLang="ko-KR" dirty="0">
                <a:sym typeface="Wingdings" panose="05000000000000000000" pitchFamily="2" charset="2"/>
              </a:rPr>
              <a:t>MR </a:t>
            </a:r>
            <a:r>
              <a:rPr lang="ko-KR" altLang="en-US" dirty="0">
                <a:sym typeface="Wingdings" panose="05000000000000000000" pitchFamily="2" charset="2"/>
              </a:rPr>
              <a:t>크기 사이의 기존 </a:t>
            </a:r>
            <a:r>
              <a:rPr lang="en-US" altLang="ko-KR" dirty="0">
                <a:sym typeface="Wingdings" panose="05000000000000000000" pitchFamily="2" charset="2"/>
              </a:rPr>
              <a:t>trade-off.</a:t>
            </a:r>
            <a:r>
              <a:rPr lang="ko-KR" altLang="en-US" dirty="0">
                <a:sym typeface="Wingdings" panose="05000000000000000000" pitchFamily="2" charset="2"/>
              </a:rPr>
              <a:t> 할당 크기가 크면 </a:t>
            </a:r>
            <a:r>
              <a:rPr lang="en-US" altLang="ko-KR" dirty="0">
                <a:sym typeface="Wingdings" panose="05000000000000000000" pitchFamily="2" charset="2"/>
              </a:rPr>
              <a:t>per-</a:t>
            </a:r>
            <a:r>
              <a:rPr lang="ko-KR" altLang="en-US" dirty="0">
                <a:sym typeface="Wingdings" panose="05000000000000000000" pitchFamily="2" charset="2"/>
              </a:rPr>
              <a:t>할당 </a:t>
            </a:r>
            <a:r>
              <a:rPr lang="en-US" altLang="ko-KR" dirty="0">
                <a:sym typeface="Wingdings" panose="05000000000000000000" pitchFamily="2" charset="2"/>
              </a:rPr>
              <a:t>overhead </a:t>
            </a:r>
            <a:r>
              <a:rPr lang="ko-KR" altLang="en-US" dirty="0">
                <a:sym typeface="Wingdings" panose="05000000000000000000" pitchFamily="2" charset="2"/>
              </a:rPr>
              <a:t>적은 대신 </a:t>
            </a:r>
            <a:r>
              <a:rPr lang="en-US" altLang="ko-KR" dirty="0">
                <a:sym typeface="Wingdings" panose="05000000000000000000" pitchFamily="2" charset="2"/>
              </a:rPr>
              <a:t>fragmentation, </a:t>
            </a:r>
            <a:r>
              <a:rPr lang="ko-KR" altLang="en-US" dirty="0">
                <a:sym typeface="Wingdings" panose="05000000000000000000" pitchFamily="2" charset="2"/>
              </a:rPr>
              <a:t>작으면 </a:t>
            </a:r>
            <a:r>
              <a:rPr lang="en-US" altLang="ko-KR" dirty="0">
                <a:sym typeface="Wingdings" panose="05000000000000000000" pitchFamily="2" charset="2"/>
              </a:rPr>
              <a:t>fragmentation </a:t>
            </a:r>
            <a:r>
              <a:rPr lang="ko-KR" altLang="en-US" dirty="0">
                <a:sym typeface="Wingdings" panose="05000000000000000000" pitchFamily="2" charset="2"/>
              </a:rPr>
              <a:t>없는 대신 </a:t>
            </a:r>
            <a:r>
              <a:rPr lang="en-US" altLang="ko-KR" dirty="0">
                <a:sym typeface="Wingdings" panose="05000000000000000000" pitchFamily="2" charset="2"/>
              </a:rPr>
              <a:t>KV store</a:t>
            </a:r>
            <a:r>
              <a:rPr lang="ko-KR" altLang="en-US" dirty="0">
                <a:sym typeface="Wingdings" panose="05000000000000000000" pitchFamily="2" charset="2"/>
              </a:rPr>
              <a:t>의 </a:t>
            </a:r>
            <a:r>
              <a:rPr lang="en-US" altLang="ko-KR" dirty="0">
                <a:sym typeface="Wingdings" panose="05000000000000000000" pitchFamily="2" charset="2"/>
              </a:rPr>
              <a:t>ops</a:t>
            </a:r>
            <a:r>
              <a:rPr lang="ko-KR" altLang="en-US" dirty="0">
                <a:sym typeface="Wingdings" panose="05000000000000000000" pitchFamily="2" charset="2"/>
              </a:rPr>
              <a:t>가 </a:t>
            </a:r>
            <a:r>
              <a:rPr lang="ko-KR" altLang="en-US" dirty="0" err="1">
                <a:sym typeface="Wingdings" panose="05000000000000000000" pitchFamily="2" charset="2"/>
              </a:rPr>
              <a:t>작아짐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FineMem</a:t>
            </a:r>
            <a:r>
              <a:rPr lang="ko-KR" altLang="en-US" dirty="0">
                <a:sym typeface="Wingdings" panose="05000000000000000000" pitchFamily="2" charset="2"/>
              </a:rPr>
              <a:t>은 미리 </a:t>
            </a:r>
            <a:r>
              <a:rPr lang="en-US" altLang="ko-KR" dirty="0">
                <a:sym typeface="Wingdings" panose="05000000000000000000" pitchFamily="2" charset="2"/>
              </a:rPr>
              <a:t>MR </a:t>
            </a:r>
            <a:r>
              <a:rPr lang="ko-KR" altLang="en-US" dirty="0">
                <a:sym typeface="Wingdings" panose="05000000000000000000" pitchFamily="2" charset="2"/>
              </a:rPr>
              <a:t>등록을 하고</a:t>
            </a:r>
            <a:r>
              <a:rPr lang="en-US" altLang="ko-KR" dirty="0">
                <a:sym typeface="Wingdings" panose="05000000000000000000" pitchFamily="2" charset="2"/>
              </a:rPr>
              <a:t>, MW</a:t>
            </a:r>
            <a:r>
              <a:rPr lang="ko-KR" altLang="en-US" dirty="0">
                <a:sym typeface="Wingdings" panose="05000000000000000000" pitchFamily="2" charset="2"/>
              </a:rPr>
              <a:t>로 나뉜 작은 </a:t>
            </a:r>
            <a:r>
              <a:rPr lang="en-US" altLang="ko-KR" dirty="0">
                <a:sym typeface="Wingdings" panose="05000000000000000000" pitchFamily="2" charset="2"/>
              </a:rPr>
              <a:t>chunk</a:t>
            </a:r>
            <a:r>
              <a:rPr lang="ko-KR" altLang="en-US" dirty="0">
                <a:sym typeface="Wingdings" panose="05000000000000000000" pitchFamily="2" charset="2"/>
              </a:rPr>
              <a:t>를 </a:t>
            </a:r>
            <a:r>
              <a:rPr lang="en-US" altLang="ko-KR" dirty="0">
                <a:sym typeface="Wingdings" panose="05000000000000000000" pitchFamily="2" charset="2"/>
              </a:rPr>
              <a:t>client</a:t>
            </a:r>
            <a:r>
              <a:rPr lang="ko-KR" altLang="en-US" dirty="0">
                <a:sym typeface="Wingdings" panose="05000000000000000000" pitchFamily="2" charset="2"/>
              </a:rPr>
              <a:t>에게 전달하여 </a:t>
            </a:r>
            <a:r>
              <a:rPr lang="en-US" altLang="ko-KR" dirty="0">
                <a:sym typeface="Wingdings" panose="05000000000000000000" pitchFamily="2" charset="2"/>
              </a:rPr>
              <a:t>trade-off</a:t>
            </a:r>
            <a:r>
              <a:rPr lang="ko-KR" altLang="en-US" dirty="0">
                <a:sym typeface="Wingdings" panose="05000000000000000000" pitchFamily="2" charset="2"/>
              </a:rPr>
              <a:t>를 없앰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여기서 수치 언급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두번째 </a:t>
            </a:r>
            <a:r>
              <a:rPr lang="ko-KR" altLang="en-US" dirty="0" err="1">
                <a:sym typeface="Wingdings" panose="05000000000000000000" pitchFamily="2" charset="2"/>
              </a:rPr>
              <a:t>불릿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DBC72-4F87-41C7-95CF-DD86497BC5A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9794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FastSwap</a:t>
            </a:r>
            <a:r>
              <a:rPr lang="en-US" altLang="ko-KR" dirty="0"/>
              <a:t>: remote memory</a:t>
            </a:r>
            <a:r>
              <a:rPr lang="ko-KR" altLang="en-US" dirty="0"/>
              <a:t>를 </a:t>
            </a:r>
            <a:r>
              <a:rPr lang="en-US" altLang="ko-KR" dirty="0"/>
              <a:t>uniform</a:t>
            </a:r>
            <a:r>
              <a:rPr lang="ko-KR" altLang="en-US" dirty="0"/>
              <a:t>하게 </a:t>
            </a:r>
            <a:r>
              <a:rPr lang="ko-KR" altLang="en-US" dirty="0" err="1"/>
              <a:t>나눠줌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왼</a:t>
            </a:r>
            <a:r>
              <a:rPr lang="en-US" altLang="ko-KR" dirty="0"/>
              <a:t>) </a:t>
            </a:r>
            <a:r>
              <a:rPr lang="ko-KR" altLang="en-US" dirty="0"/>
              <a:t>시간에 따른 </a:t>
            </a:r>
            <a:r>
              <a:rPr lang="en-US" altLang="ko-KR" dirty="0"/>
              <a:t>remote mem </a:t>
            </a:r>
            <a:r>
              <a:rPr lang="ko-KR" altLang="en-US" dirty="0"/>
              <a:t>실제 사용량</a:t>
            </a:r>
            <a:r>
              <a:rPr lang="en-US" altLang="ko-KR" dirty="0"/>
              <a:t>. </a:t>
            </a:r>
            <a:r>
              <a:rPr lang="ko-KR" altLang="en-US" dirty="0"/>
              <a:t>주황 점선이 </a:t>
            </a:r>
            <a:r>
              <a:rPr lang="en-US" altLang="ko-KR" dirty="0"/>
              <a:t>160 GB. </a:t>
            </a:r>
          </a:p>
          <a:p>
            <a:r>
              <a:rPr lang="en-US" altLang="ko-KR" dirty="0" err="1"/>
              <a:t>FastSwap</a:t>
            </a:r>
            <a:r>
              <a:rPr lang="ko-KR" altLang="en-US" dirty="0"/>
              <a:t>은 </a:t>
            </a:r>
            <a:r>
              <a:rPr lang="en-US" altLang="ko-KR" dirty="0"/>
              <a:t>1500</a:t>
            </a:r>
            <a:r>
              <a:rPr lang="ko-KR" altLang="en-US" dirty="0"/>
              <a:t>초 </a:t>
            </a:r>
            <a:r>
              <a:rPr lang="ko-KR" altLang="en-US" dirty="0" err="1"/>
              <a:t>쯤</a:t>
            </a:r>
            <a:r>
              <a:rPr lang="ko-KR" altLang="en-US" dirty="0"/>
              <a:t> </a:t>
            </a:r>
            <a:r>
              <a:rPr lang="en-US" altLang="ko-KR" dirty="0"/>
              <a:t>75GB</a:t>
            </a:r>
            <a:r>
              <a:rPr lang="ko-KR" altLang="en-US" dirty="0"/>
              <a:t>로 떨어지고 쭉 유지 </a:t>
            </a:r>
            <a:r>
              <a:rPr lang="en-US" altLang="ko-KR" dirty="0">
                <a:sym typeface="Wingdings" panose="05000000000000000000" pitchFamily="2" charset="2"/>
              </a:rPr>
              <a:t> fragmentation </a:t>
            </a:r>
            <a:r>
              <a:rPr lang="ko-KR" altLang="en-US" dirty="0">
                <a:sym typeface="Wingdings" panose="05000000000000000000" pitchFamily="2" charset="2"/>
              </a:rPr>
              <a:t>때문에 큰 작업들이 할당이 안됨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자기 몫 </a:t>
            </a:r>
            <a:r>
              <a:rPr lang="en-US" altLang="ko-KR" dirty="0">
                <a:sym typeface="Wingdings" panose="05000000000000000000" pitchFamily="2" charset="2"/>
              </a:rPr>
              <a:t>32GB</a:t>
            </a:r>
            <a:r>
              <a:rPr lang="ko-KR" altLang="en-US" dirty="0">
                <a:sym typeface="Wingdings" panose="05000000000000000000" pitchFamily="2" charset="2"/>
              </a:rPr>
              <a:t>보다 큰 작업을 진행하지 못함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dirty="0" err="1">
                <a:sym typeface="Wingdings" panose="05000000000000000000" pitchFamily="2" charset="2"/>
              </a:rPr>
              <a:t>FineMem</a:t>
            </a:r>
            <a:r>
              <a:rPr lang="ko-KR" altLang="en-US" dirty="0">
                <a:sym typeface="Wingdings" panose="05000000000000000000" pitchFamily="2" charset="2"/>
              </a:rPr>
              <a:t>은 잘 수행해서 전체 작업이 더 빨리 끝나고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평균 메모리 활용율이 </a:t>
            </a:r>
            <a:r>
              <a:rPr lang="en-US" altLang="ko-KR" dirty="0">
                <a:sym typeface="Wingdings" panose="05000000000000000000" pitchFamily="2" charset="2"/>
              </a:rPr>
              <a:t>41  74%</a:t>
            </a:r>
            <a:r>
              <a:rPr lang="ko-KR" altLang="en-US" dirty="0">
                <a:sym typeface="Wingdings" panose="05000000000000000000" pitchFamily="2" charset="2"/>
              </a:rPr>
              <a:t>로 오름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오</a:t>
            </a:r>
            <a:r>
              <a:rPr lang="en-US" altLang="ko-KR" dirty="0">
                <a:sym typeface="Wingdings" panose="05000000000000000000" pitchFamily="2" charset="2"/>
              </a:rPr>
              <a:t>) </a:t>
            </a:r>
            <a:r>
              <a:rPr lang="ko-KR" altLang="en-US" dirty="0">
                <a:sym typeface="Wingdings" panose="05000000000000000000" pitchFamily="2" charset="2"/>
              </a:rPr>
              <a:t>한 번 실행으로는 우연일 수 있어서 작업 구성 비율을 무작위로 한 </a:t>
            </a:r>
            <a:r>
              <a:rPr lang="en-US" altLang="ko-KR" dirty="0">
                <a:sym typeface="Wingdings" panose="05000000000000000000" pitchFamily="2" charset="2"/>
              </a:rPr>
              <a:t>workload</a:t>
            </a:r>
            <a:r>
              <a:rPr lang="ko-KR" altLang="en-US" dirty="0">
                <a:sym typeface="Wingdings" panose="05000000000000000000" pitchFamily="2" charset="2"/>
              </a:rPr>
              <a:t>를 많이 만들어서 반복 측정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초록선은 작은 규모 작업 </a:t>
            </a:r>
            <a:r>
              <a:rPr lang="en-US" altLang="ko-KR" dirty="0">
                <a:sym typeface="Wingdings" panose="05000000000000000000" pitchFamily="2" charset="2"/>
              </a:rPr>
              <a:t>(160GB </a:t>
            </a:r>
            <a:r>
              <a:rPr lang="ko-KR" altLang="en-US" dirty="0" err="1">
                <a:sym typeface="Wingdings" panose="05000000000000000000" pitchFamily="2" charset="2"/>
              </a:rPr>
              <a:t>짜리</a:t>
            </a:r>
            <a:r>
              <a:rPr lang="ko-KR" altLang="en-US" dirty="0">
                <a:sym typeface="Wingdings" panose="05000000000000000000" pitchFamily="2" charset="2"/>
              </a:rPr>
              <a:t> 워크로드 </a:t>
            </a:r>
            <a:r>
              <a:rPr lang="en-US" altLang="ko-KR" dirty="0">
                <a:sym typeface="Wingdings" panose="05000000000000000000" pitchFamily="2" charset="2"/>
              </a:rPr>
              <a:t>500</a:t>
            </a:r>
            <a:r>
              <a:rPr lang="ko-KR" altLang="en-US" dirty="0">
                <a:sym typeface="Wingdings" panose="05000000000000000000" pitchFamily="2" charset="2"/>
              </a:rPr>
              <a:t>개</a:t>
            </a:r>
            <a:r>
              <a:rPr lang="en-US" altLang="ko-KR" dirty="0">
                <a:sym typeface="Wingdings" panose="05000000000000000000" pitchFamily="2" charset="2"/>
              </a:rPr>
              <a:t>), </a:t>
            </a:r>
            <a:r>
              <a:rPr lang="ko-KR" altLang="en-US" dirty="0">
                <a:sym typeface="Wingdings" panose="05000000000000000000" pitchFamily="2" charset="2"/>
              </a:rPr>
              <a:t>주황선은 큰 규모 작업 </a:t>
            </a:r>
            <a:r>
              <a:rPr lang="en-US" altLang="ko-KR" dirty="0">
                <a:sym typeface="Wingdings" panose="05000000000000000000" pitchFamily="2" charset="2"/>
              </a:rPr>
              <a:t>(1280GB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짜리</a:t>
            </a:r>
            <a:r>
              <a:rPr lang="ko-KR" altLang="en-US" dirty="0">
                <a:sym typeface="Wingdings" panose="05000000000000000000" pitchFamily="2" charset="2"/>
              </a:rPr>
              <a:t> 워크로드 </a:t>
            </a:r>
            <a:r>
              <a:rPr lang="en-US" altLang="ko-KR" dirty="0">
                <a:sym typeface="Wingdings" panose="05000000000000000000" pitchFamily="2" charset="2"/>
              </a:rPr>
              <a:t>500</a:t>
            </a:r>
            <a:r>
              <a:rPr lang="ko-KR" altLang="en-US" dirty="0">
                <a:sym typeface="Wingdings" panose="05000000000000000000" pitchFamily="2" charset="2"/>
              </a:rPr>
              <a:t>개</a:t>
            </a:r>
            <a:r>
              <a:rPr lang="en-US" altLang="ko-KR" dirty="0">
                <a:sym typeface="Wingdings" panose="05000000000000000000" pitchFamily="2" charset="2"/>
              </a:rPr>
              <a:t>). Improvement</a:t>
            </a:r>
            <a:r>
              <a:rPr lang="ko-KR" altLang="en-US" dirty="0">
                <a:sym typeface="Wingdings" panose="05000000000000000000" pitchFamily="2" charset="2"/>
              </a:rPr>
              <a:t>는 </a:t>
            </a:r>
            <a:r>
              <a:rPr lang="en-US" altLang="ko-KR" dirty="0" err="1">
                <a:sym typeface="Wingdings" panose="05000000000000000000" pitchFamily="2" charset="2"/>
              </a:rPr>
              <a:t>FastSwap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대비 처리량 </a:t>
            </a:r>
            <a:r>
              <a:rPr lang="ko-KR" altLang="en-US" dirty="0" err="1">
                <a:sym typeface="Wingdings" panose="05000000000000000000" pitchFamily="2" charset="2"/>
              </a:rPr>
              <a:t>향상률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(0.1 = 10%). </a:t>
            </a:r>
            <a:r>
              <a:rPr lang="ko-KR" altLang="en-US" dirty="0">
                <a:sym typeface="Wingdings" panose="05000000000000000000" pitchFamily="2" charset="2"/>
              </a:rPr>
              <a:t>대체적으로 크고 작은 규모의 모든 작업에서 </a:t>
            </a:r>
            <a:r>
              <a:rPr lang="en-US" altLang="ko-KR" dirty="0" err="1">
                <a:sym typeface="Wingdings" panose="05000000000000000000" pitchFamily="2" charset="2"/>
              </a:rPr>
              <a:t>FineMem</a:t>
            </a:r>
            <a:r>
              <a:rPr lang="ko-KR" altLang="en-US" dirty="0">
                <a:sym typeface="Wingdings" panose="05000000000000000000" pitchFamily="2" charset="2"/>
              </a:rPr>
              <a:t>은 </a:t>
            </a:r>
            <a:r>
              <a:rPr lang="en-US" altLang="ko-KR" dirty="0" err="1">
                <a:sym typeface="Wingdings" panose="05000000000000000000" pitchFamily="2" charset="2"/>
              </a:rPr>
              <a:t>FastSwamp</a:t>
            </a:r>
            <a:r>
              <a:rPr lang="ko-KR" altLang="en-US" dirty="0">
                <a:sym typeface="Wingdings" panose="05000000000000000000" pitchFamily="2" charset="2"/>
              </a:rPr>
              <a:t>을 이기는 것을 볼 수 있음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평균적으로 큰 규모 </a:t>
            </a:r>
            <a:r>
              <a:rPr lang="en-US" altLang="ko-KR" dirty="0">
                <a:sym typeface="Wingdings" panose="05000000000000000000" pitchFamily="2" charset="2"/>
              </a:rPr>
              <a:t>job</a:t>
            </a:r>
            <a:r>
              <a:rPr lang="ko-KR" altLang="en-US" dirty="0">
                <a:sym typeface="Wingdings" panose="05000000000000000000" pitchFamily="2" charset="2"/>
              </a:rPr>
              <a:t>에서 </a:t>
            </a:r>
            <a:r>
              <a:rPr lang="en-US" altLang="ko-KR" dirty="0">
                <a:sym typeface="Wingdings" panose="05000000000000000000" pitchFamily="2" charset="2"/>
              </a:rPr>
              <a:t>8-11%</a:t>
            </a:r>
            <a:r>
              <a:rPr lang="ko-KR" altLang="en-US" dirty="0">
                <a:sym typeface="Wingdings" panose="05000000000000000000" pitchFamily="2" charset="2"/>
              </a:rPr>
              <a:t>의 처리량 향상을 보임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DBC72-4F87-41C7-95CF-DD86497BC5A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8013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Background: </a:t>
            </a:r>
            <a:r>
              <a:rPr lang="ko-KR" altLang="en-US" dirty="0"/>
              <a:t>기존 </a:t>
            </a:r>
            <a:r>
              <a:rPr lang="en-US" altLang="ko-KR" dirty="0"/>
              <a:t>trade-off</a:t>
            </a:r>
          </a:p>
          <a:p>
            <a:endParaRPr lang="en-US" altLang="ko-KR" dirty="0"/>
          </a:p>
          <a:p>
            <a:r>
              <a:rPr lang="en-US" altLang="ko-KR" dirty="0" err="1"/>
              <a:t>FineMem</a:t>
            </a:r>
            <a:r>
              <a:rPr lang="en-US" altLang="ko-KR" dirty="0"/>
              <a:t>: trade-off </a:t>
            </a:r>
            <a:r>
              <a:rPr lang="ko-KR" altLang="en-US" dirty="0"/>
              <a:t>없애겠다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MR </a:t>
            </a:r>
            <a:r>
              <a:rPr lang="ko-KR" altLang="en-US" dirty="0">
                <a:sym typeface="Wingdings" panose="05000000000000000000" pitchFamily="2" charset="2"/>
              </a:rPr>
              <a:t>등록 오버헤드 없애며 격리 문제 해결</a:t>
            </a:r>
            <a:r>
              <a:rPr lang="en-US" altLang="ko-KR" dirty="0">
                <a:sym typeface="Wingdings" panose="05000000000000000000" pitchFamily="2" charset="2"/>
              </a:rPr>
              <a:t>, one-sided</a:t>
            </a:r>
            <a:r>
              <a:rPr lang="ko-KR" altLang="en-US" dirty="0">
                <a:sym typeface="Wingdings" panose="05000000000000000000" pitchFamily="2" charset="2"/>
              </a:rPr>
              <a:t>로 효과적인 </a:t>
            </a:r>
            <a:r>
              <a:rPr lang="en-US" altLang="ko-KR" dirty="0">
                <a:sym typeface="Wingdings" panose="05000000000000000000" pitchFamily="2" charset="2"/>
              </a:rPr>
              <a:t>alloc </a:t>
            </a:r>
            <a:r>
              <a:rPr lang="ko-KR" altLang="en-US" dirty="0">
                <a:sym typeface="Wingdings" panose="05000000000000000000" pitchFamily="2" charset="2"/>
              </a:rPr>
              <a:t>자료구조 제작</a:t>
            </a:r>
            <a:r>
              <a:rPr lang="en-US" altLang="ko-KR" dirty="0">
                <a:sym typeface="Wingdings" panose="05000000000000000000" pitchFamily="2" charset="2"/>
              </a:rPr>
              <a:t>, compute node failure</a:t>
            </a:r>
            <a:r>
              <a:rPr lang="ko-KR" altLang="en-US" dirty="0">
                <a:sym typeface="Wingdings" panose="05000000000000000000" pitchFamily="2" charset="2"/>
              </a:rPr>
              <a:t>에도 강건한 </a:t>
            </a:r>
            <a:r>
              <a:rPr lang="en-US" altLang="ko-KR" dirty="0">
                <a:sym typeface="Wingdings" panose="05000000000000000000" pitchFamily="2" charset="2"/>
              </a:rPr>
              <a:t>metadata consistency </a:t>
            </a:r>
            <a:r>
              <a:rPr lang="ko-KR" altLang="en-US" dirty="0">
                <a:sym typeface="Wingdings" panose="05000000000000000000" pitchFamily="2" charset="2"/>
              </a:rPr>
              <a:t>유지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Eval: mem alloc latency</a:t>
            </a:r>
            <a:r>
              <a:rPr lang="ko-KR" altLang="en-US" dirty="0">
                <a:sym typeface="Wingdings" panose="05000000000000000000" pitchFamily="2" charset="2"/>
              </a:rPr>
              <a:t>를 </a:t>
            </a:r>
            <a:r>
              <a:rPr lang="en-US" altLang="ko-KR" dirty="0">
                <a:sym typeface="Wingdings" panose="05000000000000000000" pitchFamily="2" charset="2"/>
              </a:rPr>
              <a:t>95% </a:t>
            </a:r>
            <a:r>
              <a:rPr lang="ko-KR" altLang="en-US" dirty="0">
                <a:sym typeface="Wingdings" panose="05000000000000000000" pitchFamily="2" charset="2"/>
              </a:rPr>
              <a:t>절감</a:t>
            </a:r>
            <a:r>
              <a:rPr lang="en-US" altLang="ko-KR" dirty="0">
                <a:sym typeface="Wingdings" panose="05000000000000000000" pitchFamily="2" charset="2"/>
              </a:rPr>
              <a:t>, remote memory fragmentation </a:t>
            </a:r>
            <a:r>
              <a:rPr lang="ko-KR" altLang="en-US" dirty="0">
                <a:sym typeface="Wingdings" panose="05000000000000000000" pitchFamily="2" charset="2"/>
              </a:rPr>
              <a:t>제거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DBC72-4F87-41C7-95CF-DD86497BC5A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254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180B6-BD86-44AF-B979-851D0BC7F9CE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6BCA3A-931F-4160-9E6A-DF447E29F9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24" y="5996330"/>
            <a:ext cx="630676" cy="65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706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F1D8-8B6E-439B-BBFF-6E7E5701993A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0A2C2F-0077-82A9-5D42-580370E916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4" t="13815" r="1463" b="9645"/>
          <a:stretch/>
        </p:blipFill>
        <p:spPr>
          <a:xfrm>
            <a:off x="333375" y="6319046"/>
            <a:ext cx="1674019" cy="43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94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81E84-AD28-4A9A-BABE-DBBBA8F83656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968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55B2-9131-4F75-BF4A-7BD193A1B7FF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334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21A10-B89E-46BE-B98F-FE31C78B538E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207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59B8-3BB1-426D-8C93-033CFDEFD74A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579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AFC3-AF5F-4EAB-B2EA-28C1F64A44FA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437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7A3D9-0F03-4B5C-87A2-4B8E35BD3FF6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883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0A479-170B-490E-B7E9-7E62402579B4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919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70A4-BFCD-4116-82C8-325B307A58B4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972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8B68E-98EE-46F3-928B-DB0BF0830835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235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905D7-DA1F-4A9C-94DD-91928C1BBC19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7B1C5-2137-407B-B304-8FF0C8A05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88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34" Type="http://schemas.openxmlformats.org/officeDocument/2006/relationships/image" Target="../media/image4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3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31" Type="http://schemas.openxmlformats.org/officeDocument/2006/relationships/image" Target="../media/image40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Relationship Id="rId35" Type="http://schemas.openxmlformats.org/officeDocument/2006/relationships/image" Target="../media/image44.png"/><Relationship Id="rId8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18" Type="http://schemas.openxmlformats.org/officeDocument/2006/relationships/image" Target="../media/image107.png"/><Relationship Id="rId26" Type="http://schemas.openxmlformats.org/officeDocument/2006/relationships/image" Target="../media/image115.png"/><Relationship Id="rId3" Type="http://schemas.openxmlformats.org/officeDocument/2006/relationships/image" Target="../media/image92.png"/><Relationship Id="rId21" Type="http://schemas.openxmlformats.org/officeDocument/2006/relationships/image" Target="../media/image110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5" Type="http://schemas.openxmlformats.org/officeDocument/2006/relationships/image" Target="../media/image11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05.png"/><Relationship Id="rId20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24" Type="http://schemas.openxmlformats.org/officeDocument/2006/relationships/image" Target="../media/image113.png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23" Type="http://schemas.openxmlformats.org/officeDocument/2006/relationships/image" Target="../media/image112.png"/><Relationship Id="rId10" Type="http://schemas.openxmlformats.org/officeDocument/2006/relationships/image" Target="../media/image99.png"/><Relationship Id="rId19" Type="http://schemas.openxmlformats.org/officeDocument/2006/relationships/image" Target="../media/image108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Relationship Id="rId22" Type="http://schemas.openxmlformats.org/officeDocument/2006/relationships/image" Target="../media/image1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2E7B5C-6EC9-4095-81B3-4FC33BE37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0125" y="1469063"/>
            <a:ext cx="10191749" cy="2387600"/>
          </a:xfrm>
        </p:spPr>
        <p:txBody>
          <a:bodyPr anchor="ctr">
            <a:noAutofit/>
          </a:bodyPr>
          <a:lstStyle/>
          <a:p>
            <a:pPr algn="l"/>
            <a:r>
              <a:rPr lang="en-US" altLang="ko-KR" sz="4400" b="1" dirty="0" err="1">
                <a:solidFill>
                  <a:srgbClr val="0070C0"/>
                </a:solidFill>
              </a:rPr>
              <a:t>FineMem</a:t>
            </a:r>
            <a:r>
              <a:rPr lang="en-US" altLang="ko-KR" sz="4400" b="1" dirty="0">
                <a:solidFill>
                  <a:srgbClr val="0070C0"/>
                </a:solidFill>
              </a:rPr>
              <a:t>: </a:t>
            </a:r>
            <a:br>
              <a:rPr lang="en-US" altLang="ko-KR" sz="3200" b="1" dirty="0">
                <a:solidFill>
                  <a:srgbClr val="0070C0"/>
                </a:solidFill>
              </a:rPr>
            </a:br>
            <a:r>
              <a:rPr lang="en-US" altLang="ko-KR" sz="3200" b="1" dirty="0">
                <a:solidFill>
                  <a:srgbClr val="0070C0"/>
                </a:solidFill>
              </a:rPr>
              <a:t>Breaking the Allocation Overhead vs. Memory Waste Dilemma </a:t>
            </a:r>
            <a:br>
              <a:rPr lang="en-US" altLang="ko-KR" sz="3200" b="1" dirty="0">
                <a:solidFill>
                  <a:srgbClr val="0070C0"/>
                </a:solidFill>
              </a:rPr>
            </a:br>
            <a:r>
              <a:rPr lang="en-US" altLang="ko-KR" sz="3200" b="1" dirty="0">
                <a:solidFill>
                  <a:srgbClr val="0070C0"/>
                </a:solidFill>
              </a:rPr>
              <a:t>in Fine-Grained Disaggregated Memory Management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857F0D-3DC8-4B6B-B44B-45A0721FD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0125" y="4195137"/>
            <a:ext cx="10191750" cy="1655762"/>
          </a:xfrm>
        </p:spPr>
        <p:txBody>
          <a:bodyPr>
            <a:norm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Author: </a:t>
            </a:r>
            <a:r>
              <a:rPr lang="en-US" altLang="ko-K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Xiaoyang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Wang, </a:t>
            </a:r>
            <a:r>
              <a:rPr lang="en-US" altLang="ko-K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Yongkun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Li, Kan Wu, </a:t>
            </a:r>
            <a:r>
              <a:rPr lang="en-US" altLang="ko-K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Wenzhe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Zhu, </a:t>
            </a:r>
            <a:r>
              <a:rPr lang="en-US" altLang="ko-K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Yuqi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Li, </a:t>
            </a:r>
            <a:r>
              <a:rPr lang="en-US" altLang="ko-K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Yinlong</a:t>
            </a:r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Xu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endParaRPr lang="en-US" altLang="ko-KR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1900"/>
            </a:pPr>
            <a:r>
              <a:rPr lang="en-US" altLang="ko-KR" sz="1800" b="1" dirty="0">
                <a:solidFill>
                  <a:srgbClr val="000000"/>
                </a:solidFill>
                <a:latin typeface="+mj-lt"/>
              </a:rPr>
              <a:t>Presenter: 2026-37146 Seongjong Bae, 2025-28554 </a:t>
            </a:r>
            <a:r>
              <a:rPr lang="en-US" altLang="ko-KR" sz="1800" b="1" dirty="0" err="1">
                <a:solidFill>
                  <a:srgbClr val="000000"/>
                </a:solidFill>
                <a:latin typeface="+mj-lt"/>
              </a:rPr>
              <a:t>Yonghwan</a:t>
            </a:r>
            <a:r>
              <a:rPr lang="en-US" altLang="ko-KR" sz="1800" b="1" dirty="0">
                <a:solidFill>
                  <a:srgbClr val="000000"/>
                </a:solidFill>
                <a:latin typeface="+mj-lt"/>
              </a:rPr>
              <a:t> Chung</a:t>
            </a:r>
            <a:endParaRPr lang="en-US" altLang="ko-KR" sz="1800" dirty="0">
              <a:latin typeface="+mj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600FA2-52A8-4780-B927-CE1184346BD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4" t="13815" r="1463" b="9645"/>
          <a:stretch/>
        </p:blipFill>
        <p:spPr>
          <a:xfrm>
            <a:off x="10354865" y="6274603"/>
            <a:ext cx="1674019" cy="43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81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0FAD0C-578D-498E-9B05-F5804D697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Memory Costs in Hyperscale Systems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E2E7D-E7AB-423B-87AC-A331EB790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88"/>
              </a:spcBef>
              <a:buNone/>
            </a:pPr>
            <a:r>
              <a:rPr lang="en-US" altLang="ko-KR" sz="2400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Monolithic Servers: Coupled CPU and Memory</a:t>
            </a:r>
            <a:endParaRPr lang="en-US" altLang="ko-KR" sz="2400" dirty="0">
              <a:latin typeface="Calibri"/>
              <a:ea typeface="Calibri"/>
              <a:cs typeface="Calibri"/>
            </a:endParaRPr>
          </a:p>
          <a:p>
            <a:r>
              <a:rPr lang="en-US" altLang="ko-KR" sz="2400" dirty="0">
                <a:latin typeface="Calibri"/>
                <a:ea typeface="Calibri"/>
                <a:cs typeface="Calibri"/>
              </a:rPr>
              <a:t>Memory-intensive applications </a:t>
            </a:r>
            <a:r>
              <a:rPr lang="en-US" altLang="ko-KR" sz="2400" dirty="0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Require l</a:t>
            </a:r>
            <a:r>
              <a:rPr lang="en-US" altLang="ko-KR" sz="2400" dirty="0">
                <a:latin typeface="Calibri"/>
                <a:ea typeface="Calibri"/>
                <a:cs typeface="Calibri"/>
              </a:rPr>
              <a:t>arge per-node memory</a:t>
            </a:r>
          </a:p>
          <a:p>
            <a:r>
              <a:rPr lang="en-US" altLang="ko-KR" sz="2400" dirty="0">
                <a:latin typeface="Calibri"/>
                <a:ea typeface="Calibri"/>
                <a:cs typeface="Calibri"/>
              </a:rPr>
              <a:t>Problem: Low utilization</a:t>
            </a:r>
          </a:p>
          <a:p>
            <a:pPr marL="0" indent="0">
              <a:buNone/>
            </a:pPr>
            <a:endParaRPr lang="ko-KR" altLang="en-US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9CD341-8F46-4681-9853-353731954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98B201-990D-4FC9-9656-D7C8EA90B62B}"/>
              </a:ext>
            </a:extLst>
          </p:cNvPr>
          <p:cNvSpPr>
            <a:spLocks noGrp="1"/>
          </p:cNvSpPr>
          <p:nvPr/>
        </p:nvSpPr>
        <p:spPr>
          <a:xfrm>
            <a:off x="838200" y="291955"/>
            <a:ext cx="23797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0070C0"/>
                </a:solidFill>
              </a:rPr>
              <a:t>Background &amp; Motivation</a:t>
            </a:r>
          </a:p>
        </p:txBody>
      </p:sp>
      <p:sp>
        <p:nvSpPr>
          <p:cNvPr id="6" name="object 36">
            <a:extLst>
              <a:ext uri="{FF2B5EF4-FFF2-40B4-BE49-F238E27FC236}">
                <a16:creationId xmlns:a16="http://schemas.microsoft.com/office/drawing/2014/main" id="{7B71BBFB-8935-4664-8CA0-C752FDBA0361}"/>
              </a:ext>
            </a:extLst>
          </p:cNvPr>
          <p:cNvSpPr>
            <a:spLocks noGrp="1"/>
          </p:cNvSpPr>
          <p:nvPr/>
        </p:nvSpPr>
        <p:spPr>
          <a:xfrm>
            <a:off x="6057582" y="2944624"/>
            <a:ext cx="1324915" cy="505155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88"/>
              </a:spcBef>
              <a:buNone/>
            </a:pPr>
            <a:r>
              <a:rPr sz="1584" b="1" u="sng" dirty="0">
                <a:solidFill>
                  <a:srgbClr val="6FAC46"/>
                </a:solidFill>
                <a:latin typeface="Calibri"/>
                <a:ea typeface="Calibri"/>
                <a:cs typeface="Calibri"/>
              </a:rPr>
              <a:t>Node1:</a:t>
            </a:r>
            <a:br>
              <a:rPr sz="1584" b="1" u="sng" dirty="0">
                <a:solidFill>
                  <a:srgbClr val="6FAC46"/>
                </a:solidFill>
                <a:latin typeface="Calibri"/>
                <a:ea typeface="Calibri"/>
                <a:cs typeface="Calibri"/>
              </a:rPr>
            </a:br>
            <a:r>
              <a:rPr sz="1584" b="1" u="sng" dirty="0">
                <a:solidFill>
                  <a:srgbClr val="6FAC46"/>
                </a:solidFill>
                <a:latin typeface="Calibri"/>
                <a:ea typeface="Calibri"/>
                <a:cs typeface="Calibri"/>
              </a:rPr>
              <a:t>Low utilization</a:t>
            </a:r>
            <a:endParaRPr sz="1584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object 37">
            <a:extLst>
              <a:ext uri="{FF2B5EF4-FFF2-40B4-BE49-F238E27FC236}">
                <a16:creationId xmlns:a16="http://schemas.microsoft.com/office/drawing/2014/main" id="{A181A19B-ED2C-4DB1-89CF-E9018D89E5A8}"/>
              </a:ext>
            </a:extLst>
          </p:cNvPr>
          <p:cNvSpPr>
            <a:spLocks noGrp="1"/>
          </p:cNvSpPr>
          <p:nvPr/>
        </p:nvSpPr>
        <p:spPr>
          <a:xfrm>
            <a:off x="8257478" y="2944624"/>
            <a:ext cx="1397000" cy="505155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88"/>
              </a:spcBef>
              <a:buNone/>
            </a:pPr>
            <a:r>
              <a:rPr sz="1584" b="1" u="sng">
                <a:solidFill>
                  <a:srgbClr val="4471C4"/>
                </a:solidFill>
                <a:latin typeface="Calibri"/>
                <a:ea typeface="Calibri"/>
                <a:cs typeface="Calibri"/>
              </a:rPr>
              <a:t>Node 2:</a:t>
            </a:r>
            <a:br>
              <a:rPr sz="1584" b="1" u="sng">
                <a:solidFill>
                  <a:srgbClr val="4471C4"/>
                </a:solidFill>
                <a:latin typeface="Calibri"/>
                <a:ea typeface="Calibri"/>
                <a:cs typeface="Calibri"/>
              </a:rPr>
            </a:br>
            <a:r>
              <a:rPr sz="1584" b="1" u="sng">
                <a:solidFill>
                  <a:srgbClr val="4471C4"/>
                </a:solidFill>
                <a:latin typeface="Calibri"/>
                <a:ea typeface="Calibri"/>
                <a:cs typeface="Calibri"/>
              </a:rPr>
              <a:t>Out-of-Memory</a:t>
            </a:r>
            <a:endParaRPr sz="1584">
              <a:latin typeface="Calibri"/>
              <a:ea typeface="Calibri"/>
              <a:cs typeface="Calibri"/>
            </a:endParaRPr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BCD60AC9-8FDB-484C-8EC7-D722D241B2C8}"/>
              </a:ext>
            </a:extLst>
          </p:cNvPr>
          <p:cNvSpPr>
            <a:spLocks noGrp="1"/>
          </p:cNvSpPr>
          <p:nvPr/>
        </p:nvSpPr>
        <p:spPr>
          <a:xfrm>
            <a:off x="1483916" y="3384399"/>
            <a:ext cx="3694227" cy="2861615"/>
          </a:xfrm>
          <a:custGeom>
            <a:avLst/>
            <a:gdLst/>
            <a:ahLst/>
            <a:cxnLst/>
            <a:rect l="l" t="t" r="r" b="b"/>
            <a:pathLst>
              <a:path w="4197985" h="3251835">
                <a:moveTo>
                  <a:pt x="250545" y="395389"/>
                </a:moveTo>
                <a:lnTo>
                  <a:pt x="250507" y="394855"/>
                </a:lnTo>
                <a:lnTo>
                  <a:pt x="250380" y="396113"/>
                </a:lnTo>
                <a:lnTo>
                  <a:pt x="250545" y="395389"/>
                </a:lnTo>
                <a:close/>
              </a:path>
              <a:path w="4197985" h="3251835">
                <a:moveTo>
                  <a:pt x="1756613" y="427888"/>
                </a:moveTo>
                <a:lnTo>
                  <a:pt x="1756410" y="422795"/>
                </a:lnTo>
                <a:lnTo>
                  <a:pt x="1755559" y="411365"/>
                </a:lnTo>
                <a:lnTo>
                  <a:pt x="1754187" y="401205"/>
                </a:lnTo>
                <a:lnTo>
                  <a:pt x="1753120" y="394855"/>
                </a:lnTo>
                <a:lnTo>
                  <a:pt x="1752269" y="389788"/>
                </a:lnTo>
                <a:lnTo>
                  <a:pt x="1739569" y="349135"/>
                </a:lnTo>
                <a:lnTo>
                  <a:pt x="1735836" y="341515"/>
                </a:lnTo>
                <a:lnTo>
                  <a:pt x="1735213" y="340245"/>
                </a:lnTo>
                <a:lnTo>
                  <a:pt x="1732203" y="333895"/>
                </a:lnTo>
                <a:lnTo>
                  <a:pt x="1731225" y="331838"/>
                </a:lnTo>
                <a:lnTo>
                  <a:pt x="1731225" y="1259738"/>
                </a:lnTo>
                <a:lnTo>
                  <a:pt x="1730717" y="1268615"/>
                </a:lnTo>
                <a:lnTo>
                  <a:pt x="1730273" y="1273695"/>
                </a:lnTo>
                <a:lnTo>
                  <a:pt x="1729028" y="1283843"/>
                </a:lnTo>
                <a:lnTo>
                  <a:pt x="1729092" y="1282598"/>
                </a:lnTo>
                <a:lnTo>
                  <a:pt x="1726831" y="1295425"/>
                </a:lnTo>
                <a:lnTo>
                  <a:pt x="1725244" y="1302461"/>
                </a:lnTo>
                <a:lnTo>
                  <a:pt x="1725307" y="1301673"/>
                </a:lnTo>
                <a:lnTo>
                  <a:pt x="1722551" y="1311795"/>
                </a:lnTo>
                <a:lnTo>
                  <a:pt x="1722742" y="1310538"/>
                </a:lnTo>
                <a:lnTo>
                  <a:pt x="1719516" y="1320685"/>
                </a:lnTo>
                <a:lnTo>
                  <a:pt x="1719732" y="1319415"/>
                </a:lnTo>
                <a:lnTo>
                  <a:pt x="1716062" y="1329588"/>
                </a:lnTo>
                <a:lnTo>
                  <a:pt x="1716303" y="1328305"/>
                </a:lnTo>
                <a:lnTo>
                  <a:pt x="1712201" y="1337195"/>
                </a:lnTo>
                <a:lnTo>
                  <a:pt x="1712468" y="1337195"/>
                </a:lnTo>
                <a:lnTo>
                  <a:pt x="1707934" y="1346085"/>
                </a:lnTo>
                <a:lnTo>
                  <a:pt x="1708238" y="1346085"/>
                </a:lnTo>
                <a:lnTo>
                  <a:pt x="1703298" y="1353705"/>
                </a:lnTo>
                <a:lnTo>
                  <a:pt x="1703616" y="1353705"/>
                </a:lnTo>
                <a:lnTo>
                  <a:pt x="1698282" y="1361338"/>
                </a:lnTo>
                <a:lnTo>
                  <a:pt x="1698625" y="1361338"/>
                </a:lnTo>
                <a:lnTo>
                  <a:pt x="1692910" y="1368945"/>
                </a:lnTo>
                <a:lnTo>
                  <a:pt x="1693278" y="1368945"/>
                </a:lnTo>
                <a:lnTo>
                  <a:pt x="1687182" y="1376565"/>
                </a:lnTo>
                <a:lnTo>
                  <a:pt x="1687576" y="1376565"/>
                </a:lnTo>
                <a:lnTo>
                  <a:pt x="1681124" y="1384185"/>
                </a:lnTo>
                <a:lnTo>
                  <a:pt x="1681530" y="1382915"/>
                </a:lnTo>
                <a:lnTo>
                  <a:pt x="1674749" y="1390535"/>
                </a:lnTo>
                <a:lnTo>
                  <a:pt x="1675180" y="1389265"/>
                </a:lnTo>
                <a:lnTo>
                  <a:pt x="1668056" y="1396885"/>
                </a:lnTo>
                <a:lnTo>
                  <a:pt x="1668500" y="1395615"/>
                </a:lnTo>
                <a:lnTo>
                  <a:pt x="1661071" y="1403235"/>
                </a:lnTo>
                <a:lnTo>
                  <a:pt x="1661528" y="1401965"/>
                </a:lnTo>
                <a:lnTo>
                  <a:pt x="1653794" y="1408315"/>
                </a:lnTo>
                <a:lnTo>
                  <a:pt x="1654276" y="1408315"/>
                </a:lnTo>
                <a:lnTo>
                  <a:pt x="1646237" y="1413395"/>
                </a:lnTo>
                <a:lnTo>
                  <a:pt x="1646745" y="1413395"/>
                </a:lnTo>
                <a:lnTo>
                  <a:pt x="1638427" y="1418488"/>
                </a:lnTo>
                <a:lnTo>
                  <a:pt x="1638947" y="1418488"/>
                </a:lnTo>
                <a:lnTo>
                  <a:pt x="1630362" y="1423555"/>
                </a:lnTo>
                <a:lnTo>
                  <a:pt x="1630908" y="1423555"/>
                </a:lnTo>
                <a:lnTo>
                  <a:pt x="1622069" y="1427365"/>
                </a:lnTo>
                <a:lnTo>
                  <a:pt x="1622628" y="1427365"/>
                </a:lnTo>
                <a:lnTo>
                  <a:pt x="1613547" y="1431188"/>
                </a:lnTo>
                <a:lnTo>
                  <a:pt x="1614119" y="1431188"/>
                </a:lnTo>
                <a:lnTo>
                  <a:pt x="1604810" y="1434985"/>
                </a:lnTo>
                <a:lnTo>
                  <a:pt x="1605394" y="1434985"/>
                </a:lnTo>
                <a:lnTo>
                  <a:pt x="1595869" y="1437538"/>
                </a:lnTo>
                <a:lnTo>
                  <a:pt x="1596466" y="1437538"/>
                </a:lnTo>
                <a:lnTo>
                  <a:pt x="1586738" y="1440065"/>
                </a:lnTo>
                <a:lnTo>
                  <a:pt x="1587347" y="1440065"/>
                </a:lnTo>
                <a:lnTo>
                  <a:pt x="1577428" y="1442605"/>
                </a:lnTo>
                <a:lnTo>
                  <a:pt x="1578051" y="1442605"/>
                </a:lnTo>
                <a:lnTo>
                  <a:pt x="1567967" y="1443888"/>
                </a:lnTo>
                <a:lnTo>
                  <a:pt x="1568589" y="1443888"/>
                </a:lnTo>
                <a:lnTo>
                  <a:pt x="1559293" y="1445031"/>
                </a:lnTo>
                <a:lnTo>
                  <a:pt x="1553629" y="1446415"/>
                </a:lnTo>
                <a:lnTo>
                  <a:pt x="424205" y="1446415"/>
                </a:lnTo>
                <a:lnTo>
                  <a:pt x="418515" y="1445031"/>
                </a:lnTo>
                <a:lnTo>
                  <a:pt x="409232" y="1443888"/>
                </a:lnTo>
                <a:lnTo>
                  <a:pt x="409867" y="1443888"/>
                </a:lnTo>
                <a:lnTo>
                  <a:pt x="399757" y="1442605"/>
                </a:lnTo>
                <a:lnTo>
                  <a:pt x="400380" y="1442605"/>
                </a:lnTo>
                <a:lnTo>
                  <a:pt x="390474" y="1440065"/>
                </a:lnTo>
                <a:lnTo>
                  <a:pt x="391083" y="1440065"/>
                </a:lnTo>
                <a:lnTo>
                  <a:pt x="381355" y="1437538"/>
                </a:lnTo>
                <a:lnTo>
                  <a:pt x="381965" y="1437538"/>
                </a:lnTo>
                <a:lnTo>
                  <a:pt x="372427" y="1434985"/>
                </a:lnTo>
                <a:lnTo>
                  <a:pt x="373024" y="1434985"/>
                </a:lnTo>
                <a:lnTo>
                  <a:pt x="363715" y="1431188"/>
                </a:lnTo>
                <a:lnTo>
                  <a:pt x="364286" y="1431188"/>
                </a:lnTo>
                <a:lnTo>
                  <a:pt x="355206" y="1427365"/>
                </a:lnTo>
                <a:lnTo>
                  <a:pt x="355765" y="1427365"/>
                </a:lnTo>
                <a:lnTo>
                  <a:pt x="346925" y="1423555"/>
                </a:lnTo>
                <a:lnTo>
                  <a:pt x="347459" y="1423555"/>
                </a:lnTo>
                <a:lnTo>
                  <a:pt x="338874" y="1418488"/>
                </a:lnTo>
                <a:lnTo>
                  <a:pt x="339394" y="1418488"/>
                </a:lnTo>
                <a:lnTo>
                  <a:pt x="331089" y="1413395"/>
                </a:lnTo>
                <a:lnTo>
                  <a:pt x="331584" y="1413395"/>
                </a:lnTo>
                <a:lnTo>
                  <a:pt x="323545" y="1408315"/>
                </a:lnTo>
                <a:lnTo>
                  <a:pt x="324040" y="1408315"/>
                </a:lnTo>
                <a:lnTo>
                  <a:pt x="317830" y="1403235"/>
                </a:lnTo>
                <a:lnTo>
                  <a:pt x="316293" y="1401965"/>
                </a:lnTo>
                <a:lnTo>
                  <a:pt x="316763" y="1403235"/>
                </a:lnTo>
                <a:lnTo>
                  <a:pt x="310553" y="1396885"/>
                </a:lnTo>
                <a:lnTo>
                  <a:pt x="309321" y="1395615"/>
                </a:lnTo>
                <a:lnTo>
                  <a:pt x="309765" y="1396885"/>
                </a:lnTo>
                <a:lnTo>
                  <a:pt x="303834" y="1390535"/>
                </a:lnTo>
                <a:lnTo>
                  <a:pt x="302653" y="1389265"/>
                </a:lnTo>
                <a:lnTo>
                  <a:pt x="303072" y="1390535"/>
                </a:lnTo>
                <a:lnTo>
                  <a:pt x="297408" y="1384185"/>
                </a:lnTo>
                <a:lnTo>
                  <a:pt x="296291" y="1382915"/>
                </a:lnTo>
                <a:lnTo>
                  <a:pt x="296697" y="1384185"/>
                </a:lnTo>
                <a:lnTo>
                  <a:pt x="290258" y="1376565"/>
                </a:lnTo>
                <a:lnTo>
                  <a:pt x="290639" y="1376565"/>
                </a:lnTo>
                <a:lnTo>
                  <a:pt x="284556" y="1368945"/>
                </a:lnTo>
                <a:lnTo>
                  <a:pt x="284924" y="1368945"/>
                </a:lnTo>
                <a:lnTo>
                  <a:pt x="279209" y="1361338"/>
                </a:lnTo>
                <a:lnTo>
                  <a:pt x="279539" y="1361338"/>
                </a:lnTo>
                <a:lnTo>
                  <a:pt x="274218" y="1353705"/>
                </a:lnTo>
                <a:lnTo>
                  <a:pt x="274535" y="1353705"/>
                </a:lnTo>
                <a:lnTo>
                  <a:pt x="269595" y="1346085"/>
                </a:lnTo>
                <a:lnTo>
                  <a:pt x="269887" y="1346085"/>
                </a:lnTo>
                <a:lnTo>
                  <a:pt x="265366" y="1337195"/>
                </a:lnTo>
                <a:lnTo>
                  <a:pt x="265633" y="1337195"/>
                </a:lnTo>
                <a:lnTo>
                  <a:pt x="262102" y="1329588"/>
                </a:lnTo>
                <a:lnTo>
                  <a:pt x="261518" y="1328305"/>
                </a:lnTo>
                <a:lnTo>
                  <a:pt x="261772" y="1329588"/>
                </a:lnTo>
                <a:lnTo>
                  <a:pt x="258546" y="1320685"/>
                </a:lnTo>
                <a:lnTo>
                  <a:pt x="258089" y="1319415"/>
                </a:lnTo>
                <a:lnTo>
                  <a:pt x="258305" y="1320685"/>
                </a:lnTo>
                <a:lnTo>
                  <a:pt x="255485" y="1311795"/>
                </a:lnTo>
                <a:lnTo>
                  <a:pt x="255092" y="1310538"/>
                </a:lnTo>
                <a:lnTo>
                  <a:pt x="255270" y="1311795"/>
                </a:lnTo>
                <a:lnTo>
                  <a:pt x="252857" y="1302905"/>
                </a:lnTo>
                <a:lnTo>
                  <a:pt x="252730" y="1302461"/>
                </a:lnTo>
                <a:lnTo>
                  <a:pt x="251802" y="1299108"/>
                </a:lnTo>
                <a:lnTo>
                  <a:pt x="252374" y="1301673"/>
                </a:lnTo>
                <a:lnTo>
                  <a:pt x="250367" y="1292733"/>
                </a:lnTo>
                <a:lnTo>
                  <a:pt x="248907" y="1283843"/>
                </a:lnTo>
                <a:lnTo>
                  <a:pt x="248640" y="1282598"/>
                </a:lnTo>
                <a:lnTo>
                  <a:pt x="247497" y="1273695"/>
                </a:lnTo>
                <a:lnTo>
                  <a:pt x="247091" y="1268615"/>
                </a:lnTo>
                <a:lnTo>
                  <a:pt x="246786" y="1263535"/>
                </a:lnTo>
                <a:lnTo>
                  <a:pt x="246608" y="1259738"/>
                </a:lnTo>
                <a:lnTo>
                  <a:pt x="246646" y="427888"/>
                </a:lnTo>
                <a:lnTo>
                  <a:pt x="250507" y="394855"/>
                </a:lnTo>
                <a:lnTo>
                  <a:pt x="250659" y="394855"/>
                </a:lnTo>
                <a:lnTo>
                  <a:pt x="252666" y="385965"/>
                </a:lnTo>
                <a:lnTo>
                  <a:pt x="252514" y="385965"/>
                </a:lnTo>
                <a:lnTo>
                  <a:pt x="255270" y="377088"/>
                </a:lnTo>
                <a:lnTo>
                  <a:pt x="255092" y="377088"/>
                </a:lnTo>
                <a:lnTo>
                  <a:pt x="258305" y="368185"/>
                </a:lnTo>
                <a:lnTo>
                  <a:pt x="258089" y="368185"/>
                </a:lnTo>
                <a:lnTo>
                  <a:pt x="261772" y="359295"/>
                </a:lnTo>
                <a:lnTo>
                  <a:pt x="261518" y="359295"/>
                </a:lnTo>
                <a:lnTo>
                  <a:pt x="265633" y="350405"/>
                </a:lnTo>
                <a:lnTo>
                  <a:pt x="265366" y="350405"/>
                </a:lnTo>
                <a:lnTo>
                  <a:pt x="269887" y="341515"/>
                </a:lnTo>
                <a:lnTo>
                  <a:pt x="269595" y="342785"/>
                </a:lnTo>
                <a:lnTo>
                  <a:pt x="270294" y="341515"/>
                </a:lnTo>
                <a:lnTo>
                  <a:pt x="274535" y="333895"/>
                </a:lnTo>
                <a:lnTo>
                  <a:pt x="274218" y="335165"/>
                </a:lnTo>
                <a:lnTo>
                  <a:pt x="274967" y="333895"/>
                </a:lnTo>
                <a:lnTo>
                  <a:pt x="279539" y="326288"/>
                </a:lnTo>
                <a:lnTo>
                  <a:pt x="279209" y="326288"/>
                </a:lnTo>
                <a:lnTo>
                  <a:pt x="284924" y="318655"/>
                </a:lnTo>
                <a:lnTo>
                  <a:pt x="284556" y="318655"/>
                </a:lnTo>
                <a:lnTo>
                  <a:pt x="290639" y="311035"/>
                </a:lnTo>
                <a:lnTo>
                  <a:pt x="290258" y="312305"/>
                </a:lnTo>
                <a:lnTo>
                  <a:pt x="291325" y="311035"/>
                </a:lnTo>
                <a:lnTo>
                  <a:pt x="296697" y="304685"/>
                </a:lnTo>
                <a:lnTo>
                  <a:pt x="296291" y="304685"/>
                </a:lnTo>
                <a:lnTo>
                  <a:pt x="303072" y="298335"/>
                </a:lnTo>
                <a:lnTo>
                  <a:pt x="302653" y="298335"/>
                </a:lnTo>
                <a:lnTo>
                  <a:pt x="309765" y="291985"/>
                </a:lnTo>
                <a:lnTo>
                  <a:pt x="309321" y="291985"/>
                </a:lnTo>
                <a:lnTo>
                  <a:pt x="316763" y="285635"/>
                </a:lnTo>
                <a:lnTo>
                  <a:pt x="316293" y="285635"/>
                </a:lnTo>
                <a:lnTo>
                  <a:pt x="324040" y="279285"/>
                </a:lnTo>
                <a:lnTo>
                  <a:pt x="323545" y="280555"/>
                </a:lnTo>
                <a:lnTo>
                  <a:pt x="325145" y="279285"/>
                </a:lnTo>
                <a:lnTo>
                  <a:pt x="331584" y="274205"/>
                </a:lnTo>
                <a:lnTo>
                  <a:pt x="331089" y="274205"/>
                </a:lnTo>
                <a:lnTo>
                  <a:pt x="339394" y="269138"/>
                </a:lnTo>
                <a:lnTo>
                  <a:pt x="338874" y="269138"/>
                </a:lnTo>
                <a:lnTo>
                  <a:pt x="347459" y="265315"/>
                </a:lnTo>
                <a:lnTo>
                  <a:pt x="346925" y="265315"/>
                </a:lnTo>
                <a:lnTo>
                  <a:pt x="355765" y="260235"/>
                </a:lnTo>
                <a:lnTo>
                  <a:pt x="355206" y="260235"/>
                </a:lnTo>
                <a:lnTo>
                  <a:pt x="364286" y="256438"/>
                </a:lnTo>
                <a:lnTo>
                  <a:pt x="363715" y="256438"/>
                </a:lnTo>
                <a:lnTo>
                  <a:pt x="373024" y="253885"/>
                </a:lnTo>
                <a:lnTo>
                  <a:pt x="372427" y="253885"/>
                </a:lnTo>
                <a:lnTo>
                  <a:pt x="381965" y="250088"/>
                </a:lnTo>
                <a:lnTo>
                  <a:pt x="381355" y="250088"/>
                </a:lnTo>
                <a:lnTo>
                  <a:pt x="391083" y="247535"/>
                </a:lnTo>
                <a:lnTo>
                  <a:pt x="390474" y="247535"/>
                </a:lnTo>
                <a:lnTo>
                  <a:pt x="400392" y="244995"/>
                </a:lnTo>
                <a:lnTo>
                  <a:pt x="399770" y="246265"/>
                </a:lnTo>
                <a:lnTo>
                  <a:pt x="404812" y="244995"/>
                </a:lnTo>
                <a:lnTo>
                  <a:pt x="410476" y="243573"/>
                </a:lnTo>
                <a:lnTo>
                  <a:pt x="419493" y="242455"/>
                </a:lnTo>
                <a:lnTo>
                  <a:pt x="428790" y="242455"/>
                </a:lnTo>
                <a:lnTo>
                  <a:pt x="434047" y="241185"/>
                </a:lnTo>
                <a:lnTo>
                  <a:pt x="1543786" y="241185"/>
                </a:lnTo>
                <a:lnTo>
                  <a:pt x="1549044" y="242455"/>
                </a:lnTo>
                <a:lnTo>
                  <a:pt x="1558328" y="242455"/>
                </a:lnTo>
                <a:lnTo>
                  <a:pt x="1567332" y="243573"/>
                </a:lnTo>
                <a:lnTo>
                  <a:pt x="1578063" y="246265"/>
                </a:lnTo>
                <a:lnTo>
                  <a:pt x="1577428" y="244995"/>
                </a:lnTo>
                <a:lnTo>
                  <a:pt x="1587347" y="247535"/>
                </a:lnTo>
                <a:lnTo>
                  <a:pt x="1586738" y="247535"/>
                </a:lnTo>
                <a:lnTo>
                  <a:pt x="1596466" y="250088"/>
                </a:lnTo>
                <a:lnTo>
                  <a:pt x="1595869" y="250088"/>
                </a:lnTo>
                <a:lnTo>
                  <a:pt x="1605394" y="253885"/>
                </a:lnTo>
                <a:lnTo>
                  <a:pt x="1604810" y="253885"/>
                </a:lnTo>
                <a:lnTo>
                  <a:pt x="1614119" y="256438"/>
                </a:lnTo>
                <a:lnTo>
                  <a:pt x="1613547" y="256438"/>
                </a:lnTo>
                <a:lnTo>
                  <a:pt x="1622628" y="260235"/>
                </a:lnTo>
                <a:lnTo>
                  <a:pt x="1622069" y="260235"/>
                </a:lnTo>
                <a:lnTo>
                  <a:pt x="1630908" y="265315"/>
                </a:lnTo>
                <a:lnTo>
                  <a:pt x="1630362" y="265315"/>
                </a:lnTo>
                <a:lnTo>
                  <a:pt x="1638947" y="269138"/>
                </a:lnTo>
                <a:lnTo>
                  <a:pt x="1638427" y="269138"/>
                </a:lnTo>
                <a:lnTo>
                  <a:pt x="1646745" y="274205"/>
                </a:lnTo>
                <a:lnTo>
                  <a:pt x="1646237" y="274205"/>
                </a:lnTo>
                <a:lnTo>
                  <a:pt x="1654276" y="280555"/>
                </a:lnTo>
                <a:lnTo>
                  <a:pt x="1653794" y="279285"/>
                </a:lnTo>
                <a:lnTo>
                  <a:pt x="1661528" y="285635"/>
                </a:lnTo>
                <a:lnTo>
                  <a:pt x="1661071" y="285635"/>
                </a:lnTo>
                <a:lnTo>
                  <a:pt x="1668500" y="291985"/>
                </a:lnTo>
                <a:lnTo>
                  <a:pt x="1668056" y="291985"/>
                </a:lnTo>
                <a:lnTo>
                  <a:pt x="1675180" y="298335"/>
                </a:lnTo>
                <a:lnTo>
                  <a:pt x="1674749" y="298335"/>
                </a:lnTo>
                <a:lnTo>
                  <a:pt x="1681530" y="304685"/>
                </a:lnTo>
                <a:lnTo>
                  <a:pt x="1681124" y="304685"/>
                </a:lnTo>
                <a:lnTo>
                  <a:pt x="1687576" y="312305"/>
                </a:lnTo>
                <a:lnTo>
                  <a:pt x="1687182" y="311035"/>
                </a:lnTo>
                <a:lnTo>
                  <a:pt x="1693278" y="318655"/>
                </a:lnTo>
                <a:lnTo>
                  <a:pt x="1692910" y="318655"/>
                </a:lnTo>
                <a:lnTo>
                  <a:pt x="1698625" y="326288"/>
                </a:lnTo>
                <a:lnTo>
                  <a:pt x="1698282" y="326288"/>
                </a:lnTo>
                <a:lnTo>
                  <a:pt x="1703616" y="335165"/>
                </a:lnTo>
                <a:lnTo>
                  <a:pt x="1703298" y="333895"/>
                </a:lnTo>
                <a:lnTo>
                  <a:pt x="1708238" y="342785"/>
                </a:lnTo>
                <a:lnTo>
                  <a:pt x="1707934" y="341515"/>
                </a:lnTo>
                <a:lnTo>
                  <a:pt x="1712468" y="350405"/>
                </a:lnTo>
                <a:lnTo>
                  <a:pt x="1712201" y="350405"/>
                </a:lnTo>
                <a:lnTo>
                  <a:pt x="1716303" y="359295"/>
                </a:lnTo>
                <a:lnTo>
                  <a:pt x="1716062" y="359295"/>
                </a:lnTo>
                <a:lnTo>
                  <a:pt x="1719732" y="368185"/>
                </a:lnTo>
                <a:lnTo>
                  <a:pt x="1719516" y="368185"/>
                </a:lnTo>
                <a:lnTo>
                  <a:pt x="1722742" y="377088"/>
                </a:lnTo>
                <a:lnTo>
                  <a:pt x="1722551" y="377088"/>
                </a:lnTo>
                <a:lnTo>
                  <a:pt x="1725320" y="385965"/>
                </a:lnTo>
                <a:lnTo>
                  <a:pt x="1725155" y="385965"/>
                </a:lnTo>
                <a:lnTo>
                  <a:pt x="1727263" y="395389"/>
                </a:lnTo>
                <a:lnTo>
                  <a:pt x="1727530" y="396113"/>
                </a:lnTo>
                <a:lnTo>
                  <a:pt x="1729117" y="405015"/>
                </a:lnTo>
                <a:lnTo>
                  <a:pt x="1730311" y="415175"/>
                </a:lnTo>
                <a:lnTo>
                  <a:pt x="1730502" y="416483"/>
                </a:lnTo>
                <a:lnTo>
                  <a:pt x="1730616" y="417715"/>
                </a:lnTo>
                <a:lnTo>
                  <a:pt x="1730743" y="418985"/>
                </a:lnTo>
                <a:lnTo>
                  <a:pt x="1731048" y="424065"/>
                </a:lnTo>
                <a:lnTo>
                  <a:pt x="1731175" y="427888"/>
                </a:lnTo>
                <a:lnTo>
                  <a:pt x="1731225" y="1259738"/>
                </a:lnTo>
                <a:lnTo>
                  <a:pt x="1731225" y="331838"/>
                </a:lnTo>
                <a:lnTo>
                  <a:pt x="1730400" y="330085"/>
                </a:lnTo>
                <a:lnTo>
                  <a:pt x="1725168" y="321195"/>
                </a:lnTo>
                <a:lnTo>
                  <a:pt x="1719503" y="312305"/>
                </a:lnTo>
                <a:lnTo>
                  <a:pt x="1718627" y="311035"/>
                </a:lnTo>
                <a:lnTo>
                  <a:pt x="1713433" y="303415"/>
                </a:lnTo>
                <a:lnTo>
                  <a:pt x="1706968" y="295795"/>
                </a:lnTo>
                <a:lnTo>
                  <a:pt x="1700123" y="288188"/>
                </a:lnTo>
                <a:lnTo>
                  <a:pt x="1692922" y="280555"/>
                </a:lnTo>
                <a:lnTo>
                  <a:pt x="1691652" y="279285"/>
                </a:lnTo>
                <a:lnTo>
                  <a:pt x="1685366" y="272935"/>
                </a:lnTo>
                <a:lnTo>
                  <a:pt x="1677466" y="266585"/>
                </a:lnTo>
                <a:lnTo>
                  <a:pt x="1669249" y="258965"/>
                </a:lnTo>
                <a:lnTo>
                  <a:pt x="1660715" y="253885"/>
                </a:lnTo>
                <a:lnTo>
                  <a:pt x="1651876" y="247535"/>
                </a:lnTo>
                <a:lnTo>
                  <a:pt x="1647317" y="244995"/>
                </a:lnTo>
                <a:lnTo>
                  <a:pt x="1642757" y="242455"/>
                </a:lnTo>
                <a:lnTo>
                  <a:pt x="1603705" y="225945"/>
                </a:lnTo>
                <a:lnTo>
                  <a:pt x="1561299" y="217055"/>
                </a:lnTo>
                <a:lnTo>
                  <a:pt x="416534" y="217055"/>
                </a:lnTo>
                <a:lnTo>
                  <a:pt x="374116" y="225945"/>
                </a:lnTo>
                <a:lnTo>
                  <a:pt x="335064" y="242455"/>
                </a:lnTo>
                <a:lnTo>
                  <a:pt x="317119" y="253885"/>
                </a:lnTo>
                <a:lnTo>
                  <a:pt x="308584" y="258965"/>
                </a:lnTo>
                <a:lnTo>
                  <a:pt x="300355" y="266585"/>
                </a:lnTo>
                <a:lnTo>
                  <a:pt x="292468" y="272935"/>
                </a:lnTo>
                <a:lnTo>
                  <a:pt x="284899" y="280555"/>
                </a:lnTo>
                <a:lnTo>
                  <a:pt x="258330" y="312305"/>
                </a:lnTo>
                <a:lnTo>
                  <a:pt x="242608" y="340245"/>
                </a:lnTo>
                <a:lnTo>
                  <a:pt x="238252" y="349135"/>
                </a:lnTo>
                <a:lnTo>
                  <a:pt x="225564" y="389788"/>
                </a:lnTo>
                <a:lnTo>
                  <a:pt x="221208" y="427888"/>
                </a:lnTo>
                <a:lnTo>
                  <a:pt x="221208" y="1259738"/>
                </a:lnTo>
                <a:lnTo>
                  <a:pt x="225564" y="1297838"/>
                </a:lnTo>
                <a:lnTo>
                  <a:pt x="238252" y="1338465"/>
                </a:lnTo>
                <a:lnTo>
                  <a:pt x="258330" y="1375295"/>
                </a:lnTo>
                <a:lnTo>
                  <a:pt x="284899" y="1408315"/>
                </a:lnTo>
                <a:lnTo>
                  <a:pt x="292468" y="1414665"/>
                </a:lnTo>
                <a:lnTo>
                  <a:pt x="300355" y="1422285"/>
                </a:lnTo>
                <a:lnTo>
                  <a:pt x="334835" y="1445031"/>
                </a:lnTo>
                <a:lnTo>
                  <a:pt x="374116" y="1461655"/>
                </a:lnTo>
                <a:lnTo>
                  <a:pt x="384454" y="1465465"/>
                </a:lnTo>
                <a:lnTo>
                  <a:pt x="394995" y="1468005"/>
                </a:lnTo>
                <a:lnTo>
                  <a:pt x="416534" y="1470545"/>
                </a:lnTo>
                <a:lnTo>
                  <a:pt x="422109" y="1470545"/>
                </a:lnTo>
                <a:lnTo>
                  <a:pt x="427659" y="1471815"/>
                </a:lnTo>
                <a:lnTo>
                  <a:pt x="1550162" y="1471815"/>
                </a:lnTo>
                <a:lnTo>
                  <a:pt x="1555711" y="1470545"/>
                </a:lnTo>
                <a:lnTo>
                  <a:pt x="1561299" y="1470545"/>
                </a:lnTo>
                <a:lnTo>
                  <a:pt x="1582839" y="1468005"/>
                </a:lnTo>
                <a:lnTo>
                  <a:pt x="1593380" y="1465465"/>
                </a:lnTo>
                <a:lnTo>
                  <a:pt x="1603705" y="1461655"/>
                </a:lnTo>
                <a:lnTo>
                  <a:pt x="1613827" y="1459115"/>
                </a:lnTo>
                <a:lnTo>
                  <a:pt x="1623720" y="1455305"/>
                </a:lnTo>
                <a:lnTo>
                  <a:pt x="1633372" y="1450238"/>
                </a:lnTo>
                <a:lnTo>
                  <a:pt x="1640408" y="1446415"/>
                </a:lnTo>
                <a:lnTo>
                  <a:pt x="1642973" y="1445031"/>
                </a:lnTo>
                <a:lnTo>
                  <a:pt x="1677466" y="1422285"/>
                </a:lnTo>
                <a:lnTo>
                  <a:pt x="1685366" y="1414665"/>
                </a:lnTo>
                <a:lnTo>
                  <a:pt x="1692922" y="1408315"/>
                </a:lnTo>
                <a:lnTo>
                  <a:pt x="1697723" y="1403235"/>
                </a:lnTo>
                <a:lnTo>
                  <a:pt x="1700123" y="1400695"/>
                </a:lnTo>
                <a:lnTo>
                  <a:pt x="1703539" y="1396885"/>
                </a:lnTo>
                <a:lnTo>
                  <a:pt x="1706968" y="1393088"/>
                </a:lnTo>
                <a:lnTo>
                  <a:pt x="1708810" y="1390535"/>
                </a:lnTo>
                <a:lnTo>
                  <a:pt x="1713433" y="1384185"/>
                </a:lnTo>
                <a:lnTo>
                  <a:pt x="1735213" y="1348638"/>
                </a:lnTo>
                <a:lnTo>
                  <a:pt x="1746402" y="1320685"/>
                </a:lnTo>
                <a:lnTo>
                  <a:pt x="1746897" y="1319415"/>
                </a:lnTo>
                <a:lnTo>
                  <a:pt x="1748853" y="1311795"/>
                </a:lnTo>
                <a:lnTo>
                  <a:pt x="1749831" y="1307985"/>
                </a:lnTo>
                <a:lnTo>
                  <a:pt x="1751050" y="1302905"/>
                </a:lnTo>
                <a:lnTo>
                  <a:pt x="1751152" y="1302461"/>
                </a:lnTo>
                <a:lnTo>
                  <a:pt x="1752269" y="1297838"/>
                </a:lnTo>
                <a:lnTo>
                  <a:pt x="1754187" y="1287665"/>
                </a:lnTo>
                <a:lnTo>
                  <a:pt x="1754644" y="1283843"/>
                </a:lnTo>
                <a:lnTo>
                  <a:pt x="1755559" y="1276235"/>
                </a:lnTo>
                <a:lnTo>
                  <a:pt x="1756054" y="1271155"/>
                </a:lnTo>
                <a:lnTo>
                  <a:pt x="1756410" y="1264805"/>
                </a:lnTo>
                <a:lnTo>
                  <a:pt x="1756460" y="1263535"/>
                </a:lnTo>
                <a:lnTo>
                  <a:pt x="1756613" y="1259738"/>
                </a:lnTo>
                <a:lnTo>
                  <a:pt x="1756613" y="427888"/>
                </a:lnTo>
                <a:close/>
              </a:path>
              <a:path w="4197985" h="3251835">
                <a:moveTo>
                  <a:pt x="4197527" y="0"/>
                </a:moveTo>
                <a:lnTo>
                  <a:pt x="4172127" y="0"/>
                </a:lnTo>
                <a:lnTo>
                  <a:pt x="4172127" y="25400"/>
                </a:lnTo>
                <a:lnTo>
                  <a:pt x="4172127" y="3226333"/>
                </a:lnTo>
                <a:lnTo>
                  <a:pt x="25400" y="3226333"/>
                </a:lnTo>
                <a:lnTo>
                  <a:pt x="25400" y="25400"/>
                </a:lnTo>
                <a:lnTo>
                  <a:pt x="4172127" y="25400"/>
                </a:lnTo>
                <a:lnTo>
                  <a:pt x="4172127" y="0"/>
                </a:lnTo>
                <a:lnTo>
                  <a:pt x="0" y="0"/>
                </a:lnTo>
                <a:lnTo>
                  <a:pt x="0" y="3251733"/>
                </a:lnTo>
                <a:lnTo>
                  <a:pt x="4197527" y="3251733"/>
                </a:lnTo>
                <a:lnTo>
                  <a:pt x="4197527" y="3239033"/>
                </a:lnTo>
                <a:lnTo>
                  <a:pt x="4197527" y="3226333"/>
                </a:lnTo>
                <a:lnTo>
                  <a:pt x="4197527" y="25400"/>
                </a:lnTo>
                <a:lnTo>
                  <a:pt x="4197527" y="12700"/>
                </a:lnTo>
                <a:lnTo>
                  <a:pt x="41975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9" name="object 13">
            <a:extLst>
              <a:ext uri="{FF2B5EF4-FFF2-40B4-BE49-F238E27FC236}">
                <a16:creationId xmlns:a16="http://schemas.microsoft.com/office/drawing/2014/main" id="{D741E7C2-D4A7-4CC1-AC6C-B5B4F02AF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260" y="3727379"/>
            <a:ext cx="436601" cy="828822"/>
          </a:xfrm>
          <a:prstGeom prst="rect">
            <a:avLst/>
          </a:prstGeom>
        </p:spPr>
      </p:pic>
      <p:pic>
        <p:nvPicPr>
          <p:cNvPr id="10" name="object 14">
            <a:extLst>
              <a:ext uri="{FF2B5EF4-FFF2-40B4-BE49-F238E27FC236}">
                <a16:creationId xmlns:a16="http://schemas.microsoft.com/office/drawing/2014/main" id="{55C8E9CE-DEC9-4627-9EA1-AA151FE4C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074" y="3727379"/>
            <a:ext cx="436601" cy="828822"/>
          </a:xfrm>
          <a:prstGeom prst="rect">
            <a:avLst/>
          </a:prstGeom>
        </p:spPr>
      </p:pic>
      <p:sp>
        <p:nvSpPr>
          <p:cNvPr id="11" name="object 15">
            <a:extLst>
              <a:ext uri="{FF2B5EF4-FFF2-40B4-BE49-F238E27FC236}">
                <a16:creationId xmlns:a16="http://schemas.microsoft.com/office/drawing/2014/main" id="{BB87581D-2533-4B87-B1DE-86B75611733C}"/>
              </a:ext>
            </a:extLst>
          </p:cNvPr>
          <p:cNvSpPr>
            <a:spLocks noGrp="1"/>
          </p:cNvSpPr>
          <p:nvPr/>
        </p:nvSpPr>
        <p:spPr>
          <a:xfrm>
            <a:off x="3619404" y="3579442"/>
            <a:ext cx="1351178" cy="1104188"/>
          </a:xfrm>
          <a:custGeom>
            <a:avLst/>
            <a:gdLst/>
            <a:ahLst/>
            <a:cxnLst/>
            <a:rect l="l" t="t" r="r" b="b"/>
            <a:pathLst>
              <a:path w="1535429" h="1254760">
                <a:moveTo>
                  <a:pt x="1340078" y="1253489"/>
                </a:moveTo>
                <a:lnTo>
                  <a:pt x="195313" y="1253489"/>
                </a:lnTo>
                <a:lnTo>
                  <a:pt x="173774" y="1250950"/>
                </a:lnTo>
                <a:lnTo>
                  <a:pt x="163233" y="1248410"/>
                </a:lnTo>
                <a:lnTo>
                  <a:pt x="152895" y="1244600"/>
                </a:lnTo>
                <a:lnTo>
                  <a:pt x="142773" y="1242060"/>
                </a:lnTo>
                <a:lnTo>
                  <a:pt x="104736" y="1223010"/>
                </a:lnTo>
                <a:lnTo>
                  <a:pt x="71247" y="1197610"/>
                </a:lnTo>
                <a:lnTo>
                  <a:pt x="63690" y="1191260"/>
                </a:lnTo>
                <a:lnTo>
                  <a:pt x="37109" y="1158239"/>
                </a:lnTo>
                <a:lnTo>
                  <a:pt x="17030" y="1121410"/>
                </a:lnTo>
                <a:lnTo>
                  <a:pt x="13131" y="1112520"/>
                </a:lnTo>
                <a:lnTo>
                  <a:pt x="2425" y="1070610"/>
                </a:lnTo>
                <a:lnTo>
                  <a:pt x="0" y="1042670"/>
                </a:lnTo>
                <a:lnTo>
                  <a:pt x="0" y="210820"/>
                </a:lnTo>
                <a:lnTo>
                  <a:pt x="4343" y="172720"/>
                </a:lnTo>
                <a:lnTo>
                  <a:pt x="17030" y="132079"/>
                </a:lnTo>
                <a:lnTo>
                  <a:pt x="21399" y="123189"/>
                </a:lnTo>
                <a:lnTo>
                  <a:pt x="26200" y="113029"/>
                </a:lnTo>
                <a:lnTo>
                  <a:pt x="49644" y="78739"/>
                </a:lnTo>
                <a:lnTo>
                  <a:pt x="79146" y="49529"/>
                </a:lnTo>
                <a:lnTo>
                  <a:pt x="87363" y="41910"/>
                </a:lnTo>
                <a:lnTo>
                  <a:pt x="95897" y="36829"/>
                </a:lnTo>
                <a:lnTo>
                  <a:pt x="104736" y="30479"/>
                </a:lnTo>
                <a:lnTo>
                  <a:pt x="113855" y="25400"/>
                </a:lnTo>
                <a:lnTo>
                  <a:pt x="152895" y="8889"/>
                </a:lnTo>
                <a:lnTo>
                  <a:pt x="195313" y="0"/>
                </a:lnTo>
                <a:lnTo>
                  <a:pt x="1340078" y="0"/>
                </a:lnTo>
                <a:lnTo>
                  <a:pt x="1382496" y="8889"/>
                </a:lnTo>
                <a:lnTo>
                  <a:pt x="1419190" y="24129"/>
                </a:lnTo>
                <a:lnTo>
                  <a:pt x="212826" y="24129"/>
                </a:lnTo>
                <a:lnTo>
                  <a:pt x="207568" y="25400"/>
                </a:lnTo>
                <a:lnTo>
                  <a:pt x="198272" y="25400"/>
                </a:lnTo>
                <a:lnTo>
                  <a:pt x="189260" y="26515"/>
                </a:lnTo>
                <a:lnTo>
                  <a:pt x="183597" y="27939"/>
                </a:lnTo>
                <a:lnTo>
                  <a:pt x="179171" y="27939"/>
                </a:lnTo>
                <a:lnTo>
                  <a:pt x="169252" y="30479"/>
                </a:lnTo>
                <a:lnTo>
                  <a:pt x="169875" y="30479"/>
                </a:lnTo>
                <a:lnTo>
                  <a:pt x="160147" y="33020"/>
                </a:lnTo>
                <a:lnTo>
                  <a:pt x="160743" y="33020"/>
                </a:lnTo>
                <a:lnTo>
                  <a:pt x="151218" y="36829"/>
                </a:lnTo>
                <a:lnTo>
                  <a:pt x="151803" y="36829"/>
                </a:lnTo>
                <a:lnTo>
                  <a:pt x="142493" y="39370"/>
                </a:lnTo>
                <a:lnTo>
                  <a:pt x="143065" y="39370"/>
                </a:lnTo>
                <a:lnTo>
                  <a:pt x="133985" y="43179"/>
                </a:lnTo>
                <a:lnTo>
                  <a:pt x="134543" y="43179"/>
                </a:lnTo>
                <a:lnTo>
                  <a:pt x="125704" y="48260"/>
                </a:lnTo>
                <a:lnTo>
                  <a:pt x="126250" y="48260"/>
                </a:lnTo>
                <a:lnTo>
                  <a:pt x="117665" y="52070"/>
                </a:lnTo>
                <a:lnTo>
                  <a:pt x="118186" y="52070"/>
                </a:lnTo>
                <a:lnTo>
                  <a:pt x="109867" y="57150"/>
                </a:lnTo>
                <a:lnTo>
                  <a:pt x="110375" y="57150"/>
                </a:lnTo>
                <a:lnTo>
                  <a:pt x="103944" y="62229"/>
                </a:lnTo>
                <a:lnTo>
                  <a:pt x="102819" y="62229"/>
                </a:lnTo>
                <a:lnTo>
                  <a:pt x="95072" y="68579"/>
                </a:lnTo>
                <a:lnTo>
                  <a:pt x="95542" y="68579"/>
                </a:lnTo>
                <a:lnTo>
                  <a:pt x="88099" y="74929"/>
                </a:lnTo>
                <a:lnTo>
                  <a:pt x="88557" y="74929"/>
                </a:lnTo>
                <a:lnTo>
                  <a:pt x="81432" y="81279"/>
                </a:lnTo>
                <a:lnTo>
                  <a:pt x="81864" y="81279"/>
                </a:lnTo>
                <a:lnTo>
                  <a:pt x="75069" y="87629"/>
                </a:lnTo>
                <a:lnTo>
                  <a:pt x="75476" y="87629"/>
                </a:lnTo>
                <a:lnTo>
                  <a:pt x="70110" y="93979"/>
                </a:lnTo>
                <a:lnTo>
                  <a:pt x="69418" y="93979"/>
                </a:lnTo>
                <a:lnTo>
                  <a:pt x="63334" y="101600"/>
                </a:lnTo>
                <a:lnTo>
                  <a:pt x="63703" y="101600"/>
                </a:lnTo>
                <a:lnTo>
                  <a:pt x="57988" y="109220"/>
                </a:lnTo>
                <a:lnTo>
                  <a:pt x="58331" y="109220"/>
                </a:lnTo>
                <a:lnTo>
                  <a:pt x="53759" y="116839"/>
                </a:lnTo>
                <a:lnTo>
                  <a:pt x="53314" y="116839"/>
                </a:lnTo>
                <a:lnTo>
                  <a:pt x="49080" y="124460"/>
                </a:lnTo>
                <a:lnTo>
                  <a:pt x="48666" y="124460"/>
                </a:lnTo>
                <a:lnTo>
                  <a:pt x="44145" y="133350"/>
                </a:lnTo>
                <a:lnTo>
                  <a:pt x="44411" y="133350"/>
                </a:lnTo>
                <a:lnTo>
                  <a:pt x="40309" y="142239"/>
                </a:lnTo>
                <a:lnTo>
                  <a:pt x="40551" y="142239"/>
                </a:lnTo>
                <a:lnTo>
                  <a:pt x="36880" y="151129"/>
                </a:lnTo>
                <a:lnTo>
                  <a:pt x="37096" y="151129"/>
                </a:lnTo>
                <a:lnTo>
                  <a:pt x="33870" y="160020"/>
                </a:lnTo>
                <a:lnTo>
                  <a:pt x="34061" y="160020"/>
                </a:lnTo>
                <a:lnTo>
                  <a:pt x="31292" y="168910"/>
                </a:lnTo>
                <a:lnTo>
                  <a:pt x="31457" y="168910"/>
                </a:lnTo>
                <a:lnTo>
                  <a:pt x="29446" y="177800"/>
                </a:lnTo>
                <a:lnTo>
                  <a:pt x="29286" y="177800"/>
                </a:lnTo>
                <a:lnTo>
                  <a:pt x="27584" y="187960"/>
                </a:lnTo>
                <a:lnTo>
                  <a:pt x="26108" y="199426"/>
                </a:lnTo>
                <a:lnTo>
                  <a:pt x="26003" y="200660"/>
                </a:lnTo>
                <a:lnTo>
                  <a:pt x="25895" y="201929"/>
                </a:lnTo>
                <a:lnTo>
                  <a:pt x="25657" y="205739"/>
                </a:lnTo>
                <a:lnTo>
                  <a:pt x="25577" y="207010"/>
                </a:lnTo>
                <a:lnTo>
                  <a:pt x="25434" y="210820"/>
                </a:lnTo>
                <a:lnTo>
                  <a:pt x="25387" y="1042670"/>
                </a:lnTo>
                <a:lnTo>
                  <a:pt x="25565" y="1046479"/>
                </a:lnTo>
                <a:lnTo>
                  <a:pt x="25869" y="1051560"/>
                </a:lnTo>
                <a:lnTo>
                  <a:pt x="26276" y="1056639"/>
                </a:lnTo>
                <a:lnTo>
                  <a:pt x="27200" y="1063822"/>
                </a:lnTo>
                <a:lnTo>
                  <a:pt x="27312" y="1064496"/>
                </a:lnTo>
                <a:lnTo>
                  <a:pt x="27421" y="1065536"/>
                </a:lnTo>
                <a:lnTo>
                  <a:pt x="27688" y="1066778"/>
                </a:lnTo>
                <a:lnTo>
                  <a:pt x="29159" y="1075689"/>
                </a:lnTo>
                <a:lnTo>
                  <a:pt x="31175" y="1084603"/>
                </a:lnTo>
                <a:lnTo>
                  <a:pt x="31396" y="1085380"/>
                </a:lnTo>
                <a:lnTo>
                  <a:pt x="31457" y="1085850"/>
                </a:lnTo>
                <a:lnTo>
                  <a:pt x="31638" y="1085850"/>
                </a:lnTo>
                <a:lnTo>
                  <a:pt x="34061" y="1094739"/>
                </a:lnTo>
                <a:lnTo>
                  <a:pt x="34274" y="1094739"/>
                </a:lnTo>
                <a:lnTo>
                  <a:pt x="37096" y="1103629"/>
                </a:lnTo>
                <a:lnTo>
                  <a:pt x="37339" y="1103629"/>
                </a:lnTo>
                <a:lnTo>
                  <a:pt x="40551" y="1112520"/>
                </a:lnTo>
                <a:lnTo>
                  <a:pt x="40895" y="1112520"/>
                </a:lnTo>
                <a:lnTo>
                  <a:pt x="44411" y="1120139"/>
                </a:lnTo>
                <a:lnTo>
                  <a:pt x="44145" y="1120139"/>
                </a:lnTo>
                <a:lnTo>
                  <a:pt x="48666" y="1129029"/>
                </a:lnTo>
                <a:lnTo>
                  <a:pt x="48374" y="1129029"/>
                </a:lnTo>
                <a:lnTo>
                  <a:pt x="53314" y="1136650"/>
                </a:lnTo>
                <a:lnTo>
                  <a:pt x="52997" y="1136650"/>
                </a:lnTo>
                <a:lnTo>
                  <a:pt x="58331" y="1144270"/>
                </a:lnTo>
                <a:lnTo>
                  <a:pt x="57988" y="1144270"/>
                </a:lnTo>
                <a:lnTo>
                  <a:pt x="63703" y="1151889"/>
                </a:lnTo>
                <a:lnTo>
                  <a:pt x="63334" y="1151889"/>
                </a:lnTo>
                <a:lnTo>
                  <a:pt x="69418" y="1159510"/>
                </a:lnTo>
                <a:lnTo>
                  <a:pt x="69037" y="1159510"/>
                </a:lnTo>
                <a:lnTo>
                  <a:pt x="75476" y="1167129"/>
                </a:lnTo>
                <a:lnTo>
                  <a:pt x="76202" y="1167129"/>
                </a:lnTo>
                <a:lnTo>
                  <a:pt x="81864" y="1173479"/>
                </a:lnTo>
                <a:lnTo>
                  <a:pt x="82619" y="1173479"/>
                </a:lnTo>
                <a:lnTo>
                  <a:pt x="88557" y="1179829"/>
                </a:lnTo>
                <a:lnTo>
                  <a:pt x="89340" y="1179829"/>
                </a:lnTo>
                <a:lnTo>
                  <a:pt x="95542" y="1186179"/>
                </a:lnTo>
                <a:lnTo>
                  <a:pt x="96621" y="1186179"/>
                </a:lnTo>
                <a:lnTo>
                  <a:pt x="102819" y="1191260"/>
                </a:lnTo>
                <a:lnTo>
                  <a:pt x="102336" y="1191260"/>
                </a:lnTo>
                <a:lnTo>
                  <a:pt x="110375" y="1196339"/>
                </a:lnTo>
                <a:lnTo>
                  <a:pt x="109867" y="1196339"/>
                </a:lnTo>
                <a:lnTo>
                  <a:pt x="118186" y="1201420"/>
                </a:lnTo>
                <a:lnTo>
                  <a:pt x="117665" y="1201420"/>
                </a:lnTo>
                <a:lnTo>
                  <a:pt x="126250" y="1206500"/>
                </a:lnTo>
                <a:lnTo>
                  <a:pt x="125704" y="1206500"/>
                </a:lnTo>
                <a:lnTo>
                  <a:pt x="134543" y="1210310"/>
                </a:lnTo>
                <a:lnTo>
                  <a:pt x="133985" y="1210310"/>
                </a:lnTo>
                <a:lnTo>
                  <a:pt x="143065" y="1214120"/>
                </a:lnTo>
                <a:lnTo>
                  <a:pt x="142493" y="1214120"/>
                </a:lnTo>
                <a:lnTo>
                  <a:pt x="151803" y="1217929"/>
                </a:lnTo>
                <a:lnTo>
                  <a:pt x="151218" y="1217929"/>
                </a:lnTo>
                <a:lnTo>
                  <a:pt x="160743" y="1220470"/>
                </a:lnTo>
                <a:lnTo>
                  <a:pt x="160147" y="1220470"/>
                </a:lnTo>
                <a:lnTo>
                  <a:pt x="169875" y="1223010"/>
                </a:lnTo>
                <a:lnTo>
                  <a:pt x="169252" y="1223010"/>
                </a:lnTo>
                <a:lnTo>
                  <a:pt x="179171" y="1225550"/>
                </a:lnTo>
                <a:lnTo>
                  <a:pt x="178549" y="1225550"/>
                </a:lnTo>
                <a:lnTo>
                  <a:pt x="188645" y="1226820"/>
                </a:lnTo>
                <a:lnTo>
                  <a:pt x="188010" y="1226820"/>
                </a:lnTo>
                <a:lnTo>
                  <a:pt x="197323" y="1227972"/>
                </a:lnTo>
                <a:lnTo>
                  <a:pt x="202984" y="1229360"/>
                </a:lnTo>
                <a:lnTo>
                  <a:pt x="1419190" y="1229360"/>
                </a:lnTo>
                <a:lnTo>
                  <a:pt x="1412151" y="1233170"/>
                </a:lnTo>
                <a:lnTo>
                  <a:pt x="1402499" y="1238250"/>
                </a:lnTo>
                <a:lnTo>
                  <a:pt x="1392618" y="1242060"/>
                </a:lnTo>
                <a:lnTo>
                  <a:pt x="1382496" y="1244600"/>
                </a:lnTo>
                <a:lnTo>
                  <a:pt x="1372158" y="1248410"/>
                </a:lnTo>
                <a:lnTo>
                  <a:pt x="1361617" y="1250950"/>
                </a:lnTo>
                <a:lnTo>
                  <a:pt x="1340078" y="1253489"/>
                </a:lnTo>
                <a:close/>
              </a:path>
              <a:path w="1535429" h="1254760">
                <a:moveTo>
                  <a:pt x="212509" y="25400"/>
                </a:moveTo>
                <a:lnTo>
                  <a:pt x="212826" y="24129"/>
                </a:lnTo>
                <a:lnTo>
                  <a:pt x="217792" y="24129"/>
                </a:lnTo>
                <a:lnTo>
                  <a:pt x="212509" y="25400"/>
                </a:lnTo>
                <a:close/>
              </a:path>
              <a:path w="1535429" h="1254760">
                <a:moveTo>
                  <a:pt x="1322882" y="25400"/>
                </a:moveTo>
                <a:lnTo>
                  <a:pt x="1317599" y="24129"/>
                </a:lnTo>
                <a:lnTo>
                  <a:pt x="1322565" y="24129"/>
                </a:lnTo>
                <a:lnTo>
                  <a:pt x="1322882" y="25400"/>
                </a:lnTo>
                <a:close/>
              </a:path>
              <a:path w="1535429" h="1254760">
                <a:moveTo>
                  <a:pt x="1356842" y="29210"/>
                </a:moveTo>
                <a:lnTo>
                  <a:pt x="1346131" y="26515"/>
                </a:lnTo>
                <a:lnTo>
                  <a:pt x="1337119" y="25400"/>
                </a:lnTo>
                <a:lnTo>
                  <a:pt x="1327823" y="25400"/>
                </a:lnTo>
                <a:lnTo>
                  <a:pt x="1322565" y="24129"/>
                </a:lnTo>
                <a:lnTo>
                  <a:pt x="1419190" y="24129"/>
                </a:lnTo>
                <a:lnTo>
                  <a:pt x="1421536" y="25400"/>
                </a:lnTo>
                <a:lnTo>
                  <a:pt x="1426095" y="27939"/>
                </a:lnTo>
                <a:lnTo>
                  <a:pt x="1356220" y="27939"/>
                </a:lnTo>
                <a:lnTo>
                  <a:pt x="1356842" y="29210"/>
                </a:lnTo>
                <a:close/>
              </a:path>
              <a:path w="1535429" h="1254760">
                <a:moveTo>
                  <a:pt x="178549" y="29210"/>
                </a:moveTo>
                <a:lnTo>
                  <a:pt x="179171" y="27939"/>
                </a:lnTo>
                <a:lnTo>
                  <a:pt x="183597" y="27939"/>
                </a:lnTo>
                <a:lnTo>
                  <a:pt x="178549" y="29210"/>
                </a:lnTo>
                <a:close/>
              </a:path>
              <a:path w="1535429" h="1254760">
                <a:moveTo>
                  <a:pt x="1433055" y="63500"/>
                </a:moveTo>
                <a:lnTo>
                  <a:pt x="1425016" y="57150"/>
                </a:lnTo>
                <a:lnTo>
                  <a:pt x="1425524" y="57150"/>
                </a:lnTo>
                <a:lnTo>
                  <a:pt x="1417205" y="52070"/>
                </a:lnTo>
                <a:lnTo>
                  <a:pt x="1417739" y="52070"/>
                </a:lnTo>
                <a:lnTo>
                  <a:pt x="1409153" y="48260"/>
                </a:lnTo>
                <a:lnTo>
                  <a:pt x="1409687" y="48260"/>
                </a:lnTo>
                <a:lnTo>
                  <a:pt x="1400848" y="43179"/>
                </a:lnTo>
                <a:lnTo>
                  <a:pt x="1401406" y="43179"/>
                </a:lnTo>
                <a:lnTo>
                  <a:pt x="1392326" y="39370"/>
                </a:lnTo>
                <a:lnTo>
                  <a:pt x="1392897" y="39370"/>
                </a:lnTo>
                <a:lnTo>
                  <a:pt x="1383588" y="36829"/>
                </a:lnTo>
                <a:lnTo>
                  <a:pt x="1384173" y="36829"/>
                </a:lnTo>
                <a:lnTo>
                  <a:pt x="1374648" y="33020"/>
                </a:lnTo>
                <a:lnTo>
                  <a:pt x="1375257" y="33020"/>
                </a:lnTo>
                <a:lnTo>
                  <a:pt x="1365529" y="30479"/>
                </a:lnTo>
                <a:lnTo>
                  <a:pt x="1366139" y="30479"/>
                </a:lnTo>
                <a:lnTo>
                  <a:pt x="1356220" y="27939"/>
                </a:lnTo>
                <a:lnTo>
                  <a:pt x="1426095" y="27939"/>
                </a:lnTo>
                <a:lnTo>
                  <a:pt x="1430654" y="30479"/>
                </a:lnTo>
                <a:lnTo>
                  <a:pt x="1439494" y="36829"/>
                </a:lnTo>
                <a:lnTo>
                  <a:pt x="1448028" y="41910"/>
                </a:lnTo>
                <a:lnTo>
                  <a:pt x="1456245" y="49529"/>
                </a:lnTo>
                <a:lnTo>
                  <a:pt x="1464144" y="55879"/>
                </a:lnTo>
                <a:lnTo>
                  <a:pt x="1470441" y="62229"/>
                </a:lnTo>
                <a:lnTo>
                  <a:pt x="1432572" y="62229"/>
                </a:lnTo>
                <a:lnTo>
                  <a:pt x="1433055" y="63500"/>
                </a:lnTo>
                <a:close/>
              </a:path>
              <a:path w="1535429" h="1254760">
                <a:moveTo>
                  <a:pt x="102336" y="63500"/>
                </a:moveTo>
                <a:lnTo>
                  <a:pt x="102819" y="62229"/>
                </a:lnTo>
                <a:lnTo>
                  <a:pt x="103944" y="62229"/>
                </a:lnTo>
                <a:lnTo>
                  <a:pt x="102336" y="63500"/>
                </a:lnTo>
                <a:close/>
              </a:path>
              <a:path w="1535429" h="1254760">
                <a:moveTo>
                  <a:pt x="1466354" y="95250"/>
                </a:moveTo>
                <a:lnTo>
                  <a:pt x="1459915" y="87629"/>
                </a:lnTo>
                <a:lnTo>
                  <a:pt x="1460322" y="87629"/>
                </a:lnTo>
                <a:lnTo>
                  <a:pt x="1453527" y="81279"/>
                </a:lnTo>
                <a:lnTo>
                  <a:pt x="1453959" y="81279"/>
                </a:lnTo>
                <a:lnTo>
                  <a:pt x="1446834" y="74929"/>
                </a:lnTo>
                <a:lnTo>
                  <a:pt x="1447291" y="74929"/>
                </a:lnTo>
                <a:lnTo>
                  <a:pt x="1439849" y="68579"/>
                </a:lnTo>
                <a:lnTo>
                  <a:pt x="1440319" y="68579"/>
                </a:lnTo>
                <a:lnTo>
                  <a:pt x="1432572" y="62229"/>
                </a:lnTo>
                <a:lnTo>
                  <a:pt x="1470441" y="62229"/>
                </a:lnTo>
                <a:lnTo>
                  <a:pt x="1471701" y="63500"/>
                </a:lnTo>
                <a:lnTo>
                  <a:pt x="1478914" y="71120"/>
                </a:lnTo>
                <a:lnTo>
                  <a:pt x="1485747" y="78739"/>
                </a:lnTo>
                <a:lnTo>
                  <a:pt x="1492211" y="86360"/>
                </a:lnTo>
                <a:lnTo>
                  <a:pt x="1497415" y="93979"/>
                </a:lnTo>
                <a:lnTo>
                  <a:pt x="1465973" y="93979"/>
                </a:lnTo>
                <a:lnTo>
                  <a:pt x="1466354" y="95250"/>
                </a:lnTo>
                <a:close/>
              </a:path>
              <a:path w="1535429" h="1254760">
                <a:moveTo>
                  <a:pt x="69037" y="95250"/>
                </a:moveTo>
                <a:lnTo>
                  <a:pt x="69418" y="93979"/>
                </a:lnTo>
                <a:lnTo>
                  <a:pt x="70110" y="93979"/>
                </a:lnTo>
                <a:lnTo>
                  <a:pt x="69037" y="95250"/>
                </a:lnTo>
                <a:close/>
              </a:path>
              <a:path w="1535429" h="1254760">
                <a:moveTo>
                  <a:pt x="1482394" y="118110"/>
                </a:moveTo>
                <a:lnTo>
                  <a:pt x="1477060" y="109220"/>
                </a:lnTo>
                <a:lnTo>
                  <a:pt x="1477403" y="109220"/>
                </a:lnTo>
                <a:lnTo>
                  <a:pt x="1471688" y="101600"/>
                </a:lnTo>
                <a:lnTo>
                  <a:pt x="1472056" y="101600"/>
                </a:lnTo>
                <a:lnTo>
                  <a:pt x="1465973" y="93979"/>
                </a:lnTo>
                <a:lnTo>
                  <a:pt x="1497415" y="93979"/>
                </a:lnTo>
                <a:lnTo>
                  <a:pt x="1498282" y="95250"/>
                </a:lnTo>
                <a:lnTo>
                  <a:pt x="1503946" y="104139"/>
                </a:lnTo>
                <a:lnTo>
                  <a:pt x="1509191" y="113029"/>
                </a:lnTo>
                <a:lnTo>
                  <a:pt x="1510992" y="116839"/>
                </a:lnTo>
                <a:lnTo>
                  <a:pt x="1482077" y="116839"/>
                </a:lnTo>
                <a:lnTo>
                  <a:pt x="1482394" y="118110"/>
                </a:lnTo>
                <a:close/>
              </a:path>
              <a:path w="1535429" h="1254760">
                <a:moveTo>
                  <a:pt x="52997" y="118110"/>
                </a:moveTo>
                <a:lnTo>
                  <a:pt x="53314" y="116839"/>
                </a:lnTo>
                <a:lnTo>
                  <a:pt x="53759" y="116839"/>
                </a:lnTo>
                <a:lnTo>
                  <a:pt x="52997" y="118110"/>
                </a:lnTo>
                <a:close/>
              </a:path>
              <a:path w="1535429" h="1254760">
                <a:moveTo>
                  <a:pt x="1487017" y="125729"/>
                </a:moveTo>
                <a:lnTo>
                  <a:pt x="1482077" y="116839"/>
                </a:lnTo>
                <a:lnTo>
                  <a:pt x="1510992" y="116839"/>
                </a:lnTo>
                <a:lnTo>
                  <a:pt x="1513992" y="123189"/>
                </a:lnTo>
                <a:lnTo>
                  <a:pt x="1514616" y="124460"/>
                </a:lnTo>
                <a:lnTo>
                  <a:pt x="1486725" y="124460"/>
                </a:lnTo>
                <a:lnTo>
                  <a:pt x="1487017" y="125729"/>
                </a:lnTo>
                <a:close/>
              </a:path>
              <a:path w="1535429" h="1254760">
                <a:moveTo>
                  <a:pt x="48374" y="125729"/>
                </a:moveTo>
                <a:lnTo>
                  <a:pt x="48666" y="124460"/>
                </a:lnTo>
                <a:lnTo>
                  <a:pt x="49080" y="124460"/>
                </a:lnTo>
                <a:lnTo>
                  <a:pt x="48374" y="125729"/>
                </a:lnTo>
                <a:close/>
              </a:path>
              <a:path w="1535429" h="1254760">
                <a:moveTo>
                  <a:pt x="1506328" y="179053"/>
                </a:moveTo>
                <a:lnTo>
                  <a:pt x="1506066" y="178332"/>
                </a:lnTo>
                <a:lnTo>
                  <a:pt x="1503946" y="168910"/>
                </a:lnTo>
                <a:lnTo>
                  <a:pt x="1504099" y="168910"/>
                </a:lnTo>
                <a:lnTo>
                  <a:pt x="1501330" y="160020"/>
                </a:lnTo>
                <a:lnTo>
                  <a:pt x="1501521" y="160020"/>
                </a:lnTo>
                <a:lnTo>
                  <a:pt x="1498295" y="151129"/>
                </a:lnTo>
                <a:lnTo>
                  <a:pt x="1498511" y="151129"/>
                </a:lnTo>
                <a:lnTo>
                  <a:pt x="1494840" y="142239"/>
                </a:lnTo>
                <a:lnTo>
                  <a:pt x="1495082" y="142239"/>
                </a:lnTo>
                <a:lnTo>
                  <a:pt x="1490979" y="133350"/>
                </a:lnTo>
                <a:lnTo>
                  <a:pt x="1491246" y="133350"/>
                </a:lnTo>
                <a:lnTo>
                  <a:pt x="1486725" y="124460"/>
                </a:lnTo>
                <a:lnTo>
                  <a:pt x="1514616" y="124460"/>
                </a:lnTo>
                <a:lnTo>
                  <a:pt x="1528622" y="162560"/>
                </a:lnTo>
                <a:lnTo>
                  <a:pt x="1531900" y="177800"/>
                </a:lnTo>
                <a:lnTo>
                  <a:pt x="1506105" y="177800"/>
                </a:lnTo>
                <a:lnTo>
                  <a:pt x="1506328" y="179053"/>
                </a:lnTo>
                <a:close/>
              </a:path>
              <a:path w="1535429" h="1254760">
                <a:moveTo>
                  <a:pt x="29163" y="179053"/>
                </a:moveTo>
                <a:lnTo>
                  <a:pt x="29286" y="177800"/>
                </a:lnTo>
                <a:lnTo>
                  <a:pt x="29326" y="178332"/>
                </a:lnTo>
                <a:lnTo>
                  <a:pt x="29163" y="179053"/>
                </a:lnTo>
                <a:close/>
              </a:path>
              <a:path w="1535429" h="1254760">
                <a:moveTo>
                  <a:pt x="1529835" y="1085850"/>
                </a:moveTo>
                <a:lnTo>
                  <a:pt x="1503946" y="1085850"/>
                </a:lnTo>
                <a:lnTo>
                  <a:pt x="1506105" y="1075689"/>
                </a:lnTo>
                <a:lnTo>
                  <a:pt x="1508092" y="1064496"/>
                </a:lnTo>
                <a:lnTo>
                  <a:pt x="1509064" y="1056639"/>
                </a:lnTo>
                <a:lnTo>
                  <a:pt x="1509496" y="1051560"/>
                </a:lnTo>
                <a:lnTo>
                  <a:pt x="1509734" y="1047750"/>
                </a:lnTo>
                <a:lnTo>
                  <a:pt x="1510004" y="1042670"/>
                </a:lnTo>
                <a:lnTo>
                  <a:pt x="1509969" y="210820"/>
                </a:lnTo>
                <a:lnTo>
                  <a:pt x="1509826" y="207010"/>
                </a:lnTo>
                <a:lnTo>
                  <a:pt x="1509522" y="201929"/>
                </a:lnTo>
                <a:lnTo>
                  <a:pt x="1509407" y="200660"/>
                </a:lnTo>
                <a:lnTo>
                  <a:pt x="1509296" y="199426"/>
                </a:lnTo>
                <a:lnTo>
                  <a:pt x="1508964" y="196850"/>
                </a:lnTo>
                <a:lnTo>
                  <a:pt x="1507909" y="187960"/>
                </a:lnTo>
                <a:lnTo>
                  <a:pt x="1506328" y="179053"/>
                </a:lnTo>
                <a:lnTo>
                  <a:pt x="1506158" y="178332"/>
                </a:lnTo>
                <a:lnTo>
                  <a:pt x="1506105" y="177800"/>
                </a:lnTo>
                <a:lnTo>
                  <a:pt x="1531900" y="177800"/>
                </a:lnTo>
                <a:lnTo>
                  <a:pt x="1532966" y="184150"/>
                </a:lnTo>
                <a:lnTo>
                  <a:pt x="1534337" y="194310"/>
                </a:lnTo>
                <a:lnTo>
                  <a:pt x="1535188" y="205739"/>
                </a:lnTo>
                <a:lnTo>
                  <a:pt x="1535404" y="210820"/>
                </a:lnTo>
                <a:lnTo>
                  <a:pt x="1535404" y="1042670"/>
                </a:lnTo>
                <a:lnTo>
                  <a:pt x="1531048" y="1080770"/>
                </a:lnTo>
                <a:lnTo>
                  <a:pt x="1529947" y="1085380"/>
                </a:lnTo>
                <a:lnTo>
                  <a:pt x="1529835" y="1085850"/>
                </a:lnTo>
                <a:close/>
              </a:path>
              <a:path w="1535429" h="1254760">
                <a:moveTo>
                  <a:pt x="31638" y="1085850"/>
                </a:moveTo>
                <a:lnTo>
                  <a:pt x="31457" y="1085850"/>
                </a:lnTo>
                <a:lnTo>
                  <a:pt x="31175" y="1084603"/>
                </a:lnTo>
                <a:lnTo>
                  <a:pt x="31510" y="1085380"/>
                </a:lnTo>
                <a:lnTo>
                  <a:pt x="31638" y="1085850"/>
                </a:lnTo>
                <a:close/>
              </a:path>
              <a:path w="1535429" h="1254760">
                <a:moveTo>
                  <a:pt x="1527644" y="1094739"/>
                </a:moveTo>
                <a:lnTo>
                  <a:pt x="1501330" y="1094739"/>
                </a:lnTo>
                <a:lnTo>
                  <a:pt x="1504092" y="1084603"/>
                </a:lnTo>
                <a:lnTo>
                  <a:pt x="1504046" y="1085380"/>
                </a:lnTo>
                <a:lnTo>
                  <a:pt x="1503946" y="1085850"/>
                </a:lnTo>
                <a:lnTo>
                  <a:pt x="1529835" y="1085850"/>
                </a:lnTo>
                <a:lnTo>
                  <a:pt x="1528622" y="1090929"/>
                </a:lnTo>
                <a:lnTo>
                  <a:pt x="1527644" y="1094739"/>
                </a:lnTo>
                <a:close/>
              </a:path>
              <a:path w="1535429" h="1254760">
                <a:moveTo>
                  <a:pt x="34274" y="1094739"/>
                </a:moveTo>
                <a:lnTo>
                  <a:pt x="34061" y="1094739"/>
                </a:lnTo>
                <a:lnTo>
                  <a:pt x="33870" y="1093470"/>
                </a:lnTo>
                <a:lnTo>
                  <a:pt x="34274" y="1094739"/>
                </a:lnTo>
                <a:close/>
              </a:path>
              <a:path w="1535429" h="1254760">
                <a:moveTo>
                  <a:pt x="1525260" y="1103629"/>
                </a:moveTo>
                <a:lnTo>
                  <a:pt x="1498295" y="1103629"/>
                </a:lnTo>
                <a:lnTo>
                  <a:pt x="1501521" y="1093470"/>
                </a:lnTo>
                <a:lnTo>
                  <a:pt x="1501330" y="1094739"/>
                </a:lnTo>
                <a:lnTo>
                  <a:pt x="1527644" y="1094739"/>
                </a:lnTo>
                <a:lnTo>
                  <a:pt x="1525689" y="1102360"/>
                </a:lnTo>
                <a:lnTo>
                  <a:pt x="1525260" y="1103629"/>
                </a:lnTo>
                <a:close/>
              </a:path>
              <a:path w="1535429" h="1254760">
                <a:moveTo>
                  <a:pt x="37339" y="1103629"/>
                </a:moveTo>
                <a:lnTo>
                  <a:pt x="37096" y="1103629"/>
                </a:lnTo>
                <a:lnTo>
                  <a:pt x="36880" y="1102360"/>
                </a:lnTo>
                <a:lnTo>
                  <a:pt x="37339" y="1103629"/>
                </a:lnTo>
                <a:close/>
              </a:path>
              <a:path w="1535429" h="1254760">
                <a:moveTo>
                  <a:pt x="1522260" y="1112520"/>
                </a:moveTo>
                <a:lnTo>
                  <a:pt x="1494840" y="1112520"/>
                </a:lnTo>
                <a:lnTo>
                  <a:pt x="1498511" y="1102360"/>
                </a:lnTo>
                <a:lnTo>
                  <a:pt x="1498295" y="1103629"/>
                </a:lnTo>
                <a:lnTo>
                  <a:pt x="1525260" y="1103629"/>
                </a:lnTo>
                <a:lnTo>
                  <a:pt x="1522260" y="1112520"/>
                </a:lnTo>
                <a:close/>
              </a:path>
              <a:path w="1535429" h="1254760">
                <a:moveTo>
                  <a:pt x="40895" y="1112520"/>
                </a:moveTo>
                <a:lnTo>
                  <a:pt x="40551" y="1112520"/>
                </a:lnTo>
                <a:lnTo>
                  <a:pt x="40309" y="1111250"/>
                </a:lnTo>
                <a:lnTo>
                  <a:pt x="40895" y="1112520"/>
                </a:lnTo>
                <a:close/>
              </a:path>
              <a:path w="1535429" h="1254760">
                <a:moveTo>
                  <a:pt x="1492211" y="1167129"/>
                </a:moveTo>
                <a:lnTo>
                  <a:pt x="1459915" y="1167129"/>
                </a:lnTo>
                <a:lnTo>
                  <a:pt x="1466354" y="1159510"/>
                </a:lnTo>
                <a:lnTo>
                  <a:pt x="1465973" y="1159510"/>
                </a:lnTo>
                <a:lnTo>
                  <a:pt x="1472056" y="1151889"/>
                </a:lnTo>
                <a:lnTo>
                  <a:pt x="1471688" y="1151889"/>
                </a:lnTo>
                <a:lnTo>
                  <a:pt x="1477403" y="1144270"/>
                </a:lnTo>
                <a:lnTo>
                  <a:pt x="1477060" y="1144270"/>
                </a:lnTo>
                <a:lnTo>
                  <a:pt x="1482394" y="1136650"/>
                </a:lnTo>
                <a:lnTo>
                  <a:pt x="1482077" y="1136650"/>
                </a:lnTo>
                <a:lnTo>
                  <a:pt x="1487017" y="1129029"/>
                </a:lnTo>
                <a:lnTo>
                  <a:pt x="1486725" y="1129029"/>
                </a:lnTo>
                <a:lnTo>
                  <a:pt x="1491246" y="1120139"/>
                </a:lnTo>
                <a:lnTo>
                  <a:pt x="1490979" y="1120139"/>
                </a:lnTo>
                <a:lnTo>
                  <a:pt x="1495082" y="1111250"/>
                </a:lnTo>
                <a:lnTo>
                  <a:pt x="1494840" y="1112520"/>
                </a:lnTo>
                <a:lnTo>
                  <a:pt x="1522260" y="1112520"/>
                </a:lnTo>
                <a:lnTo>
                  <a:pt x="1518361" y="1121410"/>
                </a:lnTo>
                <a:lnTo>
                  <a:pt x="1513992" y="1131570"/>
                </a:lnTo>
                <a:lnTo>
                  <a:pt x="1509191" y="1140460"/>
                </a:lnTo>
                <a:lnTo>
                  <a:pt x="1503946" y="1149350"/>
                </a:lnTo>
                <a:lnTo>
                  <a:pt x="1498282" y="1158239"/>
                </a:lnTo>
                <a:lnTo>
                  <a:pt x="1492211" y="1167129"/>
                </a:lnTo>
                <a:close/>
              </a:path>
              <a:path w="1535429" h="1254760">
                <a:moveTo>
                  <a:pt x="76202" y="1167129"/>
                </a:moveTo>
                <a:lnTo>
                  <a:pt x="75476" y="1167129"/>
                </a:lnTo>
                <a:lnTo>
                  <a:pt x="75069" y="1165860"/>
                </a:lnTo>
                <a:lnTo>
                  <a:pt x="76202" y="1167129"/>
                </a:lnTo>
                <a:close/>
              </a:path>
              <a:path w="1535429" h="1254760">
                <a:moveTo>
                  <a:pt x="1487594" y="1173479"/>
                </a:moveTo>
                <a:lnTo>
                  <a:pt x="1453527" y="1173479"/>
                </a:lnTo>
                <a:lnTo>
                  <a:pt x="1460322" y="1165860"/>
                </a:lnTo>
                <a:lnTo>
                  <a:pt x="1459915" y="1167129"/>
                </a:lnTo>
                <a:lnTo>
                  <a:pt x="1492211" y="1167129"/>
                </a:lnTo>
                <a:lnTo>
                  <a:pt x="1487594" y="1173479"/>
                </a:lnTo>
                <a:close/>
              </a:path>
              <a:path w="1535429" h="1254760">
                <a:moveTo>
                  <a:pt x="82619" y="1173479"/>
                </a:moveTo>
                <a:lnTo>
                  <a:pt x="81864" y="1173479"/>
                </a:lnTo>
                <a:lnTo>
                  <a:pt x="81432" y="1172210"/>
                </a:lnTo>
                <a:lnTo>
                  <a:pt x="82619" y="1173479"/>
                </a:lnTo>
                <a:close/>
              </a:path>
              <a:path w="1535429" h="1254760">
                <a:moveTo>
                  <a:pt x="1482331" y="1179829"/>
                </a:moveTo>
                <a:lnTo>
                  <a:pt x="1446834" y="1179829"/>
                </a:lnTo>
                <a:lnTo>
                  <a:pt x="1453959" y="1172210"/>
                </a:lnTo>
                <a:lnTo>
                  <a:pt x="1453527" y="1173479"/>
                </a:lnTo>
                <a:lnTo>
                  <a:pt x="1487594" y="1173479"/>
                </a:lnTo>
                <a:lnTo>
                  <a:pt x="1485747" y="1176020"/>
                </a:lnTo>
                <a:lnTo>
                  <a:pt x="1482331" y="1179829"/>
                </a:lnTo>
                <a:close/>
              </a:path>
              <a:path w="1535429" h="1254760">
                <a:moveTo>
                  <a:pt x="89340" y="1179829"/>
                </a:moveTo>
                <a:lnTo>
                  <a:pt x="88557" y="1179829"/>
                </a:lnTo>
                <a:lnTo>
                  <a:pt x="88099" y="1178560"/>
                </a:lnTo>
                <a:lnTo>
                  <a:pt x="89340" y="1179829"/>
                </a:lnTo>
                <a:close/>
              </a:path>
              <a:path w="1535429" h="1254760">
                <a:moveTo>
                  <a:pt x="1476510" y="1186179"/>
                </a:moveTo>
                <a:lnTo>
                  <a:pt x="1439849" y="1186179"/>
                </a:lnTo>
                <a:lnTo>
                  <a:pt x="1447291" y="1178560"/>
                </a:lnTo>
                <a:lnTo>
                  <a:pt x="1446834" y="1179829"/>
                </a:lnTo>
                <a:lnTo>
                  <a:pt x="1482331" y="1179829"/>
                </a:lnTo>
                <a:lnTo>
                  <a:pt x="1478914" y="1183639"/>
                </a:lnTo>
                <a:lnTo>
                  <a:pt x="1476510" y="1186179"/>
                </a:lnTo>
                <a:close/>
              </a:path>
              <a:path w="1535429" h="1254760">
                <a:moveTo>
                  <a:pt x="96621" y="1186179"/>
                </a:moveTo>
                <a:lnTo>
                  <a:pt x="95542" y="1186179"/>
                </a:lnTo>
                <a:lnTo>
                  <a:pt x="95072" y="1184910"/>
                </a:lnTo>
                <a:lnTo>
                  <a:pt x="96621" y="1186179"/>
                </a:lnTo>
                <a:close/>
              </a:path>
              <a:path w="1535429" h="1254760">
                <a:moveTo>
                  <a:pt x="1419190" y="1229360"/>
                </a:moveTo>
                <a:lnTo>
                  <a:pt x="1332407" y="1229360"/>
                </a:lnTo>
                <a:lnTo>
                  <a:pt x="1338068" y="1227972"/>
                </a:lnTo>
                <a:lnTo>
                  <a:pt x="1347381" y="1226820"/>
                </a:lnTo>
                <a:lnTo>
                  <a:pt x="1346746" y="1226820"/>
                </a:lnTo>
                <a:lnTo>
                  <a:pt x="1356842" y="1225550"/>
                </a:lnTo>
                <a:lnTo>
                  <a:pt x="1356220" y="1225550"/>
                </a:lnTo>
                <a:lnTo>
                  <a:pt x="1366139" y="1223010"/>
                </a:lnTo>
                <a:lnTo>
                  <a:pt x="1365529" y="1223010"/>
                </a:lnTo>
                <a:lnTo>
                  <a:pt x="1375257" y="1220470"/>
                </a:lnTo>
                <a:lnTo>
                  <a:pt x="1374648" y="1220470"/>
                </a:lnTo>
                <a:lnTo>
                  <a:pt x="1384173" y="1217929"/>
                </a:lnTo>
                <a:lnTo>
                  <a:pt x="1383588" y="1217929"/>
                </a:lnTo>
                <a:lnTo>
                  <a:pt x="1392897" y="1214120"/>
                </a:lnTo>
                <a:lnTo>
                  <a:pt x="1392326" y="1214120"/>
                </a:lnTo>
                <a:lnTo>
                  <a:pt x="1401406" y="1210310"/>
                </a:lnTo>
                <a:lnTo>
                  <a:pt x="1400848" y="1210310"/>
                </a:lnTo>
                <a:lnTo>
                  <a:pt x="1409687" y="1206500"/>
                </a:lnTo>
                <a:lnTo>
                  <a:pt x="1409153" y="1206500"/>
                </a:lnTo>
                <a:lnTo>
                  <a:pt x="1417739" y="1201420"/>
                </a:lnTo>
                <a:lnTo>
                  <a:pt x="1417205" y="1201420"/>
                </a:lnTo>
                <a:lnTo>
                  <a:pt x="1425524" y="1196339"/>
                </a:lnTo>
                <a:lnTo>
                  <a:pt x="1425016" y="1196339"/>
                </a:lnTo>
                <a:lnTo>
                  <a:pt x="1433055" y="1191260"/>
                </a:lnTo>
                <a:lnTo>
                  <a:pt x="1432572" y="1191260"/>
                </a:lnTo>
                <a:lnTo>
                  <a:pt x="1440319" y="1184910"/>
                </a:lnTo>
                <a:lnTo>
                  <a:pt x="1439849" y="1186179"/>
                </a:lnTo>
                <a:lnTo>
                  <a:pt x="1476510" y="1186179"/>
                </a:lnTo>
                <a:lnTo>
                  <a:pt x="1471701" y="1191260"/>
                </a:lnTo>
                <a:lnTo>
                  <a:pt x="1464144" y="1197610"/>
                </a:lnTo>
                <a:lnTo>
                  <a:pt x="1456245" y="1205229"/>
                </a:lnTo>
                <a:lnTo>
                  <a:pt x="1448028" y="1211579"/>
                </a:lnTo>
                <a:lnTo>
                  <a:pt x="1439494" y="1217929"/>
                </a:lnTo>
                <a:lnTo>
                  <a:pt x="1430654" y="1223010"/>
                </a:lnTo>
                <a:lnTo>
                  <a:pt x="1421747" y="1227972"/>
                </a:lnTo>
                <a:lnTo>
                  <a:pt x="1419190" y="1229360"/>
                </a:lnTo>
                <a:close/>
              </a:path>
              <a:path w="1535429" h="1254760">
                <a:moveTo>
                  <a:pt x="1328953" y="1254760"/>
                </a:moveTo>
                <a:lnTo>
                  <a:pt x="206438" y="1254760"/>
                </a:lnTo>
                <a:lnTo>
                  <a:pt x="200901" y="1253489"/>
                </a:lnTo>
                <a:lnTo>
                  <a:pt x="1334490" y="1253489"/>
                </a:lnTo>
                <a:lnTo>
                  <a:pt x="1328953" y="1254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12" name="object 16">
            <a:extLst>
              <a:ext uri="{FF2B5EF4-FFF2-40B4-BE49-F238E27FC236}">
                <a16:creationId xmlns:a16="http://schemas.microsoft.com/office/drawing/2014/main" id="{7846067D-3F63-48E6-B660-C8FE170BB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084" y="3731414"/>
            <a:ext cx="436601" cy="828822"/>
          </a:xfrm>
          <a:prstGeom prst="rect">
            <a:avLst/>
          </a:prstGeom>
        </p:spPr>
      </p:pic>
      <p:pic>
        <p:nvPicPr>
          <p:cNvPr id="13" name="object 17">
            <a:extLst>
              <a:ext uri="{FF2B5EF4-FFF2-40B4-BE49-F238E27FC236}">
                <a16:creationId xmlns:a16="http://schemas.microsoft.com/office/drawing/2014/main" id="{843A1306-0188-4E6B-AD06-A2096D4598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4899" y="3731414"/>
            <a:ext cx="436601" cy="828822"/>
          </a:xfrm>
          <a:prstGeom prst="rect">
            <a:avLst/>
          </a:prstGeom>
        </p:spPr>
      </p:pic>
      <p:sp>
        <p:nvSpPr>
          <p:cNvPr id="14" name="object 18">
            <a:extLst>
              <a:ext uri="{FF2B5EF4-FFF2-40B4-BE49-F238E27FC236}">
                <a16:creationId xmlns:a16="http://schemas.microsoft.com/office/drawing/2014/main" id="{63F296D0-4B1F-4BDE-9CB8-178C22CD1F1B}"/>
              </a:ext>
            </a:extLst>
          </p:cNvPr>
          <p:cNvSpPr>
            <a:spLocks noGrp="1"/>
          </p:cNvSpPr>
          <p:nvPr/>
        </p:nvSpPr>
        <p:spPr>
          <a:xfrm>
            <a:off x="1677741" y="4951733"/>
            <a:ext cx="1351178" cy="1104188"/>
          </a:xfrm>
          <a:custGeom>
            <a:avLst/>
            <a:gdLst/>
            <a:ahLst/>
            <a:cxnLst/>
            <a:rect l="l" t="t" r="r" b="b"/>
            <a:pathLst>
              <a:path w="1535430" h="1254760">
                <a:moveTo>
                  <a:pt x="1340078" y="1253489"/>
                </a:moveTo>
                <a:lnTo>
                  <a:pt x="195313" y="1253489"/>
                </a:lnTo>
                <a:lnTo>
                  <a:pt x="173774" y="1250950"/>
                </a:lnTo>
                <a:lnTo>
                  <a:pt x="163233" y="1248410"/>
                </a:lnTo>
                <a:lnTo>
                  <a:pt x="152907" y="1244600"/>
                </a:lnTo>
                <a:lnTo>
                  <a:pt x="142786" y="1242060"/>
                </a:lnTo>
                <a:lnTo>
                  <a:pt x="104736" y="1223010"/>
                </a:lnTo>
                <a:lnTo>
                  <a:pt x="71247" y="1197610"/>
                </a:lnTo>
                <a:lnTo>
                  <a:pt x="63690" y="1191260"/>
                </a:lnTo>
                <a:lnTo>
                  <a:pt x="37109" y="1158239"/>
                </a:lnTo>
                <a:lnTo>
                  <a:pt x="17030" y="1121410"/>
                </a:lnTo>
                <a:lnTo>
                  <a:pt x="13131" y="1112520"/>
                </a:lnTo>
                <a:lnTo>
                  <a:pt x="2425" y="1070610"/>
                </a:lnTo>
                <a:lnTo>
                  <a:pt x="0" y="1042670"/>
                </a:lnTo>
                <a:lnTo>
                  <a:pt x="0" y="210820"/>
                </a:lnTo>
                <a:lnTo>
                  <a:pt x="4343" y="172720"/>
                </a:lnTo>
                <a:lnTo>
                  <a:pt x="17030" y="132079"/>
                </a:lnTo>
                <a:lnTo>
                  <a:pt x="21399" y="123189"/>
                </a:lnTo>
                <a:lnTo>
                  <a:pt x="26212" y="113029"/>
                </a:lnTo>
                <a:lnTo>
                  <a:pt x="49644" y="78739"/>
                </a:lnTo>
                <a:lnTo>
                  <a:pt x="79146" y="49529"/>
                </a:lnTo>
                <a:lnTo>
                  <a:pt x="113855" y="25400"/>
                </a:lnTo>
                <a:lnTo>
                  <a:pt x="152907" y="8889"/>
                </a:lnTo>
                <a:lnTo>
                  <a:pt x="195313" y="0"/>
                </a:lnTo>
                <a:lnTo>
                  <a:pt x="1340078" y="0"/>
                </a:lnTo>
                <a:lnTo>
                  <a:pt x="1382496" y="8889"/>
                </a:lnTo>
                <a:lnTo>
                  <a:pt x="1419199" y="24129"/>
                </a:lnTo>
                <a:lnTo>
                  <a:pt x="212826" y="24129"/>
                </a:lnTo>
                <a:lnTo>
                  <a:pt x="207568" y="25400"/>
                </a:lnTo>
                <a:lnTo>
                  <a:pt x="198272" y="25400"/>
                </a:lnTo>
                <a:lnTo>
                  <a:pt x="189271" y="26515"/>
                </a:lnTo>
                <a:lnTo>
                  <a:pt x="183597" y="27939"/>
                </a:lnTo>
                <a:lnTo>
                  <a:pt x="179171" y="27939"/>
                </a:lnTo>
                <a:lnTo>
                  <a:pt x="169265" y="30479"/>
                </a:lnTo>
                <a:lnTo>
                  <a:pt x="169875" y="30479"/>
                </a:lnTo>
                <a:lnTo>
                  <a:pt x="160147" y="33020"/>
                </a:lnTo>
                <a:lnTo>
                  <a:pt x="160743" y="33020"/>
                </a:lnTo>
                <a:lnTo>
                  <a:pt x="151218" y="36829"/>
                </a:lnTo>
                <a:lnTo>
                  <a:pt x="151803" y="36829"/>
                </a:lnTo>
                <a:lnTo>
                  <a:pt x="142494" y="39370"/>
                </a:lnTo>
                <a:lnTo>
                  <a:pt x="143065" y="39370"/>
                </a:lnTo>
                <a:lnTo>
                  <a:pt x="133984" y="43179"/>
                </a:lnTo>
                <a:lnTo>
                  <a:pt x="134543" y="43179"/>
                </a:lnTo>
                <a:lnTo>
                  <a:pt x="125704" y="48260"/>
                </a:lnTo>
                <a:lnTo>
                  <a:pt x="126250" y="48260"/>
                </a:lnTo>
                <a:lnTo>
                  <a:pt x="117665" y="52070"/>
                </a:lnTo>
                <a:lnTo>
                  <a:pt x="118186" y="52070"/>
                </a:lnTo>
                <a:lnTo>
                  <a:pt x="109867" y="57150"/>
                </a:lnTo>
                <a:lnTo>
                  <a:pt x="110375" y="57150"/>
                </a:lnTo>
                <a:lnTo>
                  <a:pt x="103944" y="62229"/>
                </a:lnTo>
                <a:lnTo>
                  <a:pt x="102819" y="62229"/>
                </a:lnTo>
                <a:lnTo>
                  <a:pt x="95084" y="68579"/>
                </a:lnTo>
                <a:lnTo>
                  <a:pt x="95542" y="68579"/>
                </a:lnTo>
                <a:lnTo>
                  <a:pt x="88112" y="74929"/>
                </a:lnTo>
                <a:lnTo>
                  <a:pt x="88557" y="74929"/>
                </a:lnTo>
                <a:lnTo>
                  <a:pt x="81432" y="81279"/>
                </a:lnTo>
                <a:lnTo>
                  <a:pt x="81864" y="81279"/>
                </a:lnTo>
                <a:lnTo>
                  <a:pt x="75082" y="87629"/>
                </a:lnTo>
                <a:lnTo>
                  <a:pt x="75488" y="87629"/>
                </a:lnTo>
                <a:lnTo>
                  <a:pt x="70112" y="93979"/>
                </a:lnTo>
                <a:lnTo>
                  <a:pt x="69430" y="93979"/>
                </a:lnTo>
                <a:lnTo>
                  <a:pt x="63334" y="101600"/>
                </a:lnTo>
                <a:lnTo>
                  <a:pt x="63703" y="101600"/>
                </a:lnTo>
                <a:lnTo>
                  <a:pt x="57988" y="109220"/>
                </a:lnTo>
                <a:lnTo>
                  <a:pt x="58331" y="109220"/>
                </a:lnTo>
                <a:lnTo>
                  <a:pt x="53759" y="116839"/>
                </a:lnTo>
                <a:lnTo>
                  <a:pt x="53314" y="116839"/>
                </a:lnTo>
                <a:lnTo>
                  <a:pt x="49080" y="124460"/>
                </a:lnTo>
                <a:lnTo>
                  <a:pt x="48679" y="124460"/>
                </a:lnTo>
                <a:lnTo>
                  <a:pt x="44145" y="133350"/>
                </a:lnTo>
                <a:lnTo>
                  <a:pt x="44411" y="133350"/>
                </a:lnTo>
                <a:lnTo>
                  <a:pt x="40309" y="142239"/>
                </a:lnTo>
                <a:lnTo>
                  <a:pt x="40551" y="142239"/>
                </a:lnTo>
                <a:lnTo>
                  <a:pt x="36880" y="151129"/>
                </a:lnTo>
                <a:lnTo>
                  <a:pt x="37096" y="151129"/>
                </a:lnTo>
                <a:lnTo>
                  <a:pt x="33870" y="160020"/>
                </a:lnTo>
                <a:lnTo>
                  <a:pt x="34061" y="160020"/>
                </a:lnTo>
                <a:lnTo>
                  <a:pt x="31292" y="168910"/>
                </a:lnTo>
                <a:lnTo>
                  <a:pt x="31457" y="168910"/>
                </a:lnTo>
                <a:lnTo>
                  <a:pt x="29457" y="177800"/>
                </a:lnTo>
                <a:lnTo>
                  <a:pt x="29298" y="177800"/>
                </a:lnTo>
                <a:lnTo>
                  <a:pt x="27584" y="187960"/>
                </a:lnTo>
                <a:lnTo>
                  <a:pt x="25387" y="1042670"/>
                </a:lnTo>
                <a:lnTo>
                  <a:pt x="25565" y="1046479"/>
                </a:lnTo>
                <a:lnTo>
                  <a:pt x="25869" y="1051560"/>
                </a:lnTo>
                <a:lnTo>
                  <a:pt x="26288" y="1056639"/>
                </a:lnTo>
                <a:lnTo>
                  <a:pt x="27174" y="1063582"/>
                </a:lnTo>
                <a:lnTo>
                  <a:pt x="27324" y="1064496"/>
                </a:lnTo>
                <a:lnTo>
                  <a:pt x="27423" y="1065536"/>
                </a:lnTo>
                <a:lnTo>
                  <a:pt x="27701" y="1066778"/>
                </a:lnTo>
                <a:lnTo>
                  <a:pt x="29171" y="1075689"/>
                </a:lnTo>
                <a:lnTo>
                  <a:pt x="31177" y="1084603"/>
                </a:lnTo>
                <a:lnTo>
                  <a:pt x="31395" y="1085370"/>
                </a:lnTo>
                <a:lnTo>
                  <a:pt x="31457" y="1085850"/>
                </a:lnTo>
                <a:lnTo>
                  <a:pt x="31638" y="1085850"/>
                </a:lnTo>
                <a:lnTo>
                  <a:pt x="34061" y="1094739"/>
                </a:lnTo>
                <a:lnTo>
                  <a:pt x="34274" y="1094739"/>
                </a:lnTo>
                <a:lnTo>
                  <a:pt x="37096" y="1103629"/>
                </a:lnTo>
                <a:lnTo>
                  <a:pt x="37339" y="1103629"/>
                </a:lnTo>
                <a:lnTo>
                  <a:pt x="40551" y="1112520"/>
                </a:lnTo>
                <a:lnTo>
                  <a:pt x="40895" y="1112520"/>
                </a:lnTo>
                <a:lnTo>
                  <a:pt x="44411" y="1120139"/>
                </a:lnTo>
                <a:lnTo>
                  <a:pt x="44145" y="1120139"/>
                </a:lnTo>
                <a:lnTo>
                  <a:pt x="48679" y="1129029"/>
                </a:lnTo>
                <a:lnTo>
                  <a:pt x="48374" y="1129029"/>
                </a:lnTo>
                <a:lnTo>
                  <a:pt x="53314" y="1136650"/>
                </a:lnTo>
                <a:lnTo>
                  <a:pt x="52997" y="1136650"/>
                </a:lnTo>
                <a:lnTo>
                  <a:pt x="58331" y="1144270"/>
                </a:lnTo>
                <a:lnTo>
                  <a:pt x="57988" y="1144270"/>
                </a:lnTo>
                <a:lnTo>
                  <a:pt x="63703" y="1151889"/>
                </a:lnTo>
                <a:lnTo>
                  <a:pt x="63334" y="1151889"/>
                </a:lnTo>
                <a:lnTo>
                  <a:pt x="69430" y="1159510"/>
                </a:lnTo>
                <a:lnTo>
                  <a:pt x="69037" y="1159510"/>
                </a:lnTo>
                <a:lnTo>
                  <a:pt x="75488" y="1167129"/>
                </a:lnTo>
                <a:lnTo>
                  <a:pt x="76212" y="1167129"/>
                </a:lnTo>
                <a:lnTo>
                  <a:pt x="81864" y="1173479"/>
                </a:lnTo>
                <a:lnTo>
                  <a:pt x="82619" y="1173479"/>
                </a:lnTo>
                <a:lnTo>
                  <a:pt x="88557" y="1179829"/>
                </a:lnTo>
                <a:lnTo>
                  <a:pt x="89350" y="1179829"/>
                </a:lnTo>
                <a:lnTo>
                  <a:pt x="95542" y="1186179"/>
                </a:lnTo>
                <a:lnTo>
                  <a:pt x="96631" y="1186179"/>
                </a:lnTo>
                <a:lnTo>
                  <a:pt x="102819" y="1191260"/>
                </a:lnTo>
                <a:lnTo>
                  <a:pt x="102336" y="1191260"/>
                </a:lnTo>
                <a:lnTo>
                  <a:pt x="110375" y="1196339"/>
                </a:lnTo>
                <a:lnTo>
                  <a:pt x="109867" y="1196339"/>
                </a:lnTo>
                <a:lnTo>
                  <a:pt x="118186" y="1201420"/>
                </a:lnTo>
                <a:lnTo>
                  <a:pt x="117665" y="1201420"/>
                </a:lnTo>
                <a:lnTo>
                  <a:pt x="126250" y="1206500"/>
                </a:lnTo>
                <a:lnTo>
                  <a:pt x="125704" y="1206500"/>
                </a:lnTo>
                <a:lnTo>
                  <a:pt x="134543" y="1210310"/>
                </a:lnTo>
                <a:lnTo>
                  <a:pt x="133984" y="1210310"/>
                </a:lnTo>
                <a:lnTo>
                  <a:pt x="143065" y="1214120"/>
                </a:lnTo>
                <a:lnTo>
                  <a:pt x="142494" y="1214120"/>
                </a:lnTo>
                <a:lnTo>
                  <a:pt x="151803" y="1217929"/>
                </a:lnTo>
                <a:lnTo>
                  <a:pt x="151218" y="1217929"/>
                </a:lnTo>
                <a:lnTo>
                  <a:pt x="160743" y="1220470"/>
                </a:lnTo>
                <a:lnTo>
                  <a:pt x="160147" y="1220470"/>
                </a:lnTo>
                <a:lnTo>
                  <a:pt x="169875" y="1223010"/>
                </a:lnTo>
                <a:lnTo>
                  <a:pt x="169265" y="1223010"/>
                </a:lnTo>
                <a:lnTo>
                  <a:pt x="179171" y="1225550"/>
                </a:lnTo>
                <a:lnTo>
                  <a:pt x="178549" y="1225550"/>
                </a:lnTo>
                <a:lnTo>
                  <a:pt x="188645" y="1226820"/>
                </a:lnTo>
                <a:lnTo>
                  <a:pt x="188023" y="1226820"/>
                </a:lnTo>
                <a:lnTo>
                  <a:pt x="197296" y="1227969"/>
                </a:lnTo>
                <a:lnTo>
                  <a:pt x="202984" y="1229360"/>
                </a:lnTo>
                <a:lnTo>
                  <a:pt x="1419199" y="1229360"/>
                </a:lnTo>
                <a:lnTo>
                  <a:pt x="1412151" y="1233170"/>
                </a:lnTo>
                <a:lnTo>
                  <a:pt x="1402511" y="1238250"/>
                </a:lnTo>
                <a:lnTo>
                  <a:pt x="1392618" y="1242060"/>
                </a:lnTo>
                <a:lnTo>
                  <a:pt x="1382496" y="1244600"/>
                </a:lnTo>
                <a:lnTo>
                  <a:pt x="1372158" y="1248410"/>
                </a:lnTo>
                <a:lnTo>
                  <a:pt x="1361617" y="1250950"/>
                </a:lnTo>
                <a:lnTo>
                  <a:pt x="1340078" y="1253489"/>
                </a:lnTo>
                <a:close/>
              </a:path>
              <a:path w="1535430" h="1254760">
                <a:moveTo>
                  <a:pt x="1356842" y="29210"/>
                </a:moveTo>
                <a:lnTo>
                  <a:pt x="1346131" y="26515"/>
                </a:lnTo>
                <a:lnTo>
                  <a:pt x="1337119" y="25400"/>
                </a:lnTo>
                <a:lnTo>
                  <a:pt x="1327823" y="25400"/>
                </a:lnTo>
                <a:lnTo>
                  <a:pt x="1322565" y="24129"/>
                </a:lnTo>
                <a:lnTo>
                  <a:pt x="1419199" y="24129"/>
                </a:lnTo>
                <a:lnTo>
                  <a:pt x="1421549" y="25400"/>
                </a:lnTo>
                <a:lnTo>
                  <a:pt x="1426108" y="27939"/>
                </a:lnTo>
                <a:lnTo>
                  <a:pt x="1356220" y="27939"/>
                </a:lnTo>
                <a:lnTo>
                  <a:pt x="1356842" y="29210"/>
                </a:lnTo>
                <a:close/>
              </a:path>
              <a:path w="1535430" h="1254760">
                <a:moveTo>
                  <a:pt x="178549" y="29210"/>
                </a:moveTo>
                <a:lnTo>
                  <a:pt x="179171" y="27939"/>
                </a:lnTo>
                <a:lnTo>
                  <a:pt x="183597" y="27939"/>
                </a:lnTo>
                <a:lnTo>
                  <a:pt x="178549" y="29210"/>
                </a:lnTo>
                <a:close/>
              </a:path>
              <a:path w="1535430" h="1254760">
                <a:moveTo>
                  <a:pt x="1433067" y="63500"/>
                </a:moveTo>
                <a:lnTo>
                  <a:pt x="1425028" y="57150"/>
                </a:lnTo>
                <a:lnTo>
                  <a:pt x="1425524" y="57150"/>
                </a:lnTo>
                <a:lnTo>
                  <a:pt x="1417205" y="52070"/>
                </a:lnTo>
                <a:lnTo>
                  <a:pt x="1417739" y="52070"/>
                </a:lnTo>
                <a:lnTo>
                  <a:pt x="1409153" y="48260"/>
                </a:lnTo>
                <a:lnTo>
                  <a:pt x="1409687" y="48260"/>
                </a:lnTo>
                <a:lnTo>
                  <a:pt x="1400848" y="43179"/>
                </a:lnTo>
                <a:lnTo>
                  <a:pt x="1401406" y="43179"/>
                </a:lnTo>
                <a:lnTo>
                  <a:pt x="1392326" y="39370"/>
                </a:lnTo>
                <a:lnTo>
                  <a:pt x="1392897" y="39370"/>
                </a:lnTo>
                <a:lnTo>
                  <a:pt x="1383588" y="36829"/>
                </a:lnTo>
                <a:lnTo>
                  <a:pt x="1384173" y="36829"/>
                </a:lnTo>
                <a:lnTo>
                  <a:pt x="1374648" y="33020"/>
                </a:lnTo>
                <a:lnTo>
                  <a:pt x="1375257" y="33020"/>
                </a:lnTo>
                <a:lnTo>
                  <a:pt x="1365529" y="30479"/>
                </a:lnTo>
                <a:lnTo>
                  <a:pt x="1366139" y="30479"/>
                </a:lnTo>
                <a:lnTo>
                  <a:pt x="1356220" y="27939"/>
                </a:lnTo>
                <a:lnTo>
                  <a:pt x="1426108" y="27939"/>
                </a:lnTo>
                <a:lnTo>
                  <a:pt x="1464144" y="55879"/>
                </a:lnTo>
                <a:lnTo>
                  <a:pt x="1470452" y="62229"/>
                </a:lnTo>
                <a:lnTo>
                  <a:pt x="1432572" y="62229"/>
                </a:lnTo>
                <a:lnTo>
                  <a:pt x="1433067" y="63500"/>
                </a:lnTo>
                <a:close/>
              </a:path>
              <a:path w="1535430" h="1254760">
                <a:moveTo>
                  <a:pt x="102336" y="63500"/>
                </a:moveTo>
                <a:lnTo>
                  <a:pt x="102819" y="62229"/>
                </a:lnTo>
                <a:lnTo>
                  <a:pt x="103944" y="62229"/>
                </a:lnTo>
                <a:lnTo>
                  <a:pt x="102336" y="63500"/>
                </a:lnTo>
                <a:close/>
              </a:path>
              <a:path w="1535430" h="1254760">
                <a:moveTo>
                  <a:pt x="1466354" y="95250"/>
                </a:moveTo>
                <a:lnTo>
                  <a:pt x="1459915" y="87629"/>
                </a:lnTo>
                <a:lnTo>
                  <a:pt x="1460322" y="87629"/>
                </a:lnTo>
                <a:lnTo>
                  <a:pt x="1453527" y="81279"/>
                </a:lnTo>
                <a:lnTo>
                  <a:pt x="1453959" y="81279"/>
                </a:lnTo>
                <a:lnTo>
                  <a:pt x="1446847" y="74929"/>
                </a:lnTo>
                <a:lnTo>
                  <a:pt x="1447292" y="74929"/>
                </a:lnTo>
                <a:lnTo>
                  <a:pt x="1439849" y="68579"/>
                </a:lnTo>
                <a:lnTo>
                  <a:pt x="1440319" y="68579"/>
                </a:lnTo>
                <a:lnTo>
                  <a:pt x="1432572" y="62229"/>
                </a:lnTo>
                <a:lnTo>
                  <a:pt x="1470452" y="62229"/>
                </a:lnTo>
                <a:lnTo>
                  <a:pt x="1471714" y="63500"/>
                </a:lnTo>
                <a:lnTo>
                  <a:pt x="1478915" y="71120"/>
                </a:lnTo>
                <a:lnTo>
                  <a:pt x="1485760" y="78739"/>
                </a:lnTo>
                <a:lnTo>
                  <a:pt x="1492211" y="86360"/>
                </a:lnTo>
                <a:lnTo>
                  <a:pt x="1497415" y="93979"/>
                </a:lnTo>
                <a:lnTo>
                  <a:pt x="1465973" y="93979"/>
                </a:lnTo>
                <a:lnTo>
                  <a:pt x="1466354" y="95250"/>
                </a:lnTo>
                <a:close/>
              </a:path>
              <a:path w="1535430" h="1254760">
                <a:moveTo>
                  <a:pt x="69037" y="95250"/>
                </a:moveTo>
                <a:lnTo>
                  <a:pt x="69430" y="93979"/>
                </a:lnTo>
                <a:lnTo>
                  <a:pt x="70112" y="93979"/>
                </a:lnTo>
                <a:lnTo>
                  <a:pt x="69037" y="95250"/>
                </a:lnTo>
                <a:close/>
              </a:path>
              <a:path w="1535430" h="1254760">
                <a:moveTo>
                  <a:pt x="1482394" y="118110"/>
                </a:moveTo>
                <a:lnTo>
                  <a:pt x="1477073" y="109220"/>
                </a:lnTo>
                <a:lnTo>
                  <a:pt x="1477403" y="109220"/>
                </a:lnTo>
                <a:lnTo>
                  <a:pt x="1471688" y="101600"/>
                </a:lnTo>
                <a:lnTo>
                  <a:pt x="1472056" y="101600"/>
                </a:lnTo>
                <a:lnTo>
                  <a:pt x="1465973" y="93979"/>
                </a:lnTo>
                <a:lnTo>
                  <a:pt x="1497415" y="93979"/>
                </a:lnTo>
                <a:lnTo>
                  <a:pt x="1498282" y="95250"/>
                </a:lnTo>
                <a:lnTo>
                  <a:pt x="1503946" y="104139"/>
                </a:lnTo>
                <a:lnTo>
                  <a:pt x="1509191" y="113029"/>
                </a:lnTo>
                <a:lnTo>
                  <a:pt x="1510996" y="116839"/>
                </a:lnTo>
                <a:lnTo>
                  <a:pt x="1482077" y="116839"/>
                </a:lnTo>
                <a:lnTo>
                  <a:pt x="1482394" y="118110"/>
                </a:lnTo>
                <a:close/>
              </a:path>
              <a:path w="1535430" h="1254760">
                <a:moveTo>
                  <a:pt x="52997" y="118110"/>
                </a:moveTo>
                <a:lnTo>
                  <a:pt x="53314" y="116839"/>
                </a:lnTo>
                <a:lnTo>
                  <a:pt x="53759" y="116839"/>
                </a:lnTo>
                <a:lnTo>
                  <a:pt x="52997" y="118110"/>
                </a:lnTo>
                <a:close/>
              </a:path>
              <a:path w="1535430" h="1254760">
                <a:moveTo>
                  <a:pt x="1487017" y="125729"/>
                </a:moveTo>
                <a:lnTo>
                  <a:pt x="1482077" y="116839"/>
                </a:lnTo>
                <a:lnTo>
                  <a:pt x="1510996" y="116839"/>
                </a:lnTo>
                <a:lnTo>
                  <a:pt x="1514005" y="123189"/>
                </a:lnTo>
                <a:lnTo>
                  <a:pt x="1514627" y="124460"/>
                </a:lnTo>
                <a:lnTo>
                  <a:pt x="1486725" y="124460"/>
                </a:lnTo>
                <a:lnTo>
                  <a:pt x="1487017" y="125729"/>
                </a:lnTo>
                <a:close/>
              </a:path>
              <a:path w="1535430" h="1254760">
                <a:moveTo>
                  <a:pt x="48374" y="125729"/>
                </a:moveTo>
                <a:lnTo>
                  <a:pt x="48679" y="124460"/>
                </a:lnTo>
                <a:lnTo>
                  <a:pt x="49080" y="124460"/>
                </a:lnTo>
                <a:lnTo>
                  <a:pt x="48374" y="125729"/>
                </a:lnTo>
                <a:close/>
              </a:path>
              <a:path w="1535430" h="1254760">
                <a:moveTo>
                  <a:pt x="1506328" y="179053"/>
                </a:moveTo>
                <a:lnTo>
                  <a:pt x="1506066" y="178332"/>
                </a:lnTo>
                <a:lnTo>
                  <a:pt x="1503946" y="168910"/>
                </a:lnTo>
                <a:lnTo>
                  <a:pt x="1504099" y="168910"/>
                </a:lnTo>
                <a:lnTo>
                  <a:pt x="1501343" y="160020"/>
                </a:lnTo>
                <a:lnTo>
                  <a:pt x="1501521" y="160020"/>
                </a:lnTo>
                <a:lnTo>
                  <a:pt x="1498307" y="151129"/>
                </a:lnTo>
                <a:lnTo>
                  <a:pt x="1498511" y="151129"/>
                </a:lnTo>
                <a:lnTo>
                  <a:pt x="1494840" y="142239"/>
                </a:lnTo>
                <a:lnTo>
                  <a:pt x="1495094" y="142239"/>
                </a:lnTo>
                <a:lnTo>
                  <a:pt x="1490980" y="133350"/>
                </a:lnTo>
                <a:lnTo>
                  <a:pt x="1491246" y="133350"/>
                </a:lnTo>
                <a:lnTo>
                  <a:pt x="1486725" y="124460"/>
                </a:lnTo>
                <a:lnTo>
                  <a:pt x="1514627" y="124460"/>
                </a:lnTo>
                <a:lnTo>
                  <a:pt x="1528622" y="162560"/>
                </a:lnTo>
                <a:lnTo>
                  <a:pt x="1531900" y="177800"/>
                </a:lnTo>
                <a:lnTo>
                  <a:pt x="1506105" y="177800"/>
                </a:lnTo>
                <a:lnTo>
                  <a:pt x="1506328" y="179053"/>
                </a:lnTo>
                <a:close/>
              </a:path>
              <a:path w="1535430" h="1254760">
                <a:moveTo>
                  <a:pt x="29175" y="179053"/>
                </a:moveTo>
                <a:lnTo>
                  <a:pt x="29298" y="177800"/>
                </a:lnTo>
                <a:lnTo>
                  <a:pt x="29337" y="178332"/>
                </a:lnTo>
                <a:lnTo>
                  <a:pt x="29175" y="179053"/>
                </a:lnTo>
                <a:close/>
              </a:path>
              <a:path w="1535430" h="1254760">
                <a:moveTo>
                  <a:pt x="1529835" y="1085850"/>
                </a:moveTo>
                <a:lnTo>
                  <a:pt x="1503946" y="1085850"/>
                </a:lnTo>
                <a:lnTo>
                  <a:pt x="1506105" y="1075689"/>
                </a:lnTo>
                <a:lnTo>
                  <a:pt x="1508092" y="1064496"/>
                </a:lnTo>
                <a:lnTo>
                  <a:pt x="1509064" y="1056639"/>
                </a:lnTo>
                <a:lnTo>
                  <a:pt x="1509496" y="1051560"/>
                </a:lnTo>
                <a:lnTo>
                  <a:pt x="1509734" y="1047750"/>
                </a:lnTo>
                <a:lnTo>
                  <a:pt x="1510004" y="1042670"/>
                </a:lnTo>
                <a:lnTo>
                  <a:pt x="1509969" y="210820"/>
                </a:lnTo>
                <a:lnTo>
                  <a:pt x="1508964" y="196850"/>
                </a:lnTo>
                <a:lnTo>
                  <a:pt x="1507909" y="187960"/>
                </a:lnTo>
                <a:lnTo>
                  <a:pt x="1506328" y="179053"/>
                </a:lnTo>
                <a:lnTo>
                  <a:pt x="1506158" y="178332"/>
                </a:lnTo>
                <a:lnTo>
                  <a:pt x="1506105" y="177800"/>
                </a:lnTo>
                <a:lnTo>
                  <a:pt x="1531900" y="177800"/>
                </a:lnTo>
                <a:lnTo>
                  <a:pt x="1532966" y="184150"/>
                </a:lnTo>
                <a:lnTo>
                  <a:pt x="1534337" y="194310"/>
                </a:lnTo>
                <a:lnTo>
                  <a:pt x="1535188" y="205739"/>
                </a:lnTo>
                <a:lnTo>
                  <a:pt x="1535404" y="210820"/>
                </a:lnTo>
                <a:lnTo>
                  <a:pt x="1535404" y="1042670"/>
                </a:lnTo>
                <a:lnTo>
                  <a:pt x="1531048" y="1080770"/>
                </a:lnTo>
                <a:lnTo>
                  <a:pt x="1529950" y="1085370"/>
                </a:lnTo>
                <a:lnTo>
                  <a:pt x="1529835" y="1085850"/>
                </a:lnTo>
                <a:close/>
              </a:path>
              <a:path w="1535430" h="1254760">
                <a:moveTo>
                  <a:pt x="31638" y="1085850"/>
                </a:moveTo>
                <a:lnTo>
                  <a:pt x="31457" y="1085850"/>
                </a:lnTo>
                <a:lnTo>
                  <a:pt x="31177" y="1084603"/>
                </a:lnTo>
                <a:lnTo>
                  <a:pt x="31508" y="1085370"/>
                </a:lnTo>
                <a:lnTo>
                  <a:pt x="31638" y="1085850"/>
                </a:lnTo>
                <a:close/>
              </a:path>
              <a:path w="1535430" h="1254760">
                <a:moveTo>
                  <a:pt x="1527644" y="1094739"/>
                </a:moveTo>
                <a:lnTo>
                  <a:pt x="1501343" y="1094739"/>
                </a:lnTo>
                <a:lnTo>
                  <a:pt x="1504092" y="1084603"/>
                </a:lnTo>
                <a:lnTo>
                  <a:pt x="1504048" y="1085370"/>
                </a:lnTo>
                <a:lnTo>
                  <a:pt x="1503946" y="1085850"/>
                </a:lnTo>
                <a:lnTo>
                  <a:pt x="1529835" y="1085850"/>
                </a:lnTo>
                <a:lnTo>
                  <a:pt x="1528622" y="1090929"/>
                </a:lnTo>
                <a:lnTo>
                  <a:pt x="1527644" y="1094739"/>
                </a:lnTo>
                <a:close/>
              </a:path>
              <a:path w="1535430" h="1254760">
                <a:moveTo>
                  <a:pt x="34274" y="1094739"/>
                </a:moveTo>
                <a:lnTo>
                  <a:pt x="34061" y="1094739"/>
                </a:lnTo>
                <a:lnTo>
                  <a:pt x="33870" y="1093470"/>
                </a:lnTo>
                <a:lnTo>
                  <a:pt x="34274" y="1094739"/>
                </a:lnTo>
                <a:close/>
              </a:path>
              <a:path w="1535430" h="1254760">
                <a:moveTo>
                  <a:pt x="1525260" y="1103629"/>
                </a:moveTo>
                <a:lnTo>
                  <a:pt x="1498307" y="1103629"/>
                </a:lnTo>
                <a:lnTo>
                  <a:pt x="1501521" y="1093470"/>
                </a:lnTo>
                <a:lnTo>
                  <a:pt x="1501343" y="1094739"/>
                </a:lnTo>
                <a:lnTo>
                  <a:pt x="1527644" y="1094739"/>
                </a:lnTo>
                <a:lnTo>
                  <a:pt x="1525689" y="1102360"/>
                </a:lnTo>
                <a:lnTo>
                  <a:pt x="1525260" y="1103629"/>
                </a:lnTo>
                <a:close/>
              </a:path>
              <a:path w="1535430" h="1254760">
                <a:moveTo>
                  <a:pt x="37339" y="1103629"/>
                </a:moveTo>
                <a:lnTo>
                  <a:pt x="37096" y="1103629"/>
                </a:lnTo>
                <a:lnTo>
                  <a:pt x="36880" y="1102360"/>
                </a:lnTo>
                <a:lnTo>
                  <a:pt x="37339" y="1103629"/>
                </a:lnTo>
                <a:close/>
              </a:path>
              <a:path w="1535430" h="1254760">
                <a:moveTo>
                  <a:pt x="1522260" y="1112520"/>
                </a:moveTo>
                <a:lnTo>
                  <a:pt x="1494840" y="1112520"/>
                </a:lnTo>
                <a:lnTo>
                  <a:pt x="1498511" y="1102360"/>
                </a:lnTo>
                <a:lnTo>
                  <a:pt x="1498307" y="1103629"/>
                </a:lnTo>
                <a:lnTo>
                  <a:pt x="1525260" y="1103629"/>
                </a:lnTo>
                <a:lnTo>
                  <a:pt x="1522260" y="1112520"/>
                </a:lnTo>
                <a:close/>
              </a:path>
              <a:path w="1535430" h="1254760">
                <a:moveTo>
                  <a:pt x="40895" y="1112520"/>
                </a:moveTo>
                <a:lnTo>
                  <a:pt x="40551" y="1112520"/>
                </a:lnTo>
                <a:lnTo>
                  <a:pt x="40309" y="1111250"/>
                </a:lnTo>
                <a:lnTo>
                  <a:pt x="40895" y="1112520"/>
                </a:lnTo>
                <a:close/>
              </a:path>
              <a:path w="1535430" h="1254760">
                <a:moveTo>
                  <a:pt x="1492211" y="1167129"/>
                </a:moveTo>
                <a:lnTo>
                  <a:pt x="1459915" y="1167129"/>
                </a:lnTo>
                <a:lnTo>
                  <a:pt x="1466354" y="1159510"/>
                </a:lnTo>
                <a:lnTo>
                  <a:pt x="1465973" y="1159510"/>
                </a:lnTo>
                <a:lnTo>
                  <a:pt x="1472056" y="1151889"/>
                </a:lnTo>
                <a:lnTo>
                  <a:pt x="1471688" y="1151889"/>
                </a:lnTo>
                <a:lnTo>
                  <a:pt x="1477403" y="1144270"/>
                </a:lnTo>
                <a:lnTo>
                  <a:pt x="1477073" y="1144270"/>
                </a:lnTo>
                <a:lnTo>
                  <a:pt x="1482394" y="1136650"/>
                </a:lnTo>
                <a:lnTo>
                  <a:pt x="1482077" y="1136650"/>
                </a:lnTo>
                <a:lnTo>
                  <a:pt x="1487017" y="1129029"/>
                </a:lnTo>
                <a:lnTo>
                  <a:pt x="1486725" y="1129029"/>
                </a:lnTo>
                <a:lnTo>
                  <a:pt x="1491246" y="1120139"/>
                </a:lnTo>
                <a:lnTo>
                  <a:pt x="1490980" y="1120139"/>
                </a:lnTo>
                <a:lnTo>
                  <a:pt x="1495094" y="1111250"/>
                </a:lnTo>
                <a:lnTo>
                  <a:pt x="1494840" y="1112520"/>
                </a:lnTo>
                <a:lnTo>
                  <a:pt x="1522260" y="1112520"/>
                </a:lnTo>
                <a:lnTo>
                  <a:pt x="1518361" y="1121410"/>
                </a:lnTo>
                <a:lnTo>
                  <a:pt x="1514005" y="1131570"/>
                </a:lnTo>
                <a:lnTo>
                  <a:pt x="1509191" y="1140460"/>
                </a:lnTo>
                <a:lnTo>
                  <a:pt x="1503946" y="1149350"/>
                </a:lnTo>
                <a:lnTo>
                  <a:pt x="1498282" y="1158239"/>
                </a:lnTo>
                <a:lnTo>
                  <a:pt x="1492211" y="1167129"/>
                </a:lnTo>
                <a:close/>
              </a:path>
              <a:path w="1535430" h="1254760">
                <a:moveTo>
                  <a:pt x="76212" y="1167129"/>
                </a:moveTo>
                <a:lnTo>
                  <a:pt x="75488" y="1167129"/>
                </a:lnTo>
                <a:lnTo>
                  <a:pt x="75082" y="1165860"/>
                </a:lnTo>
                <a:lnTo>
                  <a:pt x="76212" y="1167129"/>
                </a:lnTo>
                <a:close/>
              </a:path>
              <a:path w="1535430" h="1254760">
                <a:moveTo>
                  <a:pt x="1487603" y="1173479"/>
                </a:moveTo>
                <a:lnTo>
                  <a:pt x="1453527" y="1173479"/>
                </a:lnTo>
                <a:lnTo>
                  <a:pt x="1460322" y="1165860"/>
                </a:lnTo>
                <a:lnTo>
                  <a:pt x="1459915" y="1167129"/>
                </a:lnTo>
                <a:lnTo>
                  <a:pt x="1492211" y="1167129"/>
                </a:lnTo>
                <a:lnTo>
                  <a:pt x="1487603" y="1173479"/>
                </a:lnTo>
                <a:close/>
              </a:path>
              <a:path w="1535430" h="1254760">
                <a:moveTo>
                  <a:pt x="82619" y="1173479"/>
                </a:moveTo>
                <a:lnTo>
                  <a:pt x="81864" y="1173479"/>
                </a:lnTo>
                <a:lnTo>
                  <a:pt x="81432" y="1172210"/>
                </a:lnTo>
                <a:lnTo>
                  <a:pt x="82619" y="1173479"/>
                </a:lnTo>
                <a:close/>
              </a:path>
              <a:path w="1535430" h="1254760">
                <a:moveTo>
                  <a:pt x="1482337" y="1179829"/>
                </a:moveTo>
                <a:lnTo>
                  <a:pt x="1446847" y="1179829"/>
                </a:lnTo>
                <a:lnTo>
                  <a:pt x="1453959" y="1172210"/>
                </a:lnTo>
                <a:lnTo>
                  <a:pt x="1453527" y="1173479"/>
                </a:lnTo>
                <a:lnTo>
                  <a:pt x="1487603" y="1173479"/>
                </a:lnTo>
                <a:lnTo>
                  <a:pt x="1485760" y="1176020"/>
                </a:lnTo>
                <a:lnTo>
                  <a:pt x="1482337" y="1179829"/>
                </a:lnTo>
                <a:close/>
              </a:path>
              <a:path w="1535430" h="1254760">
                <a:moveTo>
                  <a:pt x="89350" y="1179829"/>
                </a:moveTo>
                <a:lnTo>
                  <a:pt x="88557" y="1179829"/>
                </a:lnTo>
                <a:lnTo>
                  <a:pt x="88112" y="1178560"/>
                </a:lnTo>
                <a:lnTo>
                  <a:pt x="89350" y="1179829"/>
                </a:lnTo>
                <a:close/>
              </a:path>
              <a:path w="1535430" h="1254760">
                <a:moveTo>
                  <a:pt x="1476514" y="1186179"/>
                </a:moveTo>
                <a:lnTo>
                  <a:pt x="1439849" y="1186179"/>
                </a:lnTo>
                <a:lnTo>
                  <a:pt x="1447292" y="1178560"/>
                </a:lnTo>
                <a:lnTo>
                  <a:pt x="1446847" y="1179829"/>
                </a:lnTo>
                <a:lnTo>
                  <a:pt x="1482337" y="1179829"/>
                </a:lnTo>
                <a:lnTo>
                  <a:pt x="1478915" y="1183639"/>
                </a:lnTo>
                <a:lnTo>
                  <a:pt x="1476514" y="1186179"/>
                </a:lnTo>
                <a:close/>
              </a:path>
              <a:path w="1535430" h="1254760">
                <a:moveTo>
                  <a:pt x="96631" y="1186179"/>
                </a:moveTo>
                <a:lnTo>
                  <a:pt x="95542" y="1186179"/>
                </a:lnTo>
                <a:lnTo>
                  <a:pt x="95084" y="1184910"/>
                </a:lnTo>
                <a:lnTo>
                  <a:pt x="96631" y="1186179"/>
                </a:lnTo>
                <a:close/>
              </a:path>
              <a:path w="1535430" h="1254760">
                <a:moveTo>
                  <a:pt x="1419199" y="1229360"/>
                </a:moveTo>
                <a:lnTo>
                  <a:pt x="1332407" y="1229360"/>
                </a:lnTo>
                <a:lnTo>
                  <a:pt x="1338096" y="1227969"/>
                </a:lnTo>
                <a:lnTo>
                  <a:pt x="1347381" y="1226820"/>
                </a:lnTo>
                <a:lnTo>
                  <a:pt x="1346746" y="1226820"/>
                </a:lnTo>
                <a:lnTo>
                  <a:pt x="1356842" y="1225550"/>
                </a:lnTo>
                <a:lnTo>
                  <a:pt x="1356220" y="1225550"/>
                </a:lnTo>
                <a:lnTo>
                  <a:pt x="1366139" y="1223010"/>
                </a:lnTo>
                <a:lnTo>
                  <a:pt x="1365529" y="1223010"/>
                </a:lnTo>
                <a:lnTo>
                  <a:pt x="1375257" y="1220470"/>
                </a:lnTo>
                <a:lnTo>
                  <a:pt x="1374648" y="1220470"/>
                </a:lnTo>
                <a:lnTo>
                  <a:pt x="1384173" y="1217929"/>
                </a:lnTo>
                <a:lnTo>
                  <a:pt x="1383588" y="1217929"/>
                </a:lnTo>
                <a:lnTo>
                  <a:pt x="1392897" y="1214120"/>
                </a:lnTo>
                <a:lnTo>
                  <a:pt x="1392326" y="1214120"/>
                </a:lnTo>
                <a:lnTo>
                  <a:pt x="1401406" y="1210310"/>
                </a:lnTo>
                <a:lnTo>
                  <a:pt x="1400848" y="1210310"/>
                </a:lnTo>
                <a:lnTo>
                  <a:pt x="1409687" y="1206500"/>
                </a:lnTo>
                <a:lnTo>
                  <a:pt x="1409153" y="1206500"/>
                </a:lnTo>
                <a:lnTo>
                  <a:pt x="1417739" y="1201420"/>
                </a:lnTo>
                <a:lnTo>
                  <a:pt x="1417205" y="1201420"/>
                </a:lnTo>
                <a:lnTo>
                  <a:pt x="1425524" y="1196339"/>
                </a:lnTo>
                <a:lnTo>
                  <a:pt x="1425028" y="1196339"/>
                </a:lnTo>
                <a:lnTo>
                  <a:pt x="1433067" y="1191260"/>
                </a:lnTo>
                <a:lnTo>
                  <a:pt x="1432572" y="1191260"/>
                </a:lnTo>
                <a:lnTo>
                  <a:pt x="1440319" y="1184910"/>
                </a:lnTo>
                <a:lnTo>
                  <a:pt x="1439849" y="1186179"/>
                </a:lnTo>
                <a:lnTo>
                  <a:pt x="1476514" y="1186179"/>
                </a:lnTo>
                <a:lnTo>
                  <a:pt x="1471714" y="1191260"/>
                </a:lnTo>
                <a:lnTo>
                  <a:pt x="1464144" y="1197610"/>
                </a:lnTo>
                <a:lnTo>
                  <a:pt x="1456258" y="1205229"/>
                </a:lnTo>
                <a:lnTo>
                  <a:pt x="1448028" y="1211579"/>
                </a:lnTo>
                <a:lnTo>
                  <a:pt x="1439494" y="1217929"/>
                </a:lnTo>
                <a:lnTo>
                  <a:pt x="1430667" y="1223010"/>
                </a:lnTo>
                <a:lnTo>
                  <a:pt x="1421766" y="1227969"/>
                </a:lnTo>
                <a:lnTo>
                  <a:pt x="1419199" y="1229360"/>
                </a:lnTo>
                <a:close/>
              </a:path>
              <a:path w="1535430" h="1254760">
                <a:moveTo>
                  <a:pt x="1328953" y="1254760"/>
                </a:moveTo>
                <a:lnTo>
                  <a:pt x="206451" y="1254760"/>
                </a:lnTo>
                <a:lnTo>
                  <a:pt x="200901" y="1253489"/>
                </a:lnTo>
                <a:lnTo>
                  <a:pt x="1334490" y="1253489"/>
                </a:lnTo>
                <a:lnTo>
                  <a:pt x="1328953" y="1254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15" name="object 19">
            <a:extLst>
              <a:ext uri="{FF2B5EF4-FFF2-40B4-BE49-F238E27FC236}">
                <a16:creationId xmlns:a16="http://schemas.microsoft.com/office/drawing/2014/main" id="{42056C5F-F076-4861-914D-322D550D9D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5421" y="5103704"/>
            <a:ext cx="436601" cy="828822"/>
          </a:xfrm>
          <a:prstGeom prst="rect">
            <a:avLst/>
          </a:prstGeom>
        </p:spPr>
      </p:pic>
      <p:pic>
        <p:nvPicPr>
          <p:cNvPr id="16" name="object 20">
            <a:extLst>
              <a:ext uri="{FF2B5EF4-FFF2-40B4-BE49-F238E27FC236}">
                <a16:creationId xmlns:a16="http://schemas.microsoft.com/office/drawing/2014/main" id="{5FBB21BD-E88B-4CF2-BC7E-8CBA4C97B8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3237" y="5103704"/>
            <a:ext cx="436601" cy="828822"/>
          </a:xfrm>
          <a:prstGeom prst="rect">
            <a:avLst/>
          </a:prstGeom>
        </p:spPr>
      </p:pic>
      <p:sp>
        <p:nvSpPr>
          <p:cNvPr id="17" name="object 21">
            <a:extLst>
              <a:ext uri="{FF2B5EF4-FFF2-40B4-BE49-F238E27FC236}">
                <a16:creationId xmlns:a16="http://schemas.microsoft.com/office/drawing/2014/main" id="{0D4F83F8-36E0-4A49-A01D-24B3898243F7}"/>
              </a:ext>
            </a:extLst>
          </p:cNvPr>
          <p:cNvSpPr>
            <a:spLocks noGrp="1"/>
          </p:cNvSpPr>
          <p:nvPr/>
        </p:nvSpPr>
        <p:spPr>
          <a:xfrm>
            <a:off x="3615146" y="4940847"/>
            <a:ext cx="1351178" cy="1104188"/>
          </a:xfrm>
          <a:custGeom>
            <a:avLst/>
            <a:gdLst/>
            <a:ahLst/>
            <a:cxnLst/>
            <a:rect l="l" t="t" r="r" b="b"/>
            <a:pathLst>
              <a:path w="1535429" h="1254760">
                <a:moveTo>
                  <a:pt x="1340091" y="1253489"/>
                </a:moveTo>
                <a:lnTo>
                  <a:pt x="195313" y="1253489"/>
                </a:lnTo>
                <a:lnTo>
                  <a:pt x="173774" y="1250950"/>
                </a:lnTo>
                <a:lnTo>
                  <a:pt x="163245" y="1248410"/>
                </a:lnTo>
                <a:lnTo>
                  <a:pt x="152908" y="1244600"/>
                </a:lnTo>
                <a:lnTo>
                  <a:pt x="142786" y="1242060"/>
                </a:lnTo>
                <a:lnTo>
                  <a:pt x="104736" y="1223010"/>
                </a:lnTo>
                <a:lnTo>
                  <a:pt x="71247" y="1197610"/>
                </a:lnTo>
                <a:lnTo>
                  <a:pt x="63690" y="1191260"/>
                </a:lnTo>
                <a:lnTo>
                  <a:pt x="37109" y="1158239"/>
                </a:lnTo>
                <a:lnTo>
                  <a:pt x="17043" y="1121410"/>
                </a:lnTo>
                <a:lnTo>
                  <a:pt x="13144" y="1112519"/>
                </a:lnTo>
                <a:lnTo>
                  <a:pt x="2438" y="1070610"/>
                </a:lnTo>
                <a:lnTo>
                  <a:pt x="0" y="1042669"/>
                </a:lnTo>
                <a:lnTo>
                  <a:pt x="0" y="210820"/>
                </a:lnTo>
                <a:lnTo>
                  <a:pt x="4343" y="172720"/>
                </a:lnTo>
                <a:lnTo>
                  <a:pt x="17043" y="132079"/>
                </a:lnTo>
                <a:lnTo>
                  <a:pt x="21399" y="123189"/>
                </a:lnTo>
                <a:lnTo>
                  <a:pt x="26212" y="113029"/>
                </a:lnTo>
                <a:lnTo>
                  <a:pt x="49644" y="78739"/>
                </a:lnTo>
                <a:lnTo>
                  <a:pt x="79146" y="49529"/>
                </a:lnTo>
                <a:lnTo>
                  <a:pt x="87375" y="41910"/>
                </a:lnTo>
                <a:lnTo>
                  <a:pt x="95910" y="36829"/>
                </a:lnTo>
                <a:lnTo>
                  <a:pt x="104736" y="30479"/>
                </a:lnTo>
                <a:lnTo>
                  <a:pt x="113855" y="25400"/>
                </a:lnTo>
                <a:lnTo>
                  <a:pt x="152908" y="8889"/>
                </a:lnTo>
                <a:lnTo>
                  <a:pt x="195313" y="0"/>
                </a:lnTo>
                <a:lnTo>
                  <a:pt x="1340091" y="0"/>
                </a:lnTo>
                <a:lnTo>
                  <a:pt x="1382496" y="8889"/>
                </a:lnTo>
                <a:lnTo>
                  <a:pt x="1419202" y="24129"/>
                </a:lnTo>
                <a:lnTo>
                  <a:pt x="212839" y="24129"/>
                </a:lnTo>
                <a:lnTo>
                  <a:pt x="207568" y="25400"/>
                </a:lnTo>
                <a:lnTo>
                  <a:pt x="198285" y="25400"/>
                </a:lnTo>
                <a:lnTo>
                  <a:pt x="189273" y="26515"/>
                </a:lnTo>
                <a:lnTo>
                  <a:pt x="183610" y="27939"/>
                </a:lnTo>
                <a:lnTo>
                  <a:pt x="179184" y="27939"/>
                </a:lnTo>
                <a:lnTo>
                  <a:pt x="169265" y="30479"/>
                </a:lnTo>
                <a:lnTo>
                  <a:pt x="169875" y="30479"/>
                </a:lnTo>
                <a:lnTo>
                  <a:pt x="160147" y="33020"/>
                </a:lnTo>
                <a:lnTo>
                  <a:pt x="160743" y="33020"/>
                </a:lnTo>
                <a:lnTo>
                  <a:pt x="151218" y="36829"/>
                </a:lnTo>
                <a:lnTo>
                  <a:pt x="151815" y="36829"/>
                </a:lnTo>
                <a:lnTo>
                  <a:pt x="142506" y="39370"/>
                </a:lnTo>
                <a:lnTo>
                  <a:pt x="143078" y="39370"/>
                </a:lnTo>
                <a:lnTo>
                  <a:pt x="133997" y="43179"/>
                </a:lnTo>
                <a:lnTo>
                  <a:pt x="134543" y="43179"/>
                </a:lnTo>
                <a:lnTo>
                  <a:pt x="125704" y="48260"/>
                </a:lnTo>
                <a:lnTo>
                  <a:pt x="126250" y="48260"/>
                </a:lnTo>
                <a:lnTo>
                  <a:pt x="117665" y="52070"/>
                </a:lnTo>
                <a:lnTo>
                  <a:pt x="118186" y="52070"/>
                </a:lnTo>
                <a:lnTo>
                  <a:pt x="109867" y="57150"/>
                </a:lnTo>
                <a:lnTo>
                  <a:pt x="110375" y="57150"/>
                </a:lnTo>
                <a:lnTo>
                  <a:pt x="103944" y="62229"/>
                </a:lnTo>
                <a:lnTo>
                  <a:pt x="102831" y="62229"/>
                </a:lnTo>
                <a:lnTo>
                  <a:pt x="95084" y="68579"/>
                </a:lnTo>
                <a:lnTo>
                  <a:pt x="95554" y="68579"/>
                </a:lnTo>
                <a:lnTo>
                  <a:pt x="88112" y="74929"/>
                </a:lnTo>
                <a:lnTo>
                  <a:pt x="88557" y="74929"/>
                </a:lnTo>
                <a:lnTo>
                  <a:pt x="81445" y="81279"/>
                </a:lnTo>
                <a:lnTo>
                  <a:pt x="81864" y="81279"/>
                </a:lnTo>
                <a:lnTo>
                  <a:pt x="75082" y="87629"/>
                </a:lnTo>
                <a:lnTo>
                  <a:pt x="75488" y="87629"/>
                </a:lnTo>
                <a:lnTo>
                  <a:pt x="70123" y="93979"/>
                </a:lnTo>
                <a:lnTo>
                  <a:pt x="69430" y="93979"/>
                </a:lnTo>
                <a:lnTo>
                  <a:pt x="63347" y="101600"/>
                </a:lnTo>
                <a:lnTo>
                  <a:pt x="63703" y="101600"/>
                </a:lnTo>
                <a:lnTo>
                  <a:pt x="57988" y="109220"/>
                </a:lnTo>
                <a:lnTo>
                  <a:pt x="58331" y="109220"/>
                </a:lnTo>
                <a:lnTo>
                  <a:pt x="53759" y="116839"/>
                </a:lnTo>
                <a:lnTo>
                  <a:pt x="53314" y="116839"/>
                </a:lnTo>
                <a:lnTo>
                  <a:pt x="49090" y="124460"/>
                </a:lnTo>
                <a:lnTo>
                  <a:pt x="48679" y="124460"/>
                </a:lnTo>
                <a:lnTo>
                  <a:pt x="44145" y="133350"/>
                </a:lnTo>
                <a:lnTo>
                  <a:pt x="44411" y="133350"/>
                </a:lnTo>
                <a:lnTo>
                  <a:pt x="40309" y="142239"/>
                </a:lnTo>
                <a:lnTo>
                  <a:pt x="40551" y="142239"/>
                </a:lnTo>
                <a:lnTo>
                  <a:pt x="36880" y="151129"/>
                </a:lnTo>
                <a:lnTo>
                  <a:pt x="37096" y="151129"/>
                </a:lnTo>
                <a:lnTo>
                  <a:pt x="33870" y="160020"/>
                </a:lnTo>
                <a:lnTo>
                  <a:pt x="34061" y="160020"/>
                </a:lnTo>
                <a:lnTo>
                  <a:pt x="31305" y="168910"/>
                </a:lnTo>
                <a:lnTo>
                  <a:pt x="31457" y="168910"/>
                </a:lnTo>
                <a:lnTo>
                  <a:pt x="29457" y="177800"/>
                </a:lnTo>
                <a:lnTo>
                  <a:pt x="29298" y="177800"/>
                </a:lnTo>
                <a:lnTo>
                  <a:pt x="27584" y="187960"/>
                </a:lnTo>
                <a:lnTo>
                  <a:pt x="26117" y="199464"/>
                </a:lnTo>
                <a:lnTo>
                  <a:pt x="26015" y="200660"/>
                </a:lnTo>
                <a:lnTo>
                  <a:pt x="25908" y="201929"/>
                </a:lnTo>
                <a:lnTo>
                  <a:pt x="25669" y="205739"/>
                </a:lnTo>
                <a:lnTo>
                  <a:pt x="25590" y="207010"/>
                </a:lnTo>
                <a:lnTo>
                  <a:pt x="25447" y="210820"/>
                </a:lnTo>
                <a:lnTo>
                  <a:pt x="25400" y="1042669"/>
                </a:lnTo>
                <a:lnTo>
                  <a:pt x="25565" y="1046480"/>
                </a:lnTo>
                <a:lnTo>
                  <a:pt x="25882" y="1051560"/>
                </a:lnTo>
                <a:lnTo>
                  <a:pt x="26289" y="1056639"/>
                </a:lnTo>
                <a:lnTo>
                  <a:pt x="27174" y="1063582"/>
                </a:lnTo>
                <a:lnTo>
                  <a:pt x="27295" y="1064317"/>
                </a:lnTo>
                <a:lnTo>
                  <a:pt x="27423" y="1065538"/>
                </a:lnTo>
                <a:lnTo>
                  <a:pt x="27701" y="1066780"/>
                </a:lnTo>
                <a:lnTo>
                  <a:pt x="29171" y="1075689"/>
                </a:lnTo>
                <a:lnTo>
                  <a:pt x="31177" y="1084603"/>
                </a:lnTo>
                <a:lnTo>
                  <a:pt x="31403" y="1085400"/>
                </a:lnTo>
                <a:lnTo>
                  <a:pt x="31457" y="1085850"/>
                </a:lnTo>
                <a:lnTo>
                  <a:pt x="31649" y="1085850"/>
                </a:lnTo>
                <a:lnTo>
                  <a:pt x="34061" y="1094739"/>
                </a:lnTo>
                <a:lnTo>
                  <a:pt x="34274" y="1094739"/>
                </a:lnTo>
                <a:lnTo>
                  <a:pt x="37096" y="1103630"/>
                </a:lnTo>
                <a:lnTo>
                  <a:pt x="37339" y="1103630"/>
                </a:lnTo>
                <a:lnTo>
                  <a:pt x="40551" y="1112519"/>
                </a:lnTo>
                <a:lnTo>
                  <a:pt x="40895" y="1112519"/>
                </a:lnTo>
                <a:lnTo>
                  <a:pt x="44411" y="1120139"/>
                </a:lnTo>
                <a:lnTo>
                  <a:pt x="44145" y="1120139"/>
                </a:lnTo>
                <a:lnTo>
                  <a:pt x="48679" y="1129030"/>
                </a:lnTo>
                <a:lnTo>
                  <a:pt x="48387" y="1129030"/>
                </a:lnTo>
                <a:lnTo>
                  <a:pt x="53314" y="1136650"/>
                </a:lnTo>
                <a:lnTo>
                  <a:pt x="52997" y="1136650"/>
                </a:lnTo>
                <a:lnTo>
                  <a:pt x="58331" y="1144269"/>
                </a:lnTo>
                <a:lnTo>
                  <a:pt x="57988" y="1144269"/>
                </a:lnTo>
                <a:lnTo>
                  <a:pt x="63703" y="1151889"/>
                </a:lnTo>
                <a:lnTo>
                  <a:pt x="63347" y="1151889"/>
                </a:lnTo>
                <a:lnTo>
                  <a:pt x="69430" y="1159510"/>
                </a:lnTo>
                <a:lnTo>
                  <a:pt x="69049" y="1159510"/>
                </a:lnTo>
                <a:lnTo>
                  <a:pt x="75488" y="1167130"/>
                </a:lnTo>
                <a:lnTo>
                  <a:pt x="76212" y="1167130"/>
                </a:lnTo>
                <a:lnTo>
                  <a:pt x="81864" y="1173480"/>
                </a:lnTo>
                <a:lnTo>
                  <a:pt x="82630" y="1173480"/>
                </a:lnTo>
                <a:lnTo>
                  <a:pt x="88557" y="1179830"/>
                </a:lnTo>
                <a:lnTo>
                  <a:pt x="89352" y="1179830"/>
                </a:lnTo>
                <a:lnTo>
                  <a:pt x="95554" y="1186180"/>
                </a:lnTo>
                <a:lnTo>
                  <a:pt x="96634" y="1186180"/>
                </a:lnTo>
                <a:lnTo>
                  <a:pt x="102831" y="1191260"/>
                </a:lnTo>
                <a:lnTo>
                  <a:pt x="102336" y="1191260"/>
                </a:lnTo>
                <a:lnTo>
                  <a:pt x="110375" y="1196339"/>
                </a:lnTo>
                <a:lnTo>
                  <a:pt x="109867" y="1196339"/>
                </a:lnTo>
                <a:lnTo>
                  <a:pt x="118186" y="1201419"/>
                </a:lnTo>
                <a:lnTo>
                  <a:pt x="117665" y="1201419"/>
                </a:lnTo>
                <a:lnTo>
                  <a:pt x="126250" y="1206500"/>
                </a:lnTo>
                <a:lnTo>
                  <a:pt x="125704" y="1206500"/>
                </a:lnTo>
                <a:lnTo>
                  <a:pt x="134543" y="1210310"/>
                </a:lnTo>
                <a:lnTo>
                  <a:pt x="133997" y="1210310"/>
                </a:lnTo>
                <a:lnTo>
                  <a:pt x="143078" y="1214119"/>
                </a:lnTo>
                <a:lnTo>
                  <a:pt x="142506" y="1214119"/>
                </a:lnTo>
                <a:lnTo>
                  <a:pt x="151815" y="1217930"/>
                </a:lnTo>
                <a:lnTo>
                  <a:pt x="151218" y="1217930"/>
                </a:lnTo>
                <a:lnTo>
                  <a:pt x="160743" y="1220469"/>
                </a:lnTo>
                <a:lnTo>
                  <a:pt x="160147" y="1220469"/>
                </a:lnTo>
                <a:lnTo>
                  <a:pt x="169875" y="1223010"/>
                </a:lnTo>
                <a:lnTo>
                  <a:pt x="169265" y="1223010"/>
                </a:lnTo>
                <a:lnTo>
                  <a:pt x="179184" y="1225550"/>
                </a:lnTo>
                <a:lnTo>
                  <a:pt x="178561" y="1225550"/>
                </a:lnTo>
                <a:lnTo>
                  <a:pt x="188658" y="1226819"/>
                </a:lnTo>
                <a:lnTo>
                  <a:pt x="188023" y="1226819"/>
                </a:lnTo>
                <a:lnTo>
                  <a:pt x="197307" y="1227969"/>
                </a:lnTo>
                <a:lnTo>
                  <a:pt x="202996" y="1229360"/>
                </a:lnTo>
                <a:lnTo>
                  <a:pt x="1419202" y="1229360"/>
                </a:lnTo>
                <a:lnTo>
                  <a:pt x="1412163" y="1233169"/>
                </a:lnTo>
                <a:lnTo>
                  <a:pt x="1402511" y="1238250"/>
                </a:lnTo>
                <a:lnTo>
                  <a:pt x="1392618" y="1242060"/>
                </a:lnTo>
                <a:lnTo>
                  <a:pt x="1382496" y="1244600"/>
                </a:lnTo>
                <a:lnTo>
                  <a:pt x="1372158" y="1248410"/>
                </a:lnTo>
                <a:lnTo>
                  <a:pt x="1361630" y="1250950"/>
                </a:lnTo>
                <a:lnTo>
                  <a:pt x="1340091" y="1253489"/>
                </a:lnTo>
                <a:close/>
              </a:path>
              <a:path w="1535429" h="1254760">
                <a:moveTo>
                  <a:pt x="212509" y="25400"/>
                </a:moveTo>
                <a:lnTo>
                  <a:pt x="212839" y="24129"/>
                </a:lnTo>
                <a:lnTo>
                  <a:pt x="217805" y="24129"/>
                </a:lnTo>
                <a:lnTo>
                  <a:pt x="212509" y="25400"/>
                </a:lnTo>
                <a:close/>
              </a:path>
              <a:path w="1535429" h="1254760">
                <a:moveTo>
                  <a:pt x="1322895" y="25400"/>
                </a:moveTo>
                <a:lnTo>
                  <a:pt x="1317599" y="24129"/>
                </a:lnTo>
                <a:lnTo>
                  <a:pt x="1322578" y="24129"/>
                </a:lnTo>
                <a:lnTo>
                  <a:pt x="1322895" y="25400"/>
                </a:lnTo>
                <a:close/>
              </a:path>
              <a:path w="1535429" h="1254760">
                <a:moveTo>
                  <a:pt x="1356842" y="29210"/>
                </a:moveTo>
                <a:lnTo>
                  <a:pt x="1346131" y="26515"/>
                </a:lnTo>
                <a:lnTo>
                  <a:pt x="1337119" y="25400"/>
                </a:lnTo>
                <a:lnTo>
                  <a:pt x="1327835" y="25400"/>
                </a:lnTo>
                <a:lnTo>
                  <a:pt x="1322578" y="24129"/>
                </a:lnTo>
                <a:lnTo>
                  <a:pt x="1419202" y="24129"/>
                </a:lnTo>
                <a:lnTo>
                  <a:pt x="1421549" y="25400"/>
                </a:lnTo>
                <a:lnTo>
                  <a:pt x="1426108" y="27939"/>
                </a:lnTo>
                <a:lnTo>
                  <a:pt x="1356220" y="27939"/>
                </a:lnTo>
                <a:lnTo>
                  <a:pt x="1356842" y="29210"/>
                </a:lnTo>
                <a:close/>
              </a:path>
              <a:path w="1535429" h="1254760">
                <a:moveTo>
                  <a:pt x="178562" y="29210"/>
                </a:moveTo>
                <a:lnTo>
                  <a:pt x="179184" y="27939"/>
                </a:lnTo>
                <a:lnTo>
                  <a:pt x="183610" y="27939"/>
                </a:lnTo>
                <a:lnTo>
                  <a:pt x="178562" y="29210"/>
                </a:lnTo>
                <a:close/>
              </a:path>
              <a:path w="1535429" h="1254760">
                <a:moveTo>
                  <a:pt x="1433068" y="63500"/>
                </a:moveTo>
                <a:lnTo>
                  <a:pt x="1425028" y="57150"/>
                </a:lnTo>
                <a:lnTo>
                  <a:pt x="1425536" y="57150"/>
                </a:lnTo>
                <a:lnTo>
                  <a:pt x="1417218" y="52070"/>
                </a:lnTo>
                <a:lnTo>
                  <a:pt x="1417739" y="52070"/>
                </a:lnTo>
                <a:lnTo>
                  <a:pt x="1409153" y="48260"/>
                </a:lnTo>
                <a:lnTo>
                  <a:pt x="1409700" y="48260"/>
                </a:lnTo>
                <a:lnTo>
                  <a:pt x="1400860" y="43179"/>
                </a:lnTo>
                <a:lnTo>
                  <a:pt x="1401406" y="43179"/>
                </a:lnTo>
                <a:lnTo>
                  <a:pt x="1392326" y="39370"/>
                </a:lnTo>
                <a:lnTo>
                  <a:pt x="1392910" y="39370"/>
                </a:lnTo>
                <a:lnTo>
                  <a:pt x="1383588" y="36829"/>
                </a:lnTo>
                <a:lnTo>
                  <a:pt x="1384185" y="36829"/>
                </a:lnTo>
                <a:lnTo>
                  <a:pt x="1374660" y="33020"/>
                </a:lnTo>
                <a:lnTo>
                  <a:pt x="1375257" y="33020"/>
                </a:lnTo>
                <a:lnTo>
                  <a:pt x="1365529" y="30479"/>
                </a:lnTo>
                <a:lnTo>
                  <a:pt x="1366139" y="30479"/>
                </a:lnTo>
                <a:lnTo>
                  <a:pt x="1356220" y="27939"/>
                </a:lnTo>
                <a:lnTo>
                  <a:pt x="1426108" y="27939"/>
                </a:lnTo>
                <a:lnTo>
                  <a:pt x="1430667" y="30479"/>
                </a:lnTo>
                <a:lnTo>
                  <a:pt x="1439494" y="36829"/>
                </a:lnTo>
                <a:lnTo>
                  <a:pt x="1448028" y="41910"/>
                </a:lnTo>
                <a:lnTo>
                  <a:pt x="1456258" y="49529"/>
                </a:lnTo>
                <a:lnTo>
                  <a:pt x="1464157" y="55879"/>
                </a:lnTo>
                <a:lnTo>
                  <a:pt x="1470454" y="62229"/>
                </a:lnTo>
                <a:lnTo>
                  <a:pt x="1432572" y="62229"/>
                </a:lnTo>
                <a:lnTo>
                  <a:pt x="1433068" y="63500"/>
                </a:lnTo>
                <a:close/>
              </a:path>
              <a:path w="1535429" h="1254760">
                <a:moveTo>
                  <a:pt x="102336" y="63500"/>
                </a:moveTo>
                <a:lnTo>
                  <a:pt x="102831" y="62229"/>
                </a:lnTo>
                <a:lnTo>
                  <a:pt x="103944" y="62229"/>
                </a:lnTo>
                <a:lnTo>
                  <a:pt x="102336" y="63500"/>
                </a:lnTo>
                <a:close/>
              </a:path>
              <a:path w="1535429" h="1254760">
                <a:moveTo>
                  <a:pt x="1466367" y="95250"/>
                </a:moveTo>
                <a:lnTo>
                  <a:pt x="1459915" y="87629"/>
                </a:lnTo>
                <a:lnTo>
                  <a:pt x="1460322" y="87629"/>
                </a:lnTo>
                <a:lnTo>
                  <a:pt x="1453540" y="81279"/>
                </a:lnTo>
                <a:lnTo>
                  <a:pt x="1453959" y="81279"/>
                </a:lnTo>
                <a:lnTo>
                  <a:pt x="1446847" y="74929"/>
                </a:lnTo>
                <a:lnTo>
                  <a:pt x="1447292" y="74929"/>
                </a:lnTo>
                <a:lnTo>
                  <a:pt x="1439849" y="68579"/>
                </a:lnTo>
                <a:lnTo>
                  <a:pt x="1440319" y="68579"/>
                </a:lnTo>
                <a:lnTo>
                  <a:pt x="1432572" y="62229"/>
                </a:lnTo>
                <a:lnTo>
                  <a:pt x="1470454" y="62229"/>
                </a:lnTo>
                <a:lnTo>
                  <a:pt x="1471714" y="63500"/>
                </a:lnTo>
                <a:lnTo>
                  <a:pt x="1478915" y="71120"/>
                </a:lnTo>
                <a:lnTo>
                  <a:pt x="1485760" y="78739"/>
                </a:lnTo>
                <a:lnTo>
                  <a:pt x="1492224" y="86360"/>
                </a:lnTo>
                <a:lnTo>
                  <a:pt x="1497427" y="93979"/>
                </a:lnTo>
                <a:lnTo>
                  <a:pt x="1465973" y="93979"/>
                </a:lnTo>
                <a:lnTo>
                  <a:pt x="1466367" y="95250"/>
                </a:lnTo>
                <a:close/>
              </a:path>
              <a:path w="1535429" h="1254760">
                <a:moveTo>
                  <a:pt x="69049" y="95250"/>
                </a:moveTo>
                <a:lnTo>
                  <a:pt x="69430" y="93979"/>
                </a:lnTo>
                <a:lnTo>
                  <a:pt x="70123" y="93979"/>
                </a:lnTo>
                <a:lnTo>
                  <a:pt x="69049" y="95250"/>
                </a:lnTo>
                <a:close/>
              </a:path>
              <a:path w="1535429" h="1254760">
                <a:moveTo>
                  <a:pt x="1482407" y="118110"/>
                </a:moveTo>
                <a:lnTo>
                  <a:pt x="1477073" y="109220"/>
                </a:lnTo>
                <a:lnTo>
                  <a:pt x="1477416" y="109220"/>
                </a:lnTo>
                <a:lnTo>
                  <a:pt x="1471701" y="101600"/>
                </a:lnTo>
                <a:lnTo>
                  <a:pt x="1472057" y="101600"/>
                </a:lnTo>
                <a:lnTo>
                  <a:pt x="1465973" y="93979"/>
                </a:lnTo>
                <a:lnTo>
                  <a:pt x="1497427" y="93979"/>
                </a:lnTo>
                <a:lnTo>
                  <a:pt x="1498295" y="95250"/>
                </a:lnTo>
                <a:lnTo>
                  <a:pt x="1503946" y="104139"/>
                </a:lnTo>
                <a:lnTo>
                  <a:pt x="1509191" y="113029"/>
                </a:lnTo>
                <a:lnTo>
                  <a:pt x="1510996" y="116839"/>
                </a:lnTo>
                <a:lnTo>
                  <a:pt x="1482090" y="116839"/>
                </a:lnTo>
                <a:lnTo>
                  <a:pt x="1482407" y="118110"/>
                </a:lnTo>
                <a:close/>
              </a:path>
              <a:path w="1535429" h="1254760">
                <a:moveTo>
                  <a:pt x="52997" y="118110"/>
                </a:moveTo>
                <a:lnTo>
                  <a:pt x="53314" y="116839"/>
                </a:lnTo>
                <a:lnTo>
                  <a:pt x="53759" y="116839"/>
                </a:lnTo>
                <a:lnTo>
                  <a:pt x="52997" y="118110"/>
                </a:lnTo>
                <a:close/>
              </a:path>
              <a:path w="1535429" h="1254760">
                <a:moveTo>
                  <a:pt x="1487017" y="125729"/>
                </a:moveTo>
                <a:lnTo>
                  <a:pt x="1482090" y="116839"/>
                </a:lnTo>
                <a:lnTo>
                  <a:pt x="1510996" y="116839"/>
                </a:lnTo>
                <a:lnTo>
                  <a:pt x="1514005" y="123189"/>
                </a:lnTo>
                <a:lnTo>
                  <a:pt x="1514627" y="124460"/>
                </a:lnTo>
                <a:lnTo>
                  <a:pt x="1486725" y="124460"/>
                </a:lnTo>
                <a:lnTo>
                  <a:pt x="1487017" y="125729"/>
                </a:lnTo>
                <a:close/>
              </a:path>
              <a:path w="1535429" h="1254760">
                <a:moveTo>
                  <a:pt x="48387" y="125729"/>
                </a:moveTo>
                <a:lnTo>
                  <a:pt x="48679" y="124460"/>
                </a:lnTo>
                <a:lnTo>
                  <a:pt x="49090" y="124460"/>
                </a:lnTo>
                <a:lnTo>
                  <a:pt x="48387" y="125729"/>
                </a:lnTo>
                <a:close/>
              </a:path>
              <a:path w="1535429" h="1254760">
                <a:moveTo>
                  <a:pt x="1506328" y="179053"/>
                </a:moveTo>
                <a:lnTo>
                  <a:pt x="1506066" y="178332"/>
                </a:lnTo>
                <a:lnTo>
                  <a:pt x="1503946" y="168910"/>
                </a:lnTo>
                <a:lnTo>
                  <a:pt x="1504099" y="168910"/>
                </a:lnTo>
                <a:lnTo>
                  <a:pt x="1501343" y="160020"/>
                </a:lnTo>
                <a:lnTo>
                  <a:pt x="1501533" y="160020"/>
                </a:lnTo>
                <a:lnTo>
                  <a:pt x="1498307" y="151129"/>
                </a:lnTo>
                <a:lnTo>
                  <a:pt x="1498523" y="151129"/>
                </a:lnTo>
                <a:lnTo>
                  <a:pt x="1494853" y="142239"/>
                </a:lnTo>
                <a:lnTo>
                  <a:pt x="1495094" y="142239"/>
                </a:lnTo>
                <a:lnTo>
                  <a:pt x="1490992" y="133350"/>
                </a:lnTo>
                <a:lnTo>
                  <a:pt x="1491259" y="133350"/>
                </a:lnTo>
                <a:lnTo>
                  <a:pt x="1486725" y="124460"/>
                </a:lnTo>
                <a:lnTo>
                  <a:pt x="1514627" y="124460"/>
                </a:lnTo>
                <a:lnTo>
                  <a:pt x="1528622" y="162560"/>
                </a:lnTo>
                <a:lnTo>
                  <a:pt x="1531907" y="177800"/>
                </a:lnTo>
                <a:lnTo>
                  <a:pt x="1506105" y="177800"/>
                </a:lnTo>
                <a:lnTo>
                  <a:pt x="1506328" y="179053"/>
                </a:lnTo>
                <a:close/>
              </a:path>
              <a:path w="1535429" h="1254760">
                <a:moveTo>
                  <a:pt x="29175" y="179053"/>
                </a:moveTo>
                <a:lnTo>
                  <a:pt x="29298" y="177800"/>
                </a:lnTo>
                <a:lnTo>
                  <a:pt x="29337" y="178332"/>
                </a:lnTo>
                <a:lnTo>
                  <a:pt x="29175" y="179053"/>
                </a:lnTo>
                <a:close/>
              </a:path>
              <a:path w="1535429" h="1254760">
                <a:moveTo>
                  <a:pt x="1533429" y="1066780"/>
                </a:moveTo>
                <a:lnTo>
                  <a:pt x="1507822" y="1066780"/>
                </a:lnTo>
                <a:lnTo>
                  <a:pt x="1509064" y="1056639"/>
                </a:lnTo>
                <a:lnTo>
                  <a:pt x="1509496" y="1051560"/>
                </a:lnTo>
                <a:lnTo>
                  <a:pt x="1509734" y="1047750"/>
                </a:lnTo>
                <a:lnTo>
                  <a:pt x="1510004" y="1042669"/>
                </a:lnTo>
                <a:lnTo>
                  <a:pt x="1509972" y="210820"/>
                </a:lnTo>
                <a:lnTo>
                  <a:pt x="1509839" y="207010"/>
                </a:lnTo>
                <a:lnTo>
                  <a:pt x="1509522" y="201929"/>
                </a:lnTo>
                <a:lnTo>
                  <a:pt x="1509407" y="200660"/>
                </a:lnTo>
                <a:lnTo>
                  <a:pt x="1509300" y="199464"/>
                </a:lnTo>
                <a:lnTo>
                  <a:pt x="1508964" y="196850"/>
                </a:lnTo>
                <a:lnTo>
                  <a:pt x="1507909" y="187960"/>
                </a:lnTo>
                <a:lnTo>
                  <a:pt x="1506328" y="179053"/>
                </a:lnTo>
                <a:lnTo>
                  <a:pt x="1506158" y="178332"/>
                </a:lnTo>
                <a:lnTo>
                  <a:pt x="1506105" y="177800"/>
                </a:lnTo>
                <a:lnTo>
                  <a:pt x="1531907" y="177800"/>
                </a:lnTo>
                <a:lnTo>
                  <a:pt x="1532966" y="184150"/>
                </a:lnTo>
                <a:lnTo>
                  <a:pt x="1534350" y="194310"/>
                </a:lnTo>
                <a:lnTo>
                  <a:pt x="1535188" y="205739"/>
                </a:lnTo>
                <a:lnTo>
                  <a:pt x="1535404" y="210820"/>
                </a:lnTo>
                <a:lnTo>
                  <a:pt x="1535404" y="1042669"/>
                </a:lnTo>
                <a:lnTo>
                  <a:pt x="1535242" y="1046480"/>
                </a:lnTo>
                <a:lnTo>
                  <a:pt x="1534845" y="1054100"/>
                </a:lnTo>
                <a:lnTo>
                  <a:pt x="1534350" y="1059180"/>
                </a:lnTo>
                <a:lnTo>
                  <a:pt x="1533429" y="1066780"/>
                </a:lnTo>
                <a:close/>
              </a:path>
              <a:path w="1535429" h="1254760">
                <a:moveTo>
                  <a:pt x="1529842" y="1085850"/>
                </a:moveTo>
                <a:lnTo>
                  <a:pt x="1503946" y="1085850"/>
                </a:lnTo>
                <a:lnTo>
                  <a:pt x="1506105" y="1075689"/>
                </a:lnTo>
                <a:lnTo>
                  <a:pt x="1507907" y="1065538"/>
                </a:lnTo>
                <a:lnTo>
                  <a:pt x="1507822" y="1066780"/>
                </a:lnTo>
                <a:lnTo>
                  <a:pt x="1533429" y="1066780"/>
                </a:lnTo>
                <a:lnTo>
                  <a:pt x="1532966" y="1070610"/>
                </a:lnTo>
                <a:lnTo>
                  <a:pt x="1531061" y="1080769"/>
                </a:lnTo>
                <a:lnTo>
                  <a:pt x="1529949" y="1085400"/>
                </a:lnTo>
                <a:lnTo>
                  <a:pt x="1529842" y="1085850"/>
                </a:lnTo>
                <a:close/>
              </a:path>
              <a:path w="1535429" h="1254760">
                <a:moveTo>
                  <a:pt x="31649" y="1085850"/>
                </a:moveTo>
                <a:lnTo>
                  <a:pt x="31457" y="1085850"/>
                </a:lnTo>
                <a:lnTo>
                  <a:pt x="30722" y="1082580"/>
                </a:lnTo>
                <a:lnTo>
                  <a:pt x="31528" y="1085400"/>
                </a:lnTo>
                <a:lnTo>
                  <a:pt x="31649" y="1085850"/>
                </a:lnTo>
                <a:close/>
              </a:path>
              <a:path w="1535429" h="1254760">
                <a:moveTo>
                  <a:pt x="1527644" y="1094739"/>
                </a:moveTo>
                <a:lnTo>
                  <a:pt x="1501343" y="1094739"/>
                </a:lnTo>
                <a:lnTo>
                  <a:pt x="1504092" y="1084603"/>
                </a:lnTo>
                <a:lnTo>
                  <a:pt x="1504042" y="1085400"/>
                </a:lnTo>
                <a:lnTo>
                  <a:pt x="1503946" y="1085850"/>
                </a:lnTo>
                <a:lnTo>
                  <a:pt x="1529842" y="1085850"/>
                </a:lnTo>
                <a:lnTo>
                  <a:pt x="1528622" y="1090930"/>
                </a:lnTo>
                <a:lnTo>
                  <a:pt x="1527644" y="1094739"/>
                </a:lnTo>
                <a:close/>
              </a:path>
              <a:path w="1535429" h="1254760">
                <a:moveTo>
                  <a:pt x="34274" y="1094739"/>
                </a:moveTo>
                <a:lnTo>
                  <a:pt x="34061" y="1094739"/>
                </a:lnTo>
                <a:lnTo>
                  <a:pt x="33870" y="1093469"/>
                </a:lnTo>
                <a:lnTo>
                  <a:pt x="34274" y="1094739"/>
                </a:lnTo>
                <a:close/>
              </a:path>
              <a:path w="1535429" h="1254760">
                <a:moveTo>
                  <a:pt x="1525260" y="1103630"/>
                </a:moveTo>
                <a:lnTo>
                  <a:pt x="1498307" y="1103630"/>
                </a:lnTo>
                <a:lnTo>
                  <a:pt x="1501533" y="1093469"/>
                </a:lnTo>
                <a:lnTo>
                  <a:pt x="1501343" y="1094739"/>
                </a:lnTo>
                <a:lnTo>
                  <a:pt x="1527644" y="1094739"/>
                </a:lnTo>
                <a:lnTo>
                  <a:pt x="1525689" y="1102360"/>
                </a:lnTo>
                <a:lnTo>
                  <a:pt x="1525260" y="1103630"/>
                </a:lnTo>
                <a:close/>
              </a:path>
              <a:path w="1535429" h="1254760">
                <a:moveTo>
                  <a:pt x="37339" y="1103630"/>
                </a:moveTo>
                <a:lnTo>
                  <a:pt x="37096" y="1103630"/>
                </a:lnTo>
                <a:lnTo>
                  <a:pt x="36880" y="1102360"/>
                </a:lnTo>
                <a:lnTo>
                  <a:pt x="37339" y="1103630"/>
                </a:lnTo>
                <a:close/>
              </a:path>
              <a:path w="1535429" h="1254760">
                <a:moveTo>
                  <a:pt x="1522260" y="1112519"/>
                </a:moveTo>
                <a:lnTo>
                  <a:pt x="1494853" y="1112519"/>
                </a:lnTo>
                <a:lnTo>
                  <a:pt x="1498523" y="1102360"/>
                </a:lnTo>
                <a:lnTo>
                  <a:pt x="1498307" y="1103630"/>
                </a:lnTo>
                <a:lnTo>
                  <a:pt x="1525260" y="1103630"/>
                </a:lnTo>
                <a:lnTo>
                  <a:pt x="1522260" y="1112519"/>
                </a:lnTo>
                <a:close/>
              </a:path>
              <a:path w="1535429" h="1254760">
                <a:moveTo>
                  <a:pt x="40895" y="1112519"/>
                </a:moveTo>
                <a:lnTo>
                  <a:pt x="40551" y="1112519"/>
                </a:lnTo>
                <a:lnTo>
                  <a:pt x="40309" y="1111250"/>
                </a:lnTo>
                <a:lnTo>
                  <a:pt x="40895" y="1112519"/>
                </a:lnTo>
                <a:close/>
              </a:path>
              <a:path w="1535429" h="1254760">
                <a:moveTo>
                  <a:pt x="1492224" y="1167130"/>
                </a:moveTo>
                <a:lnTo>
                  <a:pt x="1459915" y="1167130"/>
                </a:lnTo>
                <a:lnTo>
                  <a:pt x="1466367" y="1159510"/>
                </a:lnTo>
                <a:lnTo>
                  <a:pt x="1465973" y="1159510"/>
                </a:lnTo>
                <a:lnTo>
                  <a:pt x="1472057" y="1151889"/>
                </a:lnTo>
                <a:lnTo>
                  <a:pt x="1471701" y="1151889"/>
                </a:lnTo>
                <a:lnTo>
                  <a:pt x="1477416" y="1144269"/>
                </a:lnTo>
                <a:lnTo>
                  <a:pt x="1477073" y="1144269"/>
                </a:lnTo>
                <a:lnTo>
                  <a:pt x="1482407" y="1136650"/>
                </a:lnTo>
                <a:lnTo>
                  <a:pt x="1482090" y="1136650"/>
                </a:lnTo>
                <a:lnTo>
                  <a:pt x="1487017" y="1129030"/>
                </a:lnTo>
                <a:lnTo>
                  <a:pt x="1486725" y="1129030"/>
                </a:lnTo>
                <a:lnTo>
                  <a:pt x="1491259" y="1120139"/>
                </a:lnTo>
                <a:lnTo>
                  <a:pt x="1490992" y="1120139"/>
                </a:lnTo>
                <a:lnTo>
                  <a:pt x="1495094" y="1111250"/>
                </a:lnTo>
                <a:lnTo>
                  <a:pt x="1494853" y="1112519"/>
                </a:lnTo>
                <a:lnTo>
                  <a:pt x="1522260" y="1112519"/>
                </a:lnTo>
                <a:lnTo>
                  <a:pt x="1518361" y="1121410"/>
                </a:lnTo>
                <a:lnTo>
                  <a:pt x="1514005" y="1131569"/>
                </a:lnTo>
                <a:lnTo>
                  <a:pt x="1509191" y="1140460"/>
                </a:lnTo>
                <a:lnTo>
                  <a:pt x="1503946" y="1149350"/>
                </a:lnTo>
                <a:lnTo>
                  <a:pt x="1498295" y="1158239"/>
                </a:lnTo>
                <a:lnTo>
                  <a:pt x="1492224" y="1167130"/>
                </a:lnTo>
                <a:close/>
              </a:path>
              <a:path w="1535429" h="1254760">
                <a:moveTo>
                  <a:pt x="76212" y="1167130"/>
                </a:moveTo>
                <a:lnTo>
                  <a:pt x="75488" y="1167130"/>
                </a:lnTo>
                <a:lnTo>
                  <a:pt x="75082" y="1165860"/>
                </a:lnTo>
                <a:lnTo>
                  <a:pt x="76212" y="1167130"/>
                </a:lnTo>
                <a:close/>
              </a:path>
              <a:path w="1535429" h="1254760">
                <a:moveTo>
                  <a:pt x="1487607" y="1173480"/>
                </a:moveTo>
                <a:lnTo>
                  <a:pt x="1453540" y="1173480"/>
                </a:lnTo>
                <a:lnTo>
                  <a:pt x="1460322" y="1165860"/>
                </a:lnTo>
                <a:lnTo>
                  <a:pt x="1459915" y="1167130"/>
                </a:lnTo>
                <a:lnTo>
                  <a:pt x="1492224" y="1167130"/>
                </a:lnTo>
                <a:lnTo>
                  <a:pt x="1487607" y="1173480"/>
                </a:lnTo>
                <a:close/>
              </a:path>
              <a:path w="1535429" h="1254760">
                <a:moveTo>
                  <a:pt x="82630" y="1173480"/>
                </a:moveTo>
                <a:lnTo>
                  <a:pt x="81864" y="1173480"/>
                </a:lnTo>
                <a:lnTo>
                  <a:pt x="81445" y="1172210"/>
                </a:lnTo>
                <a:lnTo>
                  <a:pt x="82630" y="1173480"/>
                </a:lnTo>
                <a:close/>
              </a:path>
              <a:path w="1535429" h="1254760">
                <a:moveTo>
                  <a:pt x="1482337" y="1179830"/>
                </a:moveTo>
                <a:lnTo>
                  <a:pt x="1446847" y="1179830"/>
                </a:lnTo>
                <a:lnTo>
                  <a:pt x="1453959" y="1172210"/>
                </a:lnTo>
                <a:lnTo>
                  <a:pt x="1453540" y="1173480"/>
                </a:lnTo>
                <a:lnTo>
                  <a:pt x="1487607" y="1173480"/>
                </a:lnTo>
                <a:lnTo>
                  <a:pt x="1485760" y="1176019"/>
                </a:lnTo>
                <a:lnTo>
                  <a:pt x="1482337" y="1179830"/>
                </a:lnTo>
                <a:close/>
              </a:path>
              <a:path w="1535429" h="1254760">
                <a:moveTo>
                  <a:pt x="89352" y="1179830"/>
                </a:moveTo>
                <a:lnTo>
                  <a:pt x="88557" y="1179830"/>
                </a:lnTo>
                <a:lnTo>
                  <a:pt x="88112" y="1178560"/>
                </a:lnTo>
                <a:lnTo>
                  <a:pt x="89352" y="1179830"/>
                </a:lnTo>
                <a:close/>
              </a:path>
              <a:path w="1535429" h="1254760">
                <a:moveTo>
                  <a:pt x="1476514" y="1186180"/>
                </a:moveTo>
                <a:lnTo>
                  <a:pt x="1439849" y="1186180"/>
                </a:lnTo>
                <a:lnTo>
                  <a:pt x="1447292" y="1178560"/>
                </a:lnTo>
                <a:lnTo>
                  <a:pt x="1446847" y="1179830"/>
                </a:lnTo>
                <a:lnTo>
                  <a:pt x="1482337" y="1179830"/>
                </a:lnTo>
                <a:lnTo>
                  <a:pt x="1478915" y="1183639"/>
                </a:lnTo>
                <a:lnTo>
                  <a:pt x="1476514" y="1186180"/>
                </a:lnTo>
                <a:close/>
              </a:path>
              <a:path w="1535429" h="1254760">
                <a:moveTo>
                  <a:pt x="96634" y="1186180"/>
                </a:moveTo>
                <a:lnTo>
                  <a:pt x="95554" y="1186180"/>
                </a:lnTo>
                <a:lnTo>
                  <a:pt x="95084" y="1184910"/>
                </a:lnTo>
                <a:lnTo>
                  <a:pt x="96634" y="1186180"/>
                </a:lnTo>
                <a:close/>
              </a:path>
              <a:path w="1535429" h="1254760">
                <a:moveTo>
                  <a:pt x="1419202" y="1229360"/>
                </a:moveTo>
                <a:lnTo>
                  <a:pt x="1332407" y="1229360"/>
                </a:lnTo>
                <a:lnTo>
                  <a:pt x="1338096" y="1227969"/>
                </a:lnTo>
                <a:lnTo>
                  <a:pt x="1347381" y="1226819"/>
                </a:lnTo>
                <a:lnTo>
                  <a:pt x="1346746" y="1226819"/>
                </a:lnTo>
                <a:lnTo>
                  <a:pt x="1356842" y="1225550"/>
                </a:lnTo>
                <a:lnTo>
                  <a:pt x="1356220" y="1225550"/>
                </a:lnTo>
                <a:lnTo>
                  <a:pt x="1366139" y="1223010"/>
                </a:lnTo>
                <a:lnTo>
                  <a:pt x="1365529" y="1223010"/>
                </a:lnTo>
                <a:lnTo>
                  <a:pt x="1375257" y="1220469"/>
                </a:lnTo>
                <a:lnTo>
                  <a:pt x="1374660" y="1220469"/>
                </a:lnTo>
                <a:lnTo>
                  <a:pt x="1384185" y="1217930"/>
                </a:lnTo>
                <a:lnTo>
                  <a:pt x="1383588" y="1217930"/>
                </a:lnTo>
                <a:lnTo>
                  <a:pt x="1392910" y="1214119"/>
                </a:lnTo>
                <a:lnTo>
                  <a:pt x="1392326" y="1214119"/>
                </a:lnTo>
                <a:lnTo>
                  <a:pt x="1401406" y="1210310"/>
                </a:lnTo>
                <a:lnTo>
                  <a:pt x="1400860" y="1210310"/>
                </a:lnTo>
                <a:lnTo>
                  <a:pt x="1409700" y="1206500"/>
                </a:lnTo>
                <a:lnTo>
                  <a:pt x="1409153" y="1206500"/>
                </a:lnTo>
                <a:lnTo>
                  <a:pt x="1417739" y="1201419"/>
                </a:lnTo>
                <a:lnTo>
                  <a:pt x="1417218" y="1201419"/>
                </a:lnTo>
                <a:lnTo>
                  <a:pt x="1425536" y="1196339"/>
                </a:lnTo>
                <a:lnTo>
                  <a:pt x="1425028" y="1196339"/>
                </a:lnTo>
                <a:lnTo>
                  <a:pt x="1433068" y="1191260"/>
                </a:lnTo>
                <a:lnTo>
                  <a:pt x="1432572" y="1191260"/>
                </a:lnTo>
                <a:lnTo>
                  <a:pt x="1440319" y="1184910"/>
                </a:lnTo>
                <a:lnTo>
                  <a:pt x="1439849" y="1186180"/>
                </a:lnTo>
                <a:lnTo>
                  <a:pt x="1476514" y="1186180"/>
                </a:lnTo>
                <a:lnTo>
                  <a:pt x="1471714" y="1191260"/>
                </a:lnTo>
                <a:lnTo>
                  <a:pt x="1464157" y="1197610"/>
                </a:lnTo>
                <a:lnTo>
                  <a:pt x="1456258" y="1205230"/>
                </a:lnTo>
                <a:lnTo>
                  <a:pt x="1448028" y="1211580"/>
                </a:lnTo>
                <a:lnTo>
                  <a:pt x="1439494" y="1217930"/>
                </a:lnTo>
                <a:lnTo>
                  <a:pt x="1430667" y="1223010"/>
                </a:lnTo>
                <a:lnTo>
                  <a:pt x="1421766" y="1227969"/>
                </a:lnTo>
                <a:lnTo>
                  <a:pt x="1419202" y="1229360"/>
                </a:lnTo>
                <a:close/>
              </a:path>
              <a:path w="1535429" h="1254760">
                <a:moveTo>
                  <a:pt x="1328953" y="1254760"/>
                </a:moveTo>
                <a:lnTo>
                  <a:pt x="206451" y="1254760"/>
                </a:lnTo>
                <a:lnTo>
                  <a:pt x="200901" y="1253489"/>
                </a:lnTo>
                <a:lnTo>
                  <a:pt x="1334503" y="1253489"/>
                </a:lnTo>
                <a:lnTo>
                  <a:pt x="1328953" y="1254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18" name="object 22">
            <a:extLst>
              <a:ext uri="{FF2B5EF4-FFF2-40B4-BE49-F238E27FC236}">
                <a16:creationId xmlns:a16="http://schemas.microsoft.com/office/drawing/2014/main" id="{C08CE16E-E489-4BB1-9E35-2F9ADF280B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2825" y="5092819"/>
            <a:ext cx="436601" cy="828822"/>
          </a:xfrm>
          <a:prstGeom prst="rect">
            <a:avLst/>
          </a:prstGeom>
        </p:spPr>
      </p:pic>
      <p:pic>
        <p:nvPicPr>
          <p:cNvPr id="19" name="object 23">
            <a:extLst>
              <a:ext uri="{FF2B5EF4-FFF2-40B4-BE49-F238E27FC236}">
                <a16:creationId xmlns:a16="http://schemas.microsoft.com/office/drawing/2014/main" id="{0D6D6152-18B7-4DA5-B9BE-2E7B9B227B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60641" y="5092819"/>
            <a:ext cx="436601" cy="828822"/>
          </a:xfrm>
          <a:prstGeom prst="rect">
            <a:avLst/>
          </a:prstGeom>
        </p:spPr>
      </p:pic>
      <p:sp>
        <p:nvSpPr>
          <p:cNvPr id="20" name="object 25">
            <a:extLst>
              <a:ext uri="{FF2B5EF4-FFF2-40B4-BE49-F238E27FC236}">
                <a16:creationId xmlns:a16="http://schemas.microsoft.com/office/drawing/2014/main" id="{C139E003-BFCA-4216-BA32-711EFC93B314}"/>
              </a:ext>
            </a:extLst>
          </p:cNvPr>
          <p:cNvSpPr>
            <a:spLocks noGrp="1"/>
          </p:cNvSpPr>
          <p:nvPr/>
        </p:nvSpPr>
        <p:spPr>
          <a:xfrm>
            <a:off x="3173974" y="3842861"/>
            <a:ext cx="334721" cy="397306"/>
          </a:xfrm>
          <a:prstGeom prst="rect">
            <a:avLst/>
          </a:prstGeom>
        </p:spPr>
        <p:txBody>
          <a:bodyPr vert="horz" wrap="square" lIns="0" tIns="10617" rIns="0" bIns="0">
            <a:spAutoFit/>
          </a:bodyPr>
          <a:lstStyle/>
          <a:p>
            <a:pPr>
              <a:lnSpc>
                <a:spcPct val="100000"/>
              </a:lnSpc>
              <a:spcBef>
                <a:spcPts val="84"/>
              </a:spcBef>
              <a:buNone/>
            </a:pPr>
            <a:r>
              <a:rPr sz="2464" b="1">
                <a:latin typeface="Calibri"/>
                <a:ea typeface="Calibri"/>
                <a:cs typeface="Calibri"/>
              </a:rPr>
              <a:t>…</a:t>
            </a:r>
            <a:endParaRPr sz="2464">
              <a:latin typeface="Calibri"/>
              <a:ea typeface="Calibri"/>
              <a:cs typeface="Calibri"/>
            </a:endParaRPr>
          </a:p>
        </p:txBody>
      </p:sp>
      <p:sp>
        <p:nvSpPr>
          <p:cNvPr id="21" name="object 26">
            <a:extLst>
              <a:ext uri="{FF2B5EF4-FFF2-40B4-BE49-F238E27FC236}">
                <a16:creationId xmlns:a16="http://schemas.microsoft.com/office/drawing/2014/main" id="{6A71EFA3-1990-4993-BC71-A87F7E90A593}"/>
              </a:ext>
            </a:extLst>
          </p:cNvPr>
          <p:cNvSpPr>
            <a:spLocks noGrp="1"/>
          </p:cNvSpPr>
          <p:nvPr/>
        </p:nvSpPr>
        <p:spPr>
          <a:xfrm>
            <a:off x="3170710" y="5214056"/>
            <a:ext cx="334721" cy="397306"/>
          </a:xfrm>
          <a:prstGeom prst="rect">
            <a:avLst/>
          </a:prstGeom>
        </p:spPr>
        <p:txBody>
          <a:bodyPr vert="horz" wrap="square" lIns="0" tIns="10617" rIns="0" bIns="0">
            <a:spAutoFit/>
          </a:bodyPr>
          <a:lstStyle/>
          <a:p>
            <a:pPr>
              <a:lnSpc>
                <a:spcPct val="100000"/>
              </a:lnSpc>
              <a:spcBef>
                <a:spcPts val="84"/>
              </a:spcBef>
              <a:buNone/>
            </a:pPr>
            <a:r>
              <a:rPr sz="2464" b="1">
                <a:latin typeface="Calibri"/>
                <a:ea typeface="Calibri"/>
                <a:cs typeface="Calibri"/>
              </a:rPr>
              <a:t>…</a:t>
            </a:r>
            <a:endParaRPr sz="2464">
              <a:latin typeface="Calibri"/>
              <a:ea typeface="Calibri"/>
              <a:cs typeface="Calibri"/>
            </a:endParaRPr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08B48843-66A5-4C65-A270-5015265D96C0}"/>
              </a:ext>
            </a:extLst>
          </p:cNvPr>
          <p:cNvSpPr>
            <a:spLocks noGrp="1"/>
          </p:cNvSpPr>
          <p:nvPr/>
        </p:nvSpPr>
        <p:spPr>
          <a:xfrm>
            <a:off x="7810716" y="3553459"/>
            <a:ext cx="2292197" cy="2052472"/>
          </a:xfrm>
          <a:custGeom>
            <a:avLst/>
            <a:gdLst/>
            <a:ahLst/>
            <a:cxnLst/>
            <a:rect l="l" t="t" r="r" b="b"/>
            <a:pathLst>
              <a:path w="2604770" h="2332354">
                <a:moveTo>
                  <a:pt x="2604566" y="2332354"/>
                </a:moveTo>
                <a:lnTo>
                  <a:pt x="0" y="2332354"/>
                </a:lnTo>
                <a:lnTo>
                  <a:pt x="0" y="0"/>
                </a:lnTo>
                <a:lnTo>
                  <a:pt x="2604566" y="0"/>
                </a:lnTo>
                <a:lnTo>
                  <a:pt x="2604566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2306954"/>
                </a:lnTo>
                <a:lnTo>
                  <a:pt x="12700" y="2306954"/>
                </a:lnTo>
                <a:lnTo>
                  <a:pt x="25400" y="2319654"/>
                </a:lnTo>
                <a:lnTo>
                  <a:pt x="2604566" y="2319654"/>
                </a:lnTo>
                <a:lnTo>
                  <a:pt x="2604566" y="2332354"/>
                </a:lnTo>
                <a:close/>
              </a:path>
              <a:path w="2604770" h="2332354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2604770" h="2332354">
                <a:moveTo>
                  <a:pt x="2579166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2579166" y="12700"/>
                </a:lnTo>
                <a:lnTo>
                  <a:pt x="2579166" y="25400"/>
                </a:lnTo>
                <a:close/>
              </a:path>
              <a:path w="2604770" h="2332354">
                <a:moveTo>
                  <a:pt x="2579166" y="2319654"/>
                </a:moveTo>
                <a:lnTo>
                  <a:pt x="2579166" y="12700"/>
                </a:lnTo>
                <a:lnTo>
                  <a:pt x="2591866" y="25400"/>
                </a:lnTo>
                <a:lnTo>
                  <a:pt x="2604566" y="25400"/>
                </a:lnTo>
                <a:lnTo>
                  <a:pt x="2604566" y="2306954"/>
                </a:lnTo>
                <a:lnTo>
                  <a:pt x="2591866" y="2306954"/>
                </a:lnTo>
                <a:lnTo>
                  <a:pt x="2579166" y="2319654"/>
                </a:lnTo>
                <a:close/>
              </a:path>
              <a:path w="2604770" h="2332354">
                <a:moveTo>
                  <a:pt x="2604566" y="25400"/>
                </a:moveTo>
                <a:lnTo>
                  <a:pt x="2591866" y="25400"/>
                </a:lnTo>
                <a:lnTo>
                  <a:pt x="2579166" y="12700"/>
                </a:lnTo>
                <a:lnTo>
                  <a:pt x="2604566" y="12700"/>
                </a:lnTo>
                <a:lnTo>
                  <a:pt x="2604566" y="25400"/>
                </a:lnTo>
                <a:close/>
              </a:path>
              <a:path w="2604770" h="2332354">
                <a:moveTo>
                  <a:pt x="25400" y="2319654"/>
                </a:moveTo>
                <a:lnTo>
                  <a:pt x="12700" y="2306954"/>
                </a:lnTo>
                <a:lnTo>
                  <a:pt x="25400" y="2306954"/>
                </a:lnTo>
                <a:lnTo>
                  <a:pt x="25400" y="2319654"/>
                </a:lnTo>
                <a:close/>
              </a:path>
              <a:path w="2604770" h="2332354">
                <a:moveTo>
                  <a:pt x="2579166" y="2319654"/>
                </a:moveTo>
                <a:lnTo>
                  <a:pt x="25400" y="2319654"/>
                </a:lnTo>
                <a:lnTo>
                  <a:pt x="25400" y="2306954"/>
                </a:lnTo>
                <a:lnTo>
                  <a:pt x="2579166" y="2306954"/>
                </a:lnTo>
                <a:lnTo>
                  <a:pt x="2579166" y="2319654"/>
                </a:lnTo>
                <a:close/>
              </a:path>
              <a:path w="2604770" h="2332354">
                <a:moveTo>
                  <a:pt x="2604566" y="2319654"/>
                </a:moveTo>
                <a:lnTo>
                  <a:pt x="2579166" y="2319654"/>
                </a:lnTo>
                <a:lnTo>
                  <a:pt x="2591866" y="2306954"/>
                </a:lnTo>
                <a:lnTo>
                  <a:pt x="2604566" y="2306954"/>
                </a:lnTo>
                <a:lnTo>
                  <a:pt x="2604566" y="23196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11A3EDD4-30FB-4DB7-9FEC-A81F93948EE7}"/>
              </a:ext>
            </a:extLst>
          </p:cNvPr>
          <p:cNvSpPr>
            <a:spLocks noGrp="1"/>
          </p:cNvSpPr>
          <p:nvPr/>
        </p:nvSpPr>
        <p:spPr>
          <a:xfrm>
            <a:off x="7956853" y="4528129"/>
            <a:ext cx="1478025" cy="622503"/>
          </a:xfrm>
          <a:custGeom>
            <a:avLst/>
            <a:gdLst/>
            <a:ahLst/>
            <a:cxnLst/>
            <a:rect l="l" t="t" r="r" b="b"/>
            <a:pathLst>
              <a:path w="1679575" h="707389">
                <a:moveTo>
                  <a:pt x="1562100" y="707135"/>
                </a:moveTo>
                <a:lnTo>
                  <a:pt x="117348" y="707135"/>
                </a:lnTo>
                <a:lnTo>
                  <a:pt x="71592" y="697944"/>
                </a:lnTo>
                <a:lnTo>
                  <a:pt x="34218" y="672760"/>
                </a:lnTo>
                <a:lnTo>
                  <a:pt x="9071" y="635427"/>
                </a:lnTo>
                <a:lnTo>
                  <a:pt x="0" y="589788"/>
                </a:lnTo>
                <a:lnTo>
                  <a:pt x="0" y="117347"/>
                </a:lnTo>
                <a:lnTo>
                  <a:pt x="9071" y="71694"/>
                </a:lnTo>
                <a:lnTo>
                  <a:pt x="34218" y="34356"/>
                </a:lnTo>
                <a:lnTo>
                  <a:pt x="71592" y="9177"/>
                </a:lnTo>
                <a:lnTo>
                  <a:pt x="117348" y="0"/>
                </a:lnTo>
                <a:lnTo>
                  <a:pt x="1562100" y="0"/>
                </a:lnTo>
                <a:lnTo>
                  <a:pt x="1607896" y="9177"/>
                </a:lnTo>
                <a:lnTo>
                  <a:pt x="1645281" y="34356"/>
                </a:lnTo>
                <a:lnTo>
                  <a:pt x="1670413" y="71694"/>
                </a:lnTo>
                <a:lnTo>
                  <a:pt x="1679448" y="117347"/>
                </a:lnTo>
                <a:lnTo>
                  <a:pt x="1679448" y="589788"/>
                </a:lnTo>
                <a:lnTo>
                  <a:pt x="1670413" y="635427"/>
                </a:lnTo>
                <a:lnTo>
                  <a:pt x="1645281" y="672760"/>
                </a:lnTo>
                <a:lnTo>
                  <a:pt x="1607896" y="697944"/>
                </a:lnTo>
                <a:lnTo>
                  <a:pt x="1562100" y="70713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DF6DBEE8-B710-4FE8-8CA6-244B60EF9052}"/>
              </a:ext>
            </a:extLst>
          </p:cNvPr>
          <p:cNvSpPr>
            <a:spLocks noGrp="1"/>
          </p:cNvSpPr>
          <p:nvPr/>
        </p:nvSpPr>
        <p:spPr>
          <a:xfrm>
            <a:off x="5811710" y="3553459"/>
            <a:ext cx="3634993" cy="2052472"/>
          </a:xfrm>
          <a:custGeom>
            <a:avLst/>
            <a:gdLst/>
            <a:ahLst/>
            <a:cxnLst/>
            <a:rect l="l" t="t" r="r" b="b"/>
            <a:pathLst>
              <a:path w="4130675" h="2332354">
                <a:moveTo>
                  <a:pt x="2063115" y="0"/>
                </a:moveTo>
                <a:lnTo>
                  <a:pt x="2037715" y="0"/>
                </a:lnTo>
                <a:lnTo>
                  <a:pt x="2037715" y="25400"/>
                </a:lnTo>
                <a:lnTo>
                  <a:pt x="2037715" y="2306955"/>
                </a:lnTo>
                <a:lnTo>
                  <a:pt x="25400" y="2306955"/>
                </a:lnTo>
                <a:lnTo>
                  <a:pt x="25400" y="25400"/>
                </a:lnTo>
                <a:lnTo>
                  <a:pt x="2037715" y="25400"/>
                </a:lnTo>
                <a:lnTo>
                  <a:pt x="2037715" y="0"/>
                </a:lnTo>
                <a:lnTo>
                  <a:pt x="0" y="0"/>
                </a:lnTo>
                <a:lnTo>
                  <a:pt x="0" y="2332355"/>
                </a:lnTo>
                <a:lnTo>
                  <a:pt x="2063115" y="2332355"/>
                </a:lnTo>
                <a:lnTo>
                  <a:pt x="2063115" y="2319655"/>
                </a:lnTo>
                <a:lnTo>
                  <a:pt x="2063115" y="2306955"/>
                </a:lnTo>
                <a:lnTo>
                  <a:pt x="2063115" y="25400"/>
                </a:lnTo>
                <a:lnTo>
                  <a:pt x="2063115" y="12700"/>
                </a:lnTo>
                <a:lnTo>
                  <a:pt x="2063115" y="0"/>
                </a:lnTo>
                <a:close/>
              </a:path>
              <a:path w="4130675" h="2332354">
                <a:moveTo>
                  <a:pt x="4128249" y="1202690"/>
                </a:moveTo>
                <a:lnTo>
                  <a:pt x="4127550" y="1198867"/>
                </a:lnTo>
                <a:lnTo>
                  <a:pt x="4101681" y="1198867"/>
                </a:lnTo>
                <a:lnTo>
                  <a:pt x="4102468" y="1202690"/>
                </a:lnTo>
                <a:lnTo>
                  <a:pt x="4102608" y="1202690"/>
                </a:lnTo>
                <a:lnTo>
                  <a:pt x="4128249" y="1202690"/>
                </a:lnTo>
                <a:close/>
              </a:path>
              <a:path w="4130675" h="2332354">
                <a:moveTo>
                  <a:pt x="4130205" y="1224280"/>
                </a:moveTo>
                <a:lnTo>
                  <a:pt x="4130040" y="1217930"/>
                </a:lnTo>
                <a:lnTo>
                  <a:pt x="4129544" y="1211580"/>
                </a:lnTo>
                <a:lnTo>
                  <a:pt x="4128706" y="1205230"/>
                </a:lnTo>
                <a:lnTo>
                  <a:pt x="4128465" y="1203947"/>
                </a:lnTo>
                <a:lnTo>
                  <a:pt x="4102811" y="1203947"/>
                </a:lnTo>
                <a:lnTo>
                  <a:pt x="4103827" y="1210195"/>
                </a:lnTo>
                <a:lnTo>
                  <a:pt x="4104309" y="1214120"/>
                </a:lnTo>
                <a:lnTo>
                  <a:pt x="4104589" y="1217930"/>
                </a:lnTo>
                <a:lnTo>
                  <a:pt x="4104551" y="1703070"/>
                </a:lnTo>
                <a:lnTo>
                  <a:pt x="4104233" y="1706880"/>
                </a:lnTo>
                <a:lnTo>
                  <a:pt x="4103751" y="1711337"/>
                </a:lnTo>
                <a:lnTo>
                  <a:pt x="4103636" y="1711972"/>
                </a:lnTo>
                <a:lnTo>
                  <a:pt x="4102608" y="1718310"/>
                </a:lnTo>
                <a:lnTo>
                  <a:pt x="4102722" y="1717052"/>
                </a:lnTo>
                <a:lnTo>
                  <a:pt x="4101427" y="1723390"/>
                </a:lnTo>
                <a:lnTo>
                  <a:pt x="4101579" y="1722120"/>
                </a:lnTo>
                <a:lnTo>
                  <a:pt x="4099991" y="1728470"/>
                </a:lnTo>
                <a:lnTo>
                  <a:pt x="4100182" y="1727200"/>
                </a:lnTo>
                <a:lnTo>
                  <a:pt x="4098328" y="1732280"/>
                </a:lnTo>
                <a:lnTo>
                  <a:pt x="4098544" y="1732280"/>
                </a:lnTo>
                <a:lnTo>
                  <a:pt x="4096435" y="1737360"/>
                </a:lnTo>
                <a:lnTo>
                  <a:pt x="4096677" y="1737360"/>
                </a:lnTo>
                <a:lnTo>
                  <a:pt x="4094315" y="1742440"/>
                </a:lnTo>
                <a:lnTo>
                  <a:pt x="4094581" y="1741170"/>
                </a:lnTo>
                <a:lnTo>
                  <a:pt x="4091978" y="1746250"/>
                </a:lnTo>
                <a:lnTo>
                  <a:pt x="4092270" y="1746250"/>
                </a:lnTo>
                <a:lnTo>
                  <a:pt x="4089438" y="1751330"/>
                </a:lnTo>
                <a:lnTo>
                  <a:pt x="4089755" y="1750060"/>
                </a:lnTo>
                <a:lnTo>
                  <a:pt x="4086682" y="1755140"/>
                </a:lnTo>
                <a:lnTo>
                  <a:pt x="4087025" y="1755140"/>
                </a:lnTo>
                <a:lnTo>
                  <a:pt x="4083735" y="1758950"/>
                </a:lnTo>
                <a:lnTo>
                  <a:pt x="4084104" y="1758950"/>
                </a:lnTo>
                <a:lnTo>
                  <a:pt x="4080599" y="1764030"/>
                </a:lnTo>
                <a:lnTo>
                  <a:pt x="4080992" y="1762760"/>
                </a:lnTo>
                <a:lnTo>
                  <a:pt x="4077284" y="1767840"/>
                </a:lnTo>
                <a:lnTo>
                  <a:pt x="4077690" y="1766570"/>
                </a:lnTo>
                <a:lnTo>
                  <a:pt x="4073791" y="1770380"/>
                </a:lnTo>
                <a:lnTo>
                  <a:pt x="4074210" y="1770380"/>
                </a:lnTo>
                <a:lnTo>
                  <a:pt x="4070121" y="1774190"/>
                </a:lnTo>
                <a:lnTo>
                  <a:pt x="4070566" y="1774190"/>
                </a:lnTo>
                <a:lnTo>
                  <a:pt x="4066286" y="1778000"/>
                </a:lnTo>
                <a:lnTo>
                  <a:pt x="4066756" y="1776730"/>
                </a:lnTo>
                <a:lnTo>
                  <a:pt x="4062311" y="1780540"/>
                </a:lnTo>
                <a:lnTo>
                  <a:pt x="4062793" y="1780540"/>
                </a:lnTo>
                <a:lnTo>
                  <a:pt x="4058170" y="1784350"/>
                </a:lnTo>
                <a:lnTo>
                  <a:pt x="4058678" y="1783080"/>
                </a:lnTo>
                <a:lnTo>
                  <a:pt x="4053890" y="1786890"/>
                </a:lnTo>
                <a:lnTo>
                  <a:pt x="4054411" y="1785620"/>
                </a:lnTo>
                <a:lnTo>
                  <a:pt x="4049484" y="1789430"/>
                </a:lnTo>
                <a:lnTo>
                  <a:pt x="4050017" y="1788160"/>
                </a:lnTo>
                <a:lnTo>
                  <a:pt x="4044937" y="1790700"/>
                </a:lnTo>
                <a:lnTo>
                  <a:pt x="4045496" y="1790700"/>
                </a:lnTo>
                <a:lnTo>
                  <a:pt x="4040276" y="1793240"/>
                </a:lnTo>
                <a:lnTo>
                  <a:pt x="4040848" y="1793240"/>
                </a:lnTo>
                <a:lnTo>
                  <a:pt x="4035488" y="1795780"/>
                </a:lnTo>
                <a:lnTo>
                  <a:pt x="4036072" y="1794510"/>
                </a:lnTo>
                <a:lnTo>
                  <a:pt x="4030599" y="1797050"/>
                </a:lnTo>
                <a:lnTo>
                  <a:pt x="4031196" y="1797050"/>
                </a:lnTo>
                <a:lnTo>
                  <a:pt x="4025608" y="1798320"/>
                </a:lnTo>
                <a:lnTo>
                  <a:pt x="4026217" y="1798320"/>
                </a:lnTo>
                <a:lnTo>
                  <a:pt x="4020515" y="1799590"/>
                </a:lnTo>
                <a:lnTo>
                  <a:pt x="4021137" y="1799590"/>
                </a:lnTo>
                <a:lnTo>
                  <a:pt x="4015333" y="1800860"/>
                </a:lnTo>
                <a:lnTo>
                  <a:pt x="2539517" y="1800860"/>
                </a:lnTo>
                <a:lnTo>
                  <a:pt x="2533713" y="1799590"/>
                </a:lnTo>
                <a:lnTo>
                  <a:pt x="2534335" y="1799590"/>
                </a:lnTo>
                <a:lnTo>
                  <a:pt x="2528620" y="1798320"/>
                </a:lnTo>
                <a:lnTo>
                  <a:pt x="2529243" y="1798320"/>
                </a:lnTo>
                <a:lnTo>
                  <a:pt x="2523642" y="1797050"/>
                </a:lnTo>
                <a:lnTo>
                  <a:pt x="2524252" y="1797050"/>
                </a:lnTo>
                <a:lnTo>
                  <a:pt x="2521496" y="1795780"/>
                </a:lnTo>
                <a:lnTo>
                  <a:pt x="2518765" y="1794510"/>
                </a:lnTo>
                <a:lnTo>
                  <a:pt x="2519349" y="1795780"/>
                </a:lnTo>
                <a:lnTo>
                  <a:pt x="2514003" y="1793240"/>
                </a:lnTo>
                <a:lnTo>
                  <a:pt x="2514574" y="1793240"/>
                </a:lnTo>
                <a:lnTo>
                  <a:pt x="2509355" y="1790700"/>
                </a:lnTo>
                <a:lnTo>
                  <a:pt x="2509913" y="1790700"/>
                </a:lnTo>
                <a:lnTo>
                  <a:pt x="2507361" y="1789430"/>
                </a:lnTo>
                <a:lnTo>
                  <a:pt x="2504821" y="1788160"/>
                </a:lnTo>
                <a:lnTo>
                  <a:pt x="2505367" y="1789430"/>
                </a:lnTo>
                <a:lnTo>
                  <a:pt x="2502065" y="1786890"/>
                </a:lnTo>
                <a:lnTo>
                  <a:pt x="2500426" y="1785620"/>
                </a:lnTo>
                <a:lnTo>
                  <a:pt x="2500960" y="1786890"/>
                </a:lnTo>
                <a:lnTo>
                  <a:pt x="2497759" y="1784350"/>
                </a:lnTo>
                <a:lnTo>
                  <a:pt x="2496172" y="1783080"/>
                </a:lnTo>
                <a:lnTo>
                  <a:pt x="2496680" y="1784350"/>
                </a:lnTo>
                <a:lnTo>
                  <a:pt x="2492057" y="1780540"/>
                </a:lnTo>
                <a:lnTo>
                  <a:pt x="2492540" y="1780540"/>
                </a:lnTo>
                <a:lnTo>
                  <a:pt x="2489568" y="1778000"/>
                </a:lnTo>
                <a:lnTo>
                  <a:pt x="2488082" y="1776730"/>
                </a:lnTo>
                <a:lnTo>
                  <a:pt x="2488552" y="1778000"/>
                </a:lnTo>
                <a:lnTo>
                  <a:pt x="2484272" y="1774190"/>
                </a:lnTo>
                <a:lnTo>
                  <a:pt x="2484729" y="1774190"/>
                </a:lnTo>
                <a:lnTo>
                  <a:pt x="2480627" y="1770380"/>
                </a:lnTo>
                <a:lnTo>
                  <a:pt x="2481059" y="1770380"/>
                </a:lnTo>
                <a:lnTo>
                  <a:pt x="2478455" y="1767840"/>
                </a:lnTo>
                <a:lnTo>
                  <a:pt x="2477160" y="1766570"/>
                </a:lnTo>
                <a:lnTo>
                  <a:pt x="2477566" y="1767840"/>
                </a:lnTo>
                <a:lnTo>
                  <a:pt x="2474785" y="1764030"/>
                </a:lnTo>
                <a:lnTo>
                  <a:pt x="2473858" y="1762760"/>
                </a:lnTo>
                <a:lnTo>
                  <a:pt x="2474239" y="1764030"/>
                </a:lnTo>
                <a:lnTo>
                  <a:pt x="2470747" y="1758950"/>
                </a:lnTo>
                <a:lnTo>
                  <a:pt x="2471102" y="1758950"/>
                </a:lnTo>
                <a:lnTo>
                  <a:pt x="2467826" y="1755140"/>
                </a:lnTo>
                <a:lnTo>
                  <a:pt x="2468156" y="1755140"/>
                </a:lnTo>
                <a:lnTo>
                  <a:pt x="2465857" y="1751330"/>
                </a:lnTo>
                <a:lnTo>
                  <a:pt x="2465095" y="1750060"/>
                </a:lnTo>
                <a:lnTo>
                  <a:pt x="2465413" y="1751330"/>
                </a:lnTo>
                <a:lnTo>
                  <a:pt x="2462568" y="1746250"/>
                </a:lnTo>
                <a:lnTo>
                  <a:pt x="2462873" y="1746250"/>
                </a:lnTo>
                <a:lnTo>
                  <a:pt x="2460917" y="1742440"/>
                </a:lnTo>
                <a:lnTo>
                  <a:pt x="2460269" y="1741170"/>
                </a:lnTo>
                <a:lnTo>
                  <a:pt x="2460536" y="1742440"/>
                </a:lnTo>
                <a:lnTo>
                  <a:pt x="2458174" y="1737360"/>
                </a:lnTo>
                <a:lnTo>
                  <a:pt x="2458415" y="1737360"/>
                </a:lnTo>
                <a:lnTo>
                  <a:pt x="2456307" y="1732280"/>
                </a:lnTo>
                <a:lnTo>
                  <a:pt x="2456523" y="1732280"/>
                </a:lnTo>
                <a:lnTo>
                  <a:pt x="2455126" y="1728470"/>
                </a:lnTo>
                <a:lnTo>
                  <a:pt x="2454668" y="1727200"/>
                </a:lnTo>
                <a:lnTo>
                  <a:pt x="2454846" y="1728470"/>
                </a:lnTo>
                <a:lnTo>
                  <a:pt x="2453576" y="1723390"/>
                </a:lnTo>
                <a:lnTo>
                  <a:pt x="2453322" y="1722628"/>
                </a:lnTo>
                <a:lnTo>
                  <a:pt x="2453259" y="1722120"/>
                </a:lnTo>
                <a:lnTo>
                  <a:pt x="2452636" y="1719643"/>
                </a:lnTo>
                <a:lnTo>
                  <a:pt x="2452357" y="1718310"/>
                </a:lnTo>
                <a:lnTo>
                  <a:pt x="2452027" y="1717141"/>
                </a:lnTo>
                <a:lnTo>
                  <a:pt x="2451392" y="1713217"/>
                </a:lnTo>
                <a:lnTo>
                  <a:pt x="2451138" y="1711972"/>
                </a:lnTo>
                <a:lnTo>
                  <a:pt x="2451087" y="1711337"/>
                </a:lnTo>
                <a:lnTo>
                  <a:pt x="2450973" y="1710575"/>
                </a:lnTo>
                <a:lnTo>
                  <a:pt x="2450541" y="1706880"/>
                </a:lnTo>
                <a:lnTo>
                  <a:pt x="2450236" y="1703070"/>
                </a:lnTo>
                <a:lnTo>
                  <a:pt x="2450287" y="1217930"/>
                </a:lnTo>
                <a:lnTo>
                  <a:pt x="2450604" y="1214120"/>
                </a:lnTo>
                <a:lnTo>
                  <a:pt x="2451049" y="1209941"/>
                </a:lnTo>
                <a:lnTo>
                  <a:pt x="2452230" y="1202690"/>
                </a:lnTo>
                <a:lnTo>
                  <a:pt x="2452103" y="1203947"/>
                </a:lnTo>
                <a:lnTo>
                  <a:pt x="2452357" y="1202690"/>
                </a:lnTo>
                <a:lnTo>
                  <a:pt x="2453424" y="1197610"/>
                </a:lnTo>
                <a:lnTo>
                  <a:pt x="2453259" y="1198867"/>
                </a:lnTo>
                <a:lnTo>
                  <a:pt x="2453576" y="1197610"/>
                </a:lnTo>
                <a:lnTo>
                  <a:pt x="2454846" y="1192530"/>
                </a:lnTo>
                <a:lnTo>
                  <a:pt x="2454668" y="1193774"/>
                </a:lnTo>
                <a:lnTo>
                  <a:pt x="2455126" y="1192530"/>
                </a:lnTo>
                <a:lnTo>
                  <a:pt x="2456523" y="1188720"/>
                </a:lnTo>
                <a:lnTo>
                  <a:pt x="2456307" y="1188720"/>
                </a:lnTo>
                <a:lnTo>
                  <a:pt x="2458415" y="1183640"/>
                </a:lnTo>
                <a:lnTo>
                  <a:pt x="2458174" y="1183640"/>
                </a:lnTo>
                <a:lnTo>
                  <a:pt x="2460536" y="1178560"/>
                </a:lnTo>
                <a:lnTo>
                  <a:pt x="2460269" y="1179830"/>
                </a:lnTo>
                <a:lnTo>
                  <a:pt x="2460917" y="1178560"/>
                </a:lnTo>
                <a:lnTo>
                  <a:pt x="2462873" y="1174750"/>
                </a:lnTo>
                <a:lnTo>
                  <a:pt x="2462568" y="1174750"/>
                </a:lnTo>
                <a:lnTo>
                  <a:pt x="2465413" y="1169670"/>
                </a:lnTo>
                <a:lnTo>
                  <a:pt x="2465095" y="1170940"/>
                </a:lnTo>
                <a:lnTo>
                  <a:pt x="2465857" y="1169670"/>
                </a:lnTo>
                <a:lnTo>
                  <a:pt x="2468156" y="1165860"/>
                </a:lnTo>
                <a:lnTo>
                  <a:pt x="2467826" y="1165860"/>
                </a:lnTo>
                <a:lnTo>
                  <a:pt x="2471102" y="1162050"/>
                </a:lnTo>
                <a:lnTo>
                  <a:pt x="2470747" y="1162050"/>
                </a:lnTo>
                <a:lnTo>
                  <a:pt x="2474239" y="1156970"/>
                </a:lnTo>
                <a:lnTo>
                  <a:pt x="2473858" y="1158240"/>
                </a:lnTo>
                <a:lnTo>
                  <a:pt x="2474785" y="1156970"/>
                </a:lnTo>
                <a:lnTo>
                  <a:pt x="2477566" y="1153160"/>
                </a:lnTo>
                <a:lnTo>
                  <a:pt x="2477160" y="1154430"/>
                </a:lnTo>
                <a:lnTo>
                  <a:pt x="2478455" y="1153160"/>
                </a:lnTo>
                <a:lnTo>
                  <a:pt x="2481059" y="1150620"/>
                </a:lnTo>
                <a:lnTo>
                  <a:pt x="2480627" y="1150620"/>
                </a:lnTo>
                <a:lnTo>
                  <a:pt x="2484729" y="1146810"/>
                </a:lnTo>
                <a:lnTo>
                  <a:pt x="2484272" y="1146810"/>
                </a:lnTo>
                <a:lnTo>
                  <a:pt x="2488552" y="1143000"/>
                </a:lnTo>
                <a:lnTo>
                  <a:pt x="2488082" y="1144270"/>
                </a:lnTo>
                <a:lnTo>
                  <a:pt x="2489568" y="1143000"/>
                </a:lnTo>
                <a:lnTo>
                  <a:pt x="2492540" y="1140460"/>
                </a:lnTo>
                <a:lnTo>
                  <a:pt x="2492057" y="1140460"/>
                </a:lnTo>
                <a:lnTo>
                  <a:pt x="2496680" y="1137920"/>
                </a:lnTo>
                <a:lnTo>
                  <a:pt x="2496172" y="1137920"/>
                </a:lnTo>
                <a:lnTo>
                  <a:pt x="2500960" y="1134110"/>
                </a:lnTo>
                <a:lnTo>
                  <a:pt x="2500426" y="1135380"/>
                </a:lnTo>
                <a:lnTo>
                  <a:pt x="2502065" y="1134110"/>
                </a:lnTo>
                <a:lnTo>
                  <a:pt x="2505367" y="1131570"/>
                </a:lnTo>
                <a:lnTo>
                  <a:pt x="2504821" y="1132840"/>
                </a:lnTo>
                <a:lnTo>
                  <a:pt x="2507361" y="1131570"/>
                </a:lnTo>
                <a:lnTo>
                  <a:pt x="2509913" y="1130300"/>
                </a:lnTo>
                <a:lnTo>
                  <a:pt x="2509355" y="1130300"/>
                </a:lnTo>
                <a:lnTo>
                  <a:pt x="2514574" y="1127760"/>
                </a:lnTo>
                <a:lnTo>
                  <a:pt x="2514003" y="1127760"/>
                </a:lnTo>
                <a:lnTo>
                  <a:pt x="2519349" y="1125220"/>
                </a:lnTo>
                <a:lnTo>
                  <a:pt x="2518765" y="1126490"/>
                </a:lnTo>
                <a:lnTo>
                  <a:pt x="2521508" y="1125220"/>
                </a:lnTo>
                <a:lnTo>
                  <a:pt x="2524252" y="1123950"/>
                </a:lnTo>
                <a:lnTo>
                  <a:pt x="2523642" y="1123950"/>
                </a:lnTo>
                <a:lnTo>
                  <a:pt x="2529243" y="1122680"/>
                </a:lnTo>
                <a:lnTo>
                  <a:pt x="2528620" y="1122680"/>
                </a:lnTo>
                <a:lnTo>
                  <a:pt x="2534335" y="1121410"/>
                </a:lnTo>
                <a:lnTo>
                  <a:pt x="2533713" y="1121410"/>
                </a:lnTo>
                <a:lnTo>
                  <a:pt x="2539517" y="1120140"/>
                </a:lnTo>
                <a:lnTo>
                  <a:pt x="4015333" y="1120140"/>
                </a:lnTo>
                <a:lnTo>
                  <a:pt x="4021137" y="1121410"/>
                </a:lnTo>
                <a:lnTo>
                  <a:pt x="4020515" y="1121410"/>
                </a:lnTo>
                <a:lnTo>
                  <a:pt x="4026217" y="1122680"/>
                </a:lnTo>
                <a:lnTo>
                  <a:pt x="4025608" y="1122680"/>
                </a:lnTo>
                <a:lnTo>
                  <a:pt x="4031196" y="1123950"/>
                </a:lnTo>
                <a:lnTo>
                  <a:pt x="4030599" y="1123950"/>
                </a:lnTo>
                <a:lnTo>
                  <a:pt x="4036072" y="1126490"/>
                </a:lnTo>
                <a:lnTo>
                  <a:pt x="4035488" y="1125220"/>
                </a:lnTo>
                <a:lnTo>
                  <a:pt x="4040848" y="1127760"/>
                </a:lnTo>
                <a:lnTo>
                  <a:pt x="4040276" y="1127760"/>
                </a:lnTo>
                <a:lnTo>
                  <a:pt x="4045496" y="1130300"/>
                </a:lnTo>
                <a:lnTo>
                  <a:pt x="4044937" y="1130300"/>
                </a:lnTo>
                <a:lnTo>
                  <a:pt x="4050017" y="1132840"/>
                </a:lnTo>
                <a:lnTo>
                  <a:pt x="4049484" y="1131570"/>
                </a:lnTo>
                <a:lnTo>
                  <a:pt x="4054411" y="1135380"/>
                </a:lnTo>
                <a:lnTo>
                  <a:pt x="4053890" y="1134110"/>
                </a:lnTo>
                <a:lnTo>
                  <a:pt x="4058678" y="1137920"/>
                </a:lnTo>
                <a:lnTo>
                  <a:pt x="4058170" y="1137920"/>
                </a:lnTo>
                <a:lnTo>
                  <a:pt x="4062793" y="1140460"/>
                </a:lnTo>
                <a:lnTo>
                  <a:pt x="4062311" y="1140460"/>
                </a:lnTo>
                <a:lnTo>
                  <a:pt x="4066756" y="1144270"/>
                </a:lnTo>
                <a:lnTo>
                  <a:pt x="4066286" y="1143000"/>
                </a:lnTo>
                <a:lnTo>
                  <a:pt x="4070566" y="1146810"/>
                </a:lnTo>
                <a:lnTo>
                  <a:pt x="4070121" y="1146810"/>
                </a:lnTo>
                <a:lnTo>
                  <a:pt x="4074210" y="1150620"/>
                </a:lnTo>
                <a:lnTo>
                  <a:pt x="4073791" y="1150620"/>
                </a:lnTo>
                <a:lnTo>
                  <a:pt x="4077690" y="1154430"/>
                </a:lnTo>
                <a:lnTo>
                  <a:pt x="4077284" y="1153160"/>
                </a:lnTo>
                <a:lnTo>
                  <a:pt x="4080992" y="1158240"/>
                </a:lnTo>
                <a:lnTo>
                  <a:pt x="4080599" y="1156970"/>
                </a:lnTo>
                <a:lnTo>
                  <a:pt x="4084104" y="1162050"/>
                </a:lnTo>
                <a:lnTo>
                  <a:pt x="4083735" y="1162050"/>
                </a:lnTo>
                <a:lnTo>
                  <a:pt x="4087025" y="1165860"/>
                </a:lnTo>
                <a:lnTo>
                  <a:pt x="4086682" y="1165860"/>
                </a:lnTo>
                <a:lnTo>
                  <a:pt x="4089755" y="1170940"/>
                </a:lnTo>
                <a:lnTo>
                  <a:pt x="4089438" y="1169670"/>
                </a:lnTo>
                <a:lnTo>
                  <a:pt x="4092270" y="1174750"/>
                </a:lnTo>
                <a:lnTo>
                  <a:pt x="4091978" y="1174750"/>
                </a:lnTo>
                <a:lnTo>
                  <a:pt x="4094581" y="1179830"/>
                </a:lnTo>
                <a:lnTo>
                  <a:pt x="4094315" y="1178560"/>
                </a:lnTo>
                <a:lnTo>
                  <a:pt x="4096677" y="1183640"/>
                </a:lnTo>
                <a:lnTo>
                  <a:pt x="4096435" y="1183640"/>
                </a:lnTo>
                <a:lnTo>
                  <a:pt x="4098544" y="1188720"/>
                </a:lnTo>
                <a:lnTo>
                  <a:pt x="4098328" y="1188720"/>
                </a:lnTo>
                <a:lnTo>
                  <a:pt x="4100576" y="1194904"/>
                </a:lnTo>
                <a:lnTo>
                  <a:pt x="4101261" y="1197610"/>
                </a:lnTo>
                <a:lnTo>
                  <a:pt x="4101427" y="1197610"/>
                </a:lnTo>
                <a:lnTo>
                  <a:pt x="4127271" y="1197610"/>
                </a:lnTo>
                <a:lnTo>
                  <a:pt x="4126103" y="1192530"/>
                </a:lnTo>
                <a:lnTo>
                  <a:pt x="4124337" y="1186180"/>
                </a:lnTo>
                <a:lnTo>
                  <a:pt x="4122280" y="1179830"/>
                </a:lnTo>
                <a:lnTo>
                  <a:pt x="4121810" y="1178560"/>
                </a:lnTo>
                <a:lnTo>
                  <a:pt x="4119943" y="1173480"/>
                </a:lnTo>
                <a:lnTo>
                  <a:pt x="4117975" y="1169670"/>
                </a:lnTo>
                <a:lnTo>
                  <a:pt x="4117327" y="1168400"/>
                </a:lnTo>
                <a:lnTo>
                  <a:pt x="4114444" y="1162050"/>
                </a:lnTo>
                <a:lnTo>
                  <a:pt x="4111294" y="1156970"/>
                </a:lnTo>
                <a:lnTo>
                  <a:pt x="4108742" y="1153160"/>
                </a:lnTo>
                <a:lnTo>
                  <a:pt x="4107904" y="1151890"/>
                </a:lnTo>
                <a:lnTo>
                  <a:pt x="4104259" y="1146810"/>
                </a:lnTo>
                <a:lnTo>
                  <a:pt x="4101350" y="1143000"/>
                </a:lnTo>
                <a:lnTo>
                  <a:pt x="4100385" y="1141730"/>
                </a:lnTo>
                <a:lnTo>
                  <a:pt x="4096283" y="1136650"/>
                </a:lnTo>
                <a:lnTo>
                  <a:pt x="4093400" y="1134110"/>
                </a:lnTo>
                <a:lnTo>
                  <a:pt x="4091965" y="1132840"/>
                </a:lnTo>
                <a:lnTo>
                  <a:pt x="4090822" y="1131570"/>
                </a:lnTo>
                <a:lnTo>
                  <a:pt x="4087431" y="1127760"/>
                </a:lnTo>
                <a:lnTo>
                  <a:pt x="4084269" y="1125220"/>
                </a:lnTo>
                <a:lnTo>
                  <a:pt x="4050449" y="1104900"/>
                </a:lnTo>
                <a:lnTo>
                  <a:pt x="4012946" y="1094740"/>
                </a:lnTo>
                <a:lnTo>
                  <a:pt x="2541892" y="1094740"/>
                </a:lnTo>
                <a:lnTo>
                  <a:pt x="2504389" y="1104900"/>
                </a:lnTo>
                <a:lnTo>
                  <a:pt x="2467419" y="1127760"/>
                </a:lnTo>
                <a:lnTo>
                  <a:pt x="2462885" y="1132840"/>
                </a:lnTo>
                <a:lnTo>
                  <a:pt x="2458567" y="1136650"/>
                </a:lnTo>
                <a:lnTo>
                  <a:pt x="2437511" y="1168400"/>
                </a:lnTo>
                <a:lnTo>
                  <a:pt x="2434894" y="1173480"/>
                </a:lnTo>
                <a:lnTo>
                  <a:pt x="2425306" y="1211580"/>
                </a:lnTo>
                <a:lnTo>
                  <a:pt x="2424633" y="1224280"/>
                </a:lnTo>
                <a:lnTo>
                  <a:pt x="2424633" y="1696720"/>
                </a:lnTo>
                <a:lnTo>
                  <a:pt x="2430500" y="1734820"/>
                </a:lnTo>
                <a:lnTo>
                  <a:pt x="2437511" y="1752600"/>
                </a:lnTo>
                <a:lnTo>
                  <a:pt x="2440406" y="1758950"/>
                </a:lnTo>
                <a:lnTo>
                  <a:pt x="2462885" y="1788160"/>
                </a:lnTo>
                <a:lnTo>
                  <a:pt x="2467419" y="1793240"/>
                </a:lnTo>
                <a:lnTo>
                  <a:pt x="2504389" y="1816100"/>
                </a:lnTo>
                <a:lnTo>
                  <a:pt x="2541892" y="1826260"/>
                </a:lnTo>
                <a:lnTo>
                  <a:pt x="4012946" y="1826260"/>
                </a:lnTo>
                <a:lnTo>
                  <a:pt x="4050449" y="1816100"/>
                </a:lnTo>
                <a:lnTo>
                  <a:pt x="4084269" y="1795780"/>
                </a:lnTo>
                <a:lnTo>
                  <a:pt x="4087431" y="1793240"/>
                </a:lnTo>
                <a:lnTo>
                  <a:pt x="4090822" y="1789430"/>
                </a:lnTo>
                <a:lnTo>
                  <a:pt x="4091965" y="1788160"/>
                </a:lnTo>
                <a:lnTo>
                  <a:pt x="4093400" y="1786890"/>
                </a:lnTo>
                <a:lnTo>
                  <a:pt x="4096283" y="1784350"/>
                </a:lnTo>
                <a:lnTo>
                  <a:pt x="4100385" y="1779270"/>
                </a:lnTo>
                <a:lnTo>
                  <a:pt x="4101350" y="1778000"/>
                </a:lnTo>
                <a:lnTo>
                  <a:pt x="4104259" y="1774190"/>
                </a:lnTo>
                <a:lnTo>
                  <a:pt x="4107904" y="1769110"/>
                </a:lnTo>
                <a:lnTo>
                  <a:pt x="4108742" y="1767840"/>
                </a:lnTo>
                <a:lnTo>
                  <a:pt x="4111294" y="1764030"/>
                </a:lnTo>
                <a:lnTo>
                  <a:pt x="4114444" y="1758950"/>
                </a:lnTo>
                <a:lnTo>
                  <a:pt x="4117327" y="1752600"/>
                </a:lnTo>
                <a:lnTo>
                  <a:pt x="4117975" y="1751330"/>
                </a:lnTo>
                <a:lnTo>
                  <a:pt x="4119943" y="1747520"/>
                </a:lnTo>
                <a:lnTo>
                  <a:pt x="4121810" y="1742440"/>
                </a:lnTo>
                <a:lnTo>
                  <a:pt x="4122280" y="1741170"/>
                </a:lnTo>
                <a:lnTo>
                  <a:pt x="4124337" y="1734820"/>
                </a:lnTo>
                <a:lnTo>
                  <a:pt x="4126103" y="1728470"/>
                </a:lnTo>
                <a:lnTo>
                  <a:pt x="4127271" y="1723390"/>
                </a:lnTo>
                <a:lnTo>
                  <a:pt x="4127563" y="1722120"/>
                </a:lnTo>
                <a:lnTo>
                  <a:pt x="4128249" y="1718310"/>
                </a:lnTo>
                <a:lnTo>
                  <a:pt x="4128706" y="1715770"/>
                </a:lnTo>
                <a:lnTo>
                  <a:pt x="4128782" y="1715109"/>
                </a:lnTo>
                <a:lnTo>
                  <a:pt x="4129544" y="1709420"/>
                </a:lnTo>
                <a:lnTo>
                  <a:pt x="4130040" y="1703070"/>
                </a:lnTo>
                <a:lnTo>
                  <a:pt x="4130065" y="1701800"/>
                </a:lnTo>
                <a:lnTo>
                  <a:pt x="4130205" y="1696720"/>
                </a:lnTo>
                <a:lnTo>
                  <a:pt x="4130205" y="12242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5" name="object 8">
            <a:extLst>
              <a:ext uri="{FF2B5EF4-FFF2-40B4-BE49-F238E27FC236}">
                <a16:creationId xmlns:a16="http://schemas.microsoft.com/office/drawing/2014/main" id="{7CC0A40C-3D05-466F-9B6E-189AAABCC133}"/>
              </a:ext>
            </a:extLst>
          </p:cNvPr>
          <p:cNvSpPr>
            <a:spLocks noGrp="1"/>
          </p:cNvSpPr>
          <p:nvPr/>
        </p:nvSpPr>
        <p:spPr>
          <a:xfrm>
            <a:off x="5957243" y="3672494"/>
            <a:ext cx="1514347" cy="623620"/>
          </a:xfrm>
          <a:custGeom>
            <a:avLst/>
            <a:gdLst/>
            <a:ahLst/>
            <a:cxnLst/>
            <a:rect l="l" t="t" r="r" b="b"/>
            <a:pathLst>
              <a:path w="1720850" h="708660">
                <a:moveTo>
                  <a:pt x="1603248" y="708659"/>
                </a:moveTo>
                <a:lnTo>
                  <a:pt x="118872" y="708659"/>
                </a:lnTo>
                <a:lnTo>
                  <a:pt x="72621" y="699015"/>
                </a:lnTo>
                <a:lnTo>
                  <a:pt x="34923" y="673522"/>
                </a:lnTo>
                <a:lnTo>
                  <a:pt x="9481" y="635879"/>
                </a:lnTo>
                <a:lnTo>
                  <a:pt x="0" y="589788"/>
                </a:lnTo>
                <a:lnTo>
                  <a:pt x="0" y="118871"/>
                </a:lnTo>
                <a:lnTo>
                  <a:pt x="9481" y="72771"/>
                </a:lnTo>
                <a:lnTo>
                  <a:pt x="34923" y="35123"/>
                </a:lnTo>
                <a:lnTo>
                  <a:pt x="72621" y="9631"/>
                </a:lnTo>
                <a:lnTo>
                  <a:pt x="118872" y="0"/>
                </a:lnTo>
                <a:lnTo>
                  <a:pt x="1603248" y="0"/>
                </a:lnTo>
                <a:lnTo>
                  <a:pt x="1649165" y="9631"/>
                </a:lnTo>
                <a:lnTo>
                  <a:pt x="1686591" y="35123"/>
                </a:lnTo>
                <a:lnTo>
                  <a:pt x="1711682" y="72771"/>
                </a:lnTo>
                <a:lnTo>
                  <a:pt x="1720596" y="118871"/>
                </a:lnTo>
                <a:lnTo>
                  <a:pt x="1720596" y="589788"/>
                </a:lnTo>
                <a:lnTo>
                  <a:pt x="1711682" y="635879"/>
                </a:lnTo>
                <a:lnTo>
                  <a:pt x="1686591" y="673522"/>
                </a:lnTo>
                <a:lnTo>
                  <a:pt x="1649165" y="699015"/>
                </a:lnTo>
                <a:lnTo>
                  <a:pt x="1603248" y="708659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8EB61640-5EE8-483E-B336-DF6A502DFC8E}"/>
              </a:ext>
            </a:extLst>
          </p:cNvPr>
          <p:cNvSpPr>
            <a:spLocks noGrp="1"/>
          </p:cNvSpPr>
          <p:nvPr/>
        </p:nvSpPr>
        <p:spPr>
          <a:xfrm>
            <a:off x="5946380" y="3661866"/>
            <a:ext cx="1536699" cy="643737"/>
          </a:xfrm>
          <a:custGeom>
            <a:avLst/>
            <a:gdLst/>
            <a:ahLst/>
            <a:cxnLst/>
            <a:rect l="l" t="t" r="r" b="b"/>
            <a:pathLst>
              <a:path w="1746250" h="731520">
                <a:moveTo>
                  <a:pt x="1628990" y="731520"/>
                </a:moveTo>
                <a:lnTo>
                  <a:pt x="117271" y="731520"/>
                </a:lnTo>
                <a:lnTo>
                  <a:pt x="91770" y="726439"/>
                </a:lnTo>
                <a:lnTo>
                  <a:pt x="52450" y="706120"/>
                </a:lnTo>
                <a:lnTo>
                  <a:pt x="38252" y="693420"/>
                </a:lnTo>
                <a:lnTo>
                  <a:pt x="33934" y="689610"/>
                </a:lnTo>
                <a:lnTo>
                  <a:pt x="12890" y="657860"/>
                </a:lnTo>
                <a:lnTo>
                  <a:pt x="10274" y="652779"/>
                </a:lnTo>
                <a:lnTo>
                  <a:pt x="673" y="614679"/>
                </a:lnTo>
                <a:lnTo>
                  <a:pt x="0" y="601979"/>
                </a:lnTo>
                <a:lnTo>
                  <a:pt x="0" y="129539"/>
                </a:lnTo>
                <a:lnTo>
                  <a:pt x="132" y="124460"/>
                </a:lnTo>
                <a:lnTo>
                  <a:pt x="165" y="123189"/>
                </a:lnTo>
                <a:lnTo>
                  <a:pt x="7924" y="85089"/>
                </a:lnTo>
                <a:lnTo>
                  <a:pt x="12890" y="73660"/>
                </a:lnTo>
                <a:lnTo>
                  <a:pt x="15773" y="67310"/>
                </a:lnTo>
                <a:lnTo>
                  <a:pt x="38252" y="38100"/>
                </a:lnTo>
                <a:lnTo>
                  <a:pt x="42786" y="33020"/>
                </a:lnTo>
                <a:lnTo>
                  <a:pt x="79768" y="10160"/>
                </a:lnTo>
                <a:lnTo>
                  <a:pt x="117271" y="0"/>
                </a:lnTo>
                <a:lnTo>
                  <a:pt x="1628990" y="0"/>
                </a:lnTo>
                <a:lnTo>
                  <a:pt x="1666493" y="10160"/>
                </a:lnTo>
                <a:lnTo>
                  <a:pt x="1693799" y="25400"/>
                </a:lnTo>
                <a:lnTo>
                  <a:pt x="114884" y="25400"/>
                </a:lnTo>
                <a:lnTo>
                  <a:pt x="109080" y="26670"/>
                </a:lnTo>
                <a:lnTo>
                  <a:pt x="109702" y="26670"/>
                </a:lnTo>
                <a:lnTo>
                  <a:pt x="104000" y="27939"/>
                </a:lnTo>
                <a:lnTo>
                  <a:pt x="104609" y="27939"/>
                </a:lnTo>
                <a:lnTo>
                  <a:pt x="99009" y="29210"/>
                </a:lnTo>
                <a:lnTo>
                  <a:pt x="99618" y="29210"/>
                </a:lnTo>
                <a:lnTo>
                  <a:pt x="96875" y="30479"/>
                </a:lnTo>
                <a:lnTo>
                  <a:pt x="94729" y="30479"/>
                </a:lnTo>
                <a:lnTo>
                  <a:pt x="89369" y="33020"/>
                </a:lnTo>
                <a:lnTo>
                  <a:pt x="89941" y="33020"/>
                </a:lnTo>
                <a:lnTo>
                  <a:pt x="84721" y="35560"/>
                </a:lnTo>
                <a:lnTo>
                  <a:pt x="85280" y="35560"/>
                </a:lnTo>
                <a:lnTo>
                  <a:pt x="82740" y="36829"/>
                </a:lnTo>
                <a:lnTo>
                  <a:pt x="80733" y="36829"/>
                </a:lnTo>
                <a:lnTo>
                  <a:pt x="77440" y="39370"/>
                </a:lnTo>
                <a:lnTo>
                  <a:pt x="76326" y="39370"/>
                </a:lnTo>
                <a:lnTo>
                  <a:pt x="71539" y="43179"/>
                </a:lnTo>
                <a:lnTo>
                  <a:pt x="72047" y="43179"/>
                </a:lnTo>
                <a:lnTo>
                  <a:pt x="67424" y="45720"/>
                </a:lnTo>
                <a:lnTo>
                  <a:pt x="67906" y="45720"/>
                </a:lnTo>
                <a:lnTo>
                  <a:pt x="64943" y="48260"/>
                </a:lnTo>
                <a:lnTo>
                  <a:pt x="63919" y="48260"/>
                </a:lnTo>
                <a:lnTo>
                  <a:pt x="59651" y="52070"/>
                </a:lnTo>
                <a:lnTo>
                  <a:pt x="60096" y="52070"/>
                </a:lnTo>
                <a:lnTo>
                  <a:pt x="55994" y="55879"/>
                </a:lnTo>
                <a:lnTo>
                  <a:pt x="56426" y="55879"/>
                </a:lnTo>
                <a:lnTo>
                  <a:pt x="53826" y="58420"/>
                </a:lnTo>
                <a:lnTo>
                  <a:pt x="52933" y="58420"/>
                </a:lnTo>
                <a:lnTo>
                  <a:pt x="50152" y="62229"/>
                </a:lnTo>
                <a:lnTo>
                  <a:pt x="49618" y="62229"/>
                </a:lnTo>
                <a:lnTo>
                  <a:pt x="46113" y="67310"/>
                </a:lnTo>
                <a:lnTo>
                  <a:pt x="46482" y="67310"/>
                </a:lnTo>
                <a:lnTo>
                  <a:pt x="43192" y="71120"/>
                </a:lnTo>
                <a:lnTo>
                  <a:pt x="43535" y="71120"/>
                </a:lnTo>
                <a:lnTo>
                  <a:pt x="41230" y="74929"/>
                </a:lnTo>
                <a:lnTo>
                  <a:pt x="40779" y="74929"/>
                </a:lnTo>
                <a:lnTo>
                  <a:pt x="37947" y="80010"/>
                </a:lnTo>
                <a:lnTo>
                  <a:pt x="38239" y="80010"/>
                </a:lnTo>
                <a:lnTo>
                  <a:pt x="36287" y="83820"/>
                </a:lnTo>
                <a:lnTo>
                  <a:pt x="35902" y="83820"/>
                </a:lnTo>
                <a:lnTo>
                  <a:pt x="33540" y="88900"/>
                </a:lnTo>
                <a:lnTo>
                  <a:pt x="33782" y="88900"/>
                </a:lnTo>
                <a:lnTo>
                  <a:pt x="31673" y="93979"/>
                </a:lnTo>
                <a:lnTo>
                  <a:pt x="31889" y="93979"/>
                </a:lnTo>
                <a:lnTo>
                  <a:pt x="30499" y="97789"/>
                </a:lnTo>
                <a:lnTo>
                  <a:pt x="30225" y="97789"/>
                </a:lnTo>
                <a:lnTo>
                  <a:pt x="28955" y="102870"/>
                </a:lnTo>
                <a:lnTo>
                  <a:pt x="28790" y="102870"/>
                </a:lnTo>
                <a:lnTo>
                  <a:pt x="27734" y="107950"/>
                </a:lnTo>
                <a:lnTo>
                  <a:pt x="27597" y="107950"/>
                </a:lnTo>
                <a:lnTo>
                  <a:pt x="26423" y="115193"/>
                </a:lnTo>
                <a:lnTo>
                  <a:pt x="25971" y="119379"/>
                </a:lnTo>
                <a:lnTo>
                  <a:pt x="25657" y="123189"/>
                </a:lnTo>
                <a:lnTo>
                  <a:pt x="25622" y="608329"/>
                </a:lnTo>
                <a:lnTo>
                  <a:pt x="25908" y="612139"/>
                </a:lnTo>
                <a:lnTo>
                  <a:pt x="26343" y="615834"/>
                </a:lnTo>
                <a:lnTo>
                  <a:pt x="26465" y="616585"/>
                </a:lnTo>
                <a:lnTo>
                  <a:pt x="26507" y="617223"/>
                </a:lnTo>
                <a:lnTo>
                  <a:pt x="26771" y="618471"/>
                </a:lnTo>
                <a:lnTo>
                  <a:pt x="27597" y="623570"/>
                </a:lnTo>
                <a:lnTo>
                  <a:pt x="27734" y="623570"/>
                </a:lnTo>
                <a:lnTo>
                  <a:pt x="28790" y="628650"/>
                </a:lnTo>
                <a:lnTo>
                  <a:pt x="28955" y="628650"/>
                </a:lnTo>
                <a:lnTo>
                  <a:pt x="30225" y="633729"/>
                </a:lnTo>
                <a:lnTo>
                  <a:pt x="30499" y="633729"/>
                </a:lnTo>
                <a:lnTo>
                  <a:pt x="31889" y="637539"/>
                </a:lnTo>
                <a:lnTo>
                  <a:pt x="31673" y="637539"/>
                </a:lnTo>
                <a:lnTo>
                  <a:pt x="33782" y="642620"/>
                </a:lnTo>
                <a:lnTo>
                  <a:pt x="33540" y="642620"/>
                </a:lnTo>
                <a:lnTo>
                  <a:pt x="35902" y="647700"/>
                </a:lnTo>
                <a:lnTo>
                  <a:pt x="36287" y="647700"/>
                </a:lnTo>
                <a:lnTo>
                  <a:pt x="38239" y="651510"/>
                </a:lnTo>
                <a:lnTo>
                  <a:pt x="37947" y="651510"/>
                </a:lnTo>
                <a:lnTo>
                  <a:pt x="40779" y="656589"/>
                </a:lnTo>
                <a:lnTo>
                  <a:pt x="41230" y="656589"/>
                </a:lnTo>
                <a:lnTo>
                  <a:pt x="43535" y="660400"/>
                </a:lnTo>
                <a:lnTo>
                  <a:pt x="43192" y="660400"/>
                </a:lnTo>
                <a:lnTo>
                  <a:pt x="46482" y="664210"/>
                </a:lnTo>
                <a:lnTo>
                  <a:pt x="46113" y="664210"/>
                </a:lnTo>
                <a:lnTo>
                  <a:pt x="49618" y="669289"/>
                </a:lnTo>
                <a:lnTo>
                  <a:pt x="50152" y="669289"/>
                </a:lnTo>
                <a:lnTo>
                  <a:pt x="52933" y="673100"/>
                </a:lnTo>
                <a:lnTo>
                  <a:pt x="53826" y="673100"/>
                </a:lnTo>
                <a:lnTo>
                  <a:pt x="56426" y="675639"/>
                </a:lnTo>
                <a:lnTo>
                  <a:pt x="55994" y="675639"/>
                </a:lnTo>
                <a:lnTo>
                  <a:pt x="60096" y="679450"/>
                </a:lnTo>
                <a:lnTo>
                  <a:pt x="59651" y="679450"/>
                </a:lnTo>
                <a:lnTo>
                  <a:pt x="63919" y="683260"/>
                </a:lnTo>
                <a:lnTo>
                  <a:pt x="64943" y="683260"/>
                </a:lnTo>
                <a:lnTo>
                  <a:pt x="67906" y="685800"/>
                </a:lnTo>
                <a:lnTo>
                  <a:pt x="67424" y="685800"/>
                </a:lnTo>
                <a:lnTo>
                  <a:pt x="72047" y="689610"/>
                </a:lnTo>
                <a:lnTo>
                  <a:pt x="73135" y="689610"/>
                </a:lnTo>
                <a:lnTo>
                  <a:pt x="76326" y="692150"/>
                </a:lnTo>
                <a:lnTo>
                  <a:pt x="77440" y="692150"/>
                </a:lnTo>
                <a:lnTo>
                  <a:pt x="80733" y="694689"/>
                </a:lnTo>
                <a:lnTo>
                  <a:pt x="82740" y="694689"/>
                </a:lnTo>
                <a:lnTo>
                  <a:pt x="85280" y="695960"/>
                </a:lnTo>
                <a:lnTo>
                  <a:pt x="84721" y="695960"/>
                </a:lnTo>
                <a:lnTo>
                  <a:pt x="89941" y="698500"/>
                </a:lnTo>
                <a:lnTo>
                  <a:pt x="89369" y="698500"/>
                </a:lnTo>
                <a:lnTo>
                  <a:pt x="94729" y="701039"/>
                </a:lnTo>
                <a:lnTo>
                  <a:pt x="96875" y="701039"/>
                </a:lnTo>
                <a:lnTo>
                  <a:pt x="99618" y="702310"/>
                </a:lnTo>
                <a:lnTo>
                  <a:pt x="99009" y="702310"/>
                </a:lnTo>
                <a:lnTo>
                  <a:pt x="104609" y="703579"/>
                </a:lnTo>
                <a:lnTo>
                  <a:pt x="104000" y="703579"/>
                </a:lnTo>
                <a:lnTo>
                  <a:pt x="109702" y="704850"/>
                </a:lnTo>
                <a:lnTo>
                  <a:pt x="109080" y="704850"/>
                </a:lnTo>
                <a:lnTo>
                  <a:pt x="114884" y="706120"/>
                </a:lnTo>
                <a:lnTo>
                  <a:pt x="1693799" y="706120"/>
                </a:lnTo>
                <a:lnTo>
                  <a:pt x="1688680" y="709929"/>
                </a:lnTo>
                <a:lnTo>
                  <a:pt x="1654479" y="726439"/>
                </a:lnTo>
                <a:lnTo>
                  <a:pt x="1628990" y="731520"/>
                </a:lnTo>
                <a:close/>
              </a:path>
              <a:path w="1746250" h="731520">
                <a:moveTo>
                  <a:pt x="1652117" y="31750"/>
                </a:moveTo>
                <a:lnTo>
                  <a:pt x="1646643" y="29210"/>
                </a:lnTo>
                <a:lnTo>
                  <a:pt x="1647240" y="29210"/>
                </a:lnTo>
                <a:lnTo>
                  <a:pt x="1641652" y="27939"/>
                </a:lnTo>
                <a:lnTo>
                  <a:pt x="1642262" y="27939"/>
                </a:lnTo>
                <a:lnTo>
                  <a:pt x="1636560" y="26670"/>
                </a:lnTo>
                <a:lnTo>
                  <a:pt x="1637182" y="26670"/>
                </a:lnTo>
                <a:lnTo>
                  <a:pt x="1631378" y="25400"/>
                </a:lnTo>
                <a:lnTo>
                  <a:pt x="1693799" y="25400"/>
                </a:lnTo>
                <a:lnTo>
                  <a:pt x="1698739" y="29210"/>
                </a:lnTo>
                <a:lnTo>
                  <a:pt x="1700318" y="30479"/>
                </a:lnTo>
                <a:lnTo>
                  <a:pt x="1651533" y="30479"/>
                </a:lnTo>
                <a:lnTo>
                  <a:pt x="1652117" y="31750"/>
                </a:lnTo>
                <a:close/>
              </a:path>
              <a:path w="1746250" h="731520">
                <a:moveTo>
                  <a:pt x="94132" y="31750"/>
                </a:moveTo>
                <a:lnTo>
                  <a:pt x="94729" y="30479"/>
                </a:lnTo>
                <a:lnTo>
                  <a:pt x="96875" y="30479"/>
                </a:lnTo>
                <a:lnTo>
                  <a:pt x="94132" y="31750"/>
                </a:lnTo>
                <a:close/>
              </a:path>
              <a:path w="1746250" h="731520">
                <a:moveTo>
                  <a:pt x="1666062" y="38100"/>
                </a:moveTo>
                <a:lnTo>
                  <a:pt x="1660982" y="35560"/>
                </a:lnTo>
                <a:lnTo>
                  <a:pt x="1661540" y="35560"/>
                </a:lnTo>
                <a:lnTo>
                  <a:pt x="1656308" y="33020"/>
                </a:lnTo>
                <a:lnTo>
                  <a:pt x="1656892" y="33020"/>
                </a:lnTo>
                <a:lnTo>
                  <a:pt x="1651533" y="30479"/>
                </a:lnTo>
                <a:lnTo>
                  <a:pt x="1700318" y="30479"/>
                </a:lnTo>
                <a:lnTo>
                  <a:pt x="1703476" y="33020"/>
                </a:lnTo>
                <a:lnTo>
                  <a:pt x="1706876" y="36829"/>
                </a:lnTo>
                <a:lnTo>
                  <a:pt x="1665516" y="36829"/>
                </a:lnTo>
                <a:lnTo>
                  <a:pt x="1666062" y="38100"/>
                </a:lnTo>
                <a:close/>
              </a:path>
              <a:path w="1746250" h="731520">
                <a:moveTo>
                  <a:pt x="80200" y="38100"/>
                </a:moveTo>
                <a:lnTo>
                  <a:pt x="80733" y="36829"/>
                </a:lnTo>
                <a:lnTo>
                  <a:pt x="82740" y="36829"/>
                </a:lnTo>
                <a:lnTo>
                  <a:pt x="80200" y="38100"/>
                </a:lnTo>
                <a:close/>
              </a:path>
              <a:path w="1746250" h="731520">
                <a:moveTo>
                  <a:pt x="1670456" y="40639"/>
                </a:moveTo>
                <a:lnTo>
                  <a:pt x="1665516" y="36829"/>
                </a:lnTo>
                <a:lnTo>
                  <a:pt x="1706876" y="36829"/>
                </a:lnTo>
                <a:lnTo>
                  <a:pt x="1708010" y="38100"/>
                </a:lnTo>
                <a:lnTo>
                  <a:pt x="1709449" y="39370"/>
                </a:lnTo>
                <a:lnTo>
                  <a:pt x="1669935" y="39370"/>
                </a:lnTo>
                <a:lnTo>
                  <a:pt x="1670456" y="40639"/>
                </a:lnTo>
                <a:close/>
              </a:path>
              <a:path w="1746250" h="731520">
                <a:moveTo>
                  <a:pt x="75793" y="40639"/>
                </a:moveTo>
                <a:lnTo>
                  <a:pt x="76326" y="39370"/>
                </a:lnTo>
                <a:lnTo>
                  <a:pt x="77440" y="39370"/>
                </a:lnTo>
                <a:lnTo>
                  <a:pt x="75793" y="40639"/>
                </a:lnTo>
                <a:close/>
              </a:path>
              <a:path w="1746250" h="731520">
                <a:moveTo>
                  <a:pt x="1682800" y="49529"/>
                </a:moveTo>
                <a:lnTo>
                  <a:pt x="1678343" y="45720"/>
                </a:lnTo>
                <a:lnTo>
                  <a:pt x="1678838" y="45720"/>
                </a:lnTo>
                <a:lnTo>
                  <a:pt x="1674215" y="43179"/>
                </a:lnTo>
                <a:lnTo>
                  <a:pt x="1674723" y="43179"/>
                </a:lnTo>
                <a:lnTo>
                  <a:pt x="1669935" y="39370"/>
                </a:lnTo>
                <a:lnTo>
                  <a:pt x="1709449" y="39370"/>
                </a:lnTo>
                <a:lnTo>
                  <a:pt x="1712328" y="41910"/>
                </a:lnTo>
                <a:lnTo>
                  <a:pt x="1716430" y="46989"/>
                </a:lnTo>
                <a:lnTo>
                  <a:pt x="1717398" y="48260"/>
                </a:lnTo>
                <a:lnTo>
                  <a:pt x="1682330" y="48260"/>
                </a:lnTo>
                <a:lnTo>
                  <a:pt x="1682800" y="49529"/>
                </a:lnTo>
                <a:close/>
              </a:path>
              <a:path w="1746250" h="731520">
                <a:moveTo>
                  <a:pt x="63461" y="49529"/>
                </a:moveTo>
                <a:lnTo>
                  <a:pt x="63919" y="48260"/>
                </a:lnTo>
                <a:lnTo>
                  <a:pt x="64943" y="48260"/>
                </a:lnTo>
                <a:lnTo>
                  <a:pt x="63461" y="49529"/>
                </a:lnTo>
                <a:close/>
              </a:path>
              <a:path w="1746250" h="731520">
                <a:moveTo>
                  <a:pt x="1693735" y="59689"/>
                </a:moveTo>
                <a:lnTo>
                  <a:pt x="1689823" y="55879"/>
                </a:lnTo>
                <a:lnTo>
                  <a:pt x="1690255" y="55879"/>
                </a:lnTo>
                <a:lnTo>
                  <a:pt x="1686166" y="52070"/>
                </a:lnTo>
                <a:lnTo>
                  <a:pt x="1686610" y="52070"/>
                </a:lnTo>
                <a:lnTo>
                  <a:pt x="1682330" y="48260"/>
                </a:lnTo>
                <a:lnTo>
                  <a:pt x="1717398" y="48260"/>
                </a:lnTo>
                <a:lnTo>
                  <a:pt x="1720303" y="52070"/>
                </a:lnTo>
                <a:lnTo>
                  <a:pt x="1723948" y="57150"/>
                </a:lnTo>
                <a:lnTo>
                  <a:pt x="1724796" y="58420"/>
                </a:lnTo>
                <a:lnTo>
                  <a:pt x="1693329" y="58420"/>
                </a:lnTo>
                <a:lnTo>
                  <a:pt x="1693735" y="59689"/>
                </a:lnTo>
                <a:close/>
              </a:path>
              <a:path w="1746250" h="731520">
                <a:moveTo>
                  <a:pt x="52527" y="59689"/>
                </a:moveTo>
                <a:lnTo>
                  <a:pt x="52933" y="58420"/>
                </a:lnTo>
                <a:lnTo>
                  <a:pt x="53826" y="58420"/>
                </a:lnTo>
                <a:lnTo>
                  <a:pt x="52527" y="59689"/>
                </a:lnTo>
                <a:close/>
              </a:path>
              <a:path w="1746250" h="731520">
                <a:moveTo>
                  <a:pt x="1697037" y="63500"/>
                </a:moveTo>
                <a:lnTo>
                  <a:pt x="1693329" y="58420"/>
                </a:lnTo>
                <a:lnTo>
                  <a:pt x="1724796" y="58420"/>
                </a:lnTo>
                <a:lnTo>
                  <a:pt x="1727339" y="62229"/>
                </a:lnTo>
                <a:lnTo>
                  <a:pt x="1696643" y="62229"/>
                </a:lnTo>
                <a:lnTo>
                  <a:pt x="1697037" y="63500"/>
                </a:lnTo>
                <a:close/>
              </a:path>
              <a:path w="1746250" h="731520">
                <a:moveTo>
                  <a:pt x="49225" y="63500"/>
                </a:moveTo>
                <a:lnTo>
                  <a:pt x="49618" y="62229"/>
                </a:lnTo>
                <a:lnTo>
                  <a:pt x="50152" y="62229"/>
                </a:lnTo>
                <a:lnTo>
                  <a:pt x="49225" y="63500"/>
                </a:lnTo>
                <a:close/>
              </a:path>
              <a:path w="1746250" h="731520">
                <a:moveTo>
                  <a:pt x="1705787" y="76200"/>
                </a:moveTo>
                <a:lnTo>
                  <a:pt x="1702727" y="71120"/>
                </a:lnTo>
                <a:lnTo>
                  <a:pt x="1703069" y="71120"/>
                </a:lnTo>
                <a:lnTo>
                  <a:pt x="1699780" y="67310"/>
                </a:lnTo>
                <a:lnTo>
                  <a:pt x="1700149" y="67310"/>
                </a:lnTo>
                <a:lnTo>
                  <a:pt x="1696643" y="62229"/>
                </a:lnTo>
                <a:lnTo>
                  <a:pt x="1727339" y="62229"/>
                </a:lnTo>
                <a:lnTo>
                  <a:pt x="1730489" y="67310"/>
                </a:lnTo>
                <a:lnTo>
                  <a:pt x="1733372" y="73660"/>
                </a:lnTo>
                <a:lnTo>
                  <a:pt x="1734026" y="74929"/>
                </a:lnTo>
                <a:lnTo>
                  <a:pt x="1705470" y="74929"/>
                </a:lnTo>
                <a:lnTo>
                  <a:pt x="1705787" y="76200"/>
                </a:lnTo>
                <a:close/>
              </a:path>
              <a:path w="1746250" h="731520">
                <a:moveTo>
                  <a:pt x="40462" y="76200"/>
                </a:moveTo>
                <a:lnTo>
                  <a:pt x="40779" y="74929"/>
                </a:lnTo>
                <a:lnTo>
                  <a:pt x="41230" y="74929"/>
                </a:lnTo>
                <a:lnTo>
                  <a:pt x="40462" y="76200"/>
                </a:lnTo>
                <a:close/>
              </a:path>
              <a:path w="1746250" h="731520">
                <a:moveTo>
                  <a:pt x="1710626" y="85089"/>
                </a:moveTo>
                <a:lnTo>
                  <a:pt x="1708022" y="80010"/>
                </a:lnTo>
                <a:lnTo>
                  <a:pt x="1708315" y="80010"/>
                </a:lnTo>
                <a:lnTo>
                  <a:pt x="1705470" y="74929"/>
                </a:lnTo>
                <a:lnTo>
                  <a:pt x="1734026" y="74929"/>
                </a:lnTo>
                <a:lnTo>
                  <a:pt x="1735988" y="78739"/>
                </a:lnTo>
                <a:lnTo>
                  <a:pt x="1737857" y="83820"/>
                </a:lnTo>
                <a:lnTo>
                  <a:pt x="1710359" y="83820"/>
                </a:lnTo>
                <a:lnTo>
                  <a:pt x="1710626" y="85089"/>
                </a:lnTo>
                <a:close/>
              </a:path>
              <a:path w="1746250" h="731520">
                <a:moveTo>
                  <a:pt x="35636" y="85089"/>
                </a:moveTo>
                <a:lnTo>
                  <a:pt x="35902" y="83820"/>
                </a:lnTo>
                <a:lnTo>
                  <a:pt x="36287" y="83820"/>
                </a:lnTo>
                <a:lnTo>
                  <a:pt x="35636" y="85089"/>
                </a:lnTo>
                <a:close/>
              </a:path>
              <a:path w="1746250" h="731520">
                <a:moveTo>
                  <a:pt x="1716630" y="100164"/>
                </a:moveTo>
                <a:lnTo>
                  <a:pt x="1714372" y="93979"/>
                </a:lnTo>
                <a:lnTo>
                  <a:pt x="1714588" y="93979"/>
                </a:lnTo>
                <a:lnTo>
                  <a:pt x="1712467" y="88900"/>
                </a:lnTo>
                <a:lnTo>
                  <a:pt x="1712721" y="88900"/>
                </a:lnTo>
                <a:lnTo>
                  <a:pt x="1710359" y="83820"/>
                </a:lnTo>
                <a:lnTo>
                  <a:pt x="1737857" y="83820"/>
                </a:lnTo>
                <a:lnTo>
                  <a:pt x="1738325" y="85089"/>
                </a:lnTo>
                <a:lnTo>
                  <a:pt x="1740382" y="91439"/>
                </a:lnTo>
                <a:lnTo>
                  <a:pt x="1742147" y="97789"/>
                </a:lnTo>
                <a:lnTo>
                  <a:pt x="1716036" y="97789"/>
                </a:lnTo>
                <a:lnTo>
                  <a:pt x="1716630" y="100164"/>
                </a:lnTo>
                <a:close/>
              </a:path>
              <a:path w="1746250" h="731520">
                <a:moveTo>
                  <a:pt x="29632" y="100164"/>
                </a:moveTo>
                <a:lnTo>
                  <a:pt x="30225" y="97789"/>
                </a:lnTo>
                <a:lnTo>
                  <a:pt x="30499" y="97789"/>
                </a:lnTo>
                <a:lnTo>
                  <a:pt x="29632" y="100164"/>
                </a:lnTo>
                <a:close/>
              </a:path>
              <a:path w="1746250" h="731520">
                <a:moveTo>
                  <a:pt x="1744294" y="623570"/>
                </a:moveTo>
                <a:lnTo>
                  <a:pt x="1718652" y="623570"/>
                </a:lnTo>
                <a:lnTo>
                  <a:pt x="1719693" y="617223"/>
                </a:lnTo>
                <a:lnTo>
                  <a:pt x="1719798" y="616585"/>
                </a:lnTo>
                <a:lnTo>
                  <a:pt x="1720278" y="612139"/>
                </a:lnTo>
                <a:lnTo>
                  <a:pt x="1720602" y="608329"/>
                </a:lnTo>
                <a:lnTo>
                  <a:pt x="1720637" y="123189"/>
                </a:lnTo>
                <a:lnTo>
                  <a:pt x="1720341" y="119379"/>
                </a:lnTo>
                <a:lnTo>
                  <a:pt x="1719866" y="115349"/>
                </a:lnTo>
                <a:lnTo>
                  <a:pt x="1718652" y="107950"/>
                </a:lnTo>
                <a:lnTo>
                  <a:pt x="1718518" y="107950"/>
                </a:lnTo>
                <a:lnTo>
                  <a:pt x="1717471" y="102870"/>
                </a:lnTo>
                <a:lnTo>
                  <a:pt x="1717306" y="102870"/>
                </a:lnTo>
                <a:lnTo>
                  <a:pt x="1716036" y="97789"/>
                </a:lnTo>
                <a:lnTo>
                  <a:pt x="1742147" y="97789"/>
                </a:lnTo>
                <a:lnTo>
                  <a:pt x="1743316" y="102870"/>
                </a:lnTo>
                <a:lnTo>
                  <a:pt x="1717471" y="102870"/>
                </a:lnTo>
                <a:lnTo>
                  <a:pt x="1717728" y="104117"/>
                </a:lnTo>
                <a:lnTo>
                  <a:pt x="1743603" y="104117"/>
                </a:lnTo>
                <a:lnTo>
                  <a:pt x="1744294" y="107950"/>
                </a:lnTo>
                <a:lnTo>
                  <a:pt x="1718652" y="107950"/>
                </a:lnTo>
                <a:lnTo>
                  <a:pt x="1718859" y="109207"/>
                </a:lnTo>
                <a:lnTo>
                  <a:pt x="1744520" y="109207"/>
                </a:lnTo>
                <a:lnTo>
                  <a:pt x="1744751" y="110489"/>
                </a:lnTo>
                <a:lnTo>
                  <a:pt x="1745589" y="116839"/>
                </a:lnTo>
                <a:lnTo>
                  <a:pt x="1746084" y="123189"/>
                </a:lnTo>
                <a:lnTo>
                  <a:pt x="1746250" y="129539"/>
                </a:lnTo>
                <a:lnTo>
                  <a:pt x="1746250" y="601979"/>
                </a:lnTo>
                <a:lnTo>
                  <a:pt x="1744751" y="621029"/>
                </a:lnTo>
                <a:lnTo>
                  <a:pt x="1744294" y="623570"/>
                </a:lnTo>
                <a:close/>
              </a:path>
              <a:path w="1746250" h="731520">
                <a:moveTo>
                  <a:pt x="28644" y="104117"/>
                </a:moveTo>
                <a:lnTo>
                  <a:pt x="28790" y="102870"/>
                </a:lnTo>
                <a:lnTo>
                  <a:pt x="28955" y="102870"/>
                </a:lnTo>
                <a:lnTo>
                  <a:pt x="28644" y="104117"/>
                </a:lnTo>
                <a:close/>
              </a:path>
              <a:path w="1746250" h="731520">
                <a:moveTo>
                  <a:pt x="27472" y="109207"/>
                </a:moveTo>
                <a:lnTo>
                  <a:pt x="27597" y="107950"/>
                </a:lnTo>
                <a:lnTo>
                  <a:pt x="27734" y="107950"/>
                </a:lnTo>
                <a:lnTo>
                  <a:pt x="27472" y="109207"/>
                </a:lnTo>
                <a:close/>
              </a:path>
              <a:path w="1746250" h="731520">
                <a:moveTo>
                  <a:pt x="27734" y="623570"/>
                </a:moveTo>
                <a:lnTo>
                  <a:pt x="27597" y="623570"/>
                </a:lnTo>
                <a:lnTo>
                  <a:pt x="27393" y="622312"/>
                </a:lnTo>
                <a:lnTo>
                  <a:pt x="27734" y="623570"/>
                </a:lnTo>
                <a:close/>
              </a:path>
              <a:path w="1746250" h="731520">
                <a:moveTo>
                  <a:pt x="1743316" y="628650"/>
                </a:moveTo>
                <a:lnTo>
                  <a:pt x="1717471" y="628650"/>
                </a:lnTo>
                <a:lnTo>
                  <a:pt x="1718777" y="622312"/>
                </a:lnTo>
                <a:lnTo>
                  <a:pt x="1718652" y="623570"/>
                </a:lnTo>
                <a:lnTo>
                  <a:pt x="1744294" y="623570"/>
                </a:lnTo>
                <a:lnTo>
                  <a:pt x="1743608" y="627379"/>
                </a:lnTo>
                <a:lnTo>
                  <a:pt x="1743316" y="628650"/>
                </a:lnTo>
                <a:close/>
              </a:path>
              <a:path w="1746250" h="731520">
                <a:moveTo>
                  <a:pt x="28955" y="628650"/>
                </a:moveTo>
                <a:lnTo>
                  <a:pt x="28790" y="628650"/>
                </a:lnTo>
                <a:lnTo>
                  <a:pt x="28526" y="627379"/>
                </a:lnTo>
                <a:lnTo>
                  <a:pt x="28955" y="628650"/>
                </a:lnTo>
                <a:close/>
              </a:path>
              <a:path w="1746250" h="731520">
                <a:moveTo>
                  <a:pt x="1742147" y="633729"/>
                </a:moveTo>
                <a:lnTo>
                  <a:pt x="1716036" y="633729"/>
                </a:lnTo>
                <a:lnTo>
                  <a:pt x="1717624" y="627379"/>
                </a:lnTo>
                <a:lnTo>
                  <a:pt x="1717471" y="628650"/>
                </a:lnTo>
                <a:lnTo>
                  <a:pt x="1743316" y="628650"/>
                </a:lnTo>
                <a:lnTo>
                  <a:pt x="1742147" y="633729"/>
                </a:lnTo>
                <a:close/>
              </a:path>
              <a:path w="1746250" h="731520">
                <a:moveTo>
                  <a:pt x="30499" y="633729"/>
                </a:moveTo>
                <a:lnTo>
                  <a:pt x="30225" y="633729"/>
                </a:lnTo>
                <a:lnTo>
                  <a:pt x="29632" y="631355"/>
                </a:lnTo>
                <a:lnTo>
                  <a:pt x="30499" y="633729"/>
                </a:lnTo>
                <a:close/>
              </a:path>
              <a:path w="1746250" h="731520">
                <a:moveTo>
                  <a:pt x="1737857" y="647700"/>
                </a:moveTo>
                <a:lnTo>
                  <a:pt x="1710359" y="647700"/>
                </a:lnTo>
                <a:lnTo>
                  <a:pt x="1712721" y="642620"/>
                </a:lnTo>
                <a:lnTo>
                  <a:pt x="1712467" y="642620"/>
                </a:lnTo>
                <a:lnTo>
                  <a:pt x="1714588" y="637539"/>
                </a:lnTo>
                <a:lnTo>
                  <a:pt x="1714372" y="637539"/>
                </a:lnTo>
                <a:lnTo>
                  <a:pt x="1716630" y="631355"/>
                </a:lnTo>
                <a:lnTo>
                  <a:pt x="1716036" y="633729"/>
                </a:lnTo>
                <a:lnTo>
                  <a:pt x="1742147" y="633729"/>
                </a:lnTo>
                <a:lnTo>
                  <a:pt x="1740382" y="640079"/>
                </a:lnTo>
                <a:lnTo>
                  <a:pt x="1738325" y="646429"/>
                </a:lnTo>
                <a:lnTo>
                  <a:pt x="1737857" y="647700"/>
                </a:lnTo>
                <a:close/>
              </a:path>
              <a:path w="1746250" h="731520">
                <a:moveTo>
                  <a:pt x="36287" y="647700"/>
                </a:moveTo>
                <a:lnTo>
                  <a:pt x="35902" y="647700"/>
                </a:lnTo>
                <a:lnTo>
                  <a:pt x="35636" y="646429"/>
                </a:lnTo>
                <a:lnTo>
                  <a:pt x="36287" y="647700"/>
                </a:lnTo>
                <a:close/>
              </a:path>
              <a:path w="1746250" h="731520">
                <a:moveTo>
                  <a:pt x="1734026" y="656589"/>
                </a:moveTo>
                <a:lnTo>
                  <a:pt x="1705470" y="656589"/>
                </a:lnTo>
                <a:lnTo>
                  <a:pt x="1708315" y="651510"/>
                </a:lnTo>
                <a:lnTo>
                  <a:pt x="1708022" y="651510"/>
                </a:lnTo>
                <a:lnTo>
                  <a:pt x="1710626" y="646429"/>
                </a:lnTo>
                <a:lnTo>
                  <a:pt x="1710359" y="647700"/>
                </a:lnTo>
                <a:lnTo>
                  <a:pt x="1737857" y="647700"/>
                </a:lnTo>
                <a:lnTo>
                  <a:pt x="1735988" y="652779"/>
                </a:lnTo>
                <a:lnTo>
                  <a:pt x="1734026" y="656589"/>
                </a:lnTo>
                <a:close/>
              </a:path>
              <a:path w="1746250" h="731520">
                <a:moveTo>
                  <a:pt x="41230" y="656589"/>
                </a:moveTo>
                <a:lnTo>
                  <a:pt x="40779" y="656589"/>
                </a:lnTo>
                <a:lnTo>
                  <a:pt x="40462" y="655320"/>
                </a:lnTo>
                <a:lnTo>
                  <a:pt x="41230" y="656589"/>
                </a:lnTo>
                <a:close/>
              </a:path>
              <a:path w="1746250" h="731520">
                <a:moveTo>
                  <a:pt x="1727339" y="669289"/>
                </a:moveTo>
                <a:lnTo>
                  <a:pt x="1696643" y="669289"/>
                </a:lnTo>
                <a:lnTo>
                  <a:pt x="1700149" y="664210"/>
                </a:lnTo>
                <a:lnTo>
                  <a:pt x="1699780" y="664210"/>
                </a:lnTo>
                <a:lnTo>
                  <a:pt x="1703069" y="660400"/>
                </a:lnTo>
                <a:lnTo>
                  <a:pt x="1702727" y="660400"/>
                </a:lnTo>
                <a:lnTo>
                  <a:pt x="1705787" y="655320"/>
                </a:lnTo>
                <a:lnTo>
                  <a:pt x="1705470" y="656589"/>
                </a:lnTo>
                <a:lnTo>
                  <a:pt x="1734026" y="656589"/>
                </a:lnTo>
                <a:lnTo>
                  <a:pt x="1733372" y="657860"/>
                </a:lnTo>
                <a:lnTo>
                  <a:pt x="1730489" y="664210"/>
                </a:lnTo>
                <a:lnTo>
                  <a:pt x="1727339" y="669289"/>
                </a:lnTo>
                <a:close/>
              </a:path>
              <a:path w="1746250" h="731520">
                <a:moveTo>
                  <a:pt x="50152" y="669289"/>
                </a:moveTo>
                <a:lnTo>
                  <a:pt x="49618" y="669289"/>
                </a:lnTo>
                <a:lnTo>
                  <a:pt x="49225" y="668020"/>
                </a:lnTo>
                <a:lnTo>
                  <a:pt x="50152" y="669289"/>
                </a:lnTo>
                <a:close/>
              </a:path>
              <a:path w="1746250" h="731520">
                <a:moveTo>
                  <a:pt x="1724796" y="673100"/>
                </a:moveTo>
                <a:lnTo>
                  <a:pt x="1693329" y="673100"/>
                </a:lnTo>
                <a:lnTo>
                  <a:pt x="1697037" y="668020"/>
                </a:lnTo>
                <a:lnTo>
                  <a:pt x="1696643" y="669289"/>
                </a:lnTo>
                <a:lnTo>
                  <a:pt x="1727339" y="669289"/>
                </a:lnTo>
                <a:lnTo>
                  <a:pt x="1724796" y="673100"/>
                </a:lnTo>
                <a:close/>
              </a:path>
              <a:path w="1746250" h="731520">
                <a:moveTo>
                  <a:pt x="53826" y="673100"/>
                </a:moveTo>
                <a:lnTo>
                  <a:pt x="52933" y="673100"/>
                </a:lnTo>
                <a:lnTo>
                  <a:pt x="52527" y="671829"/>
                </a:lnTo>
                <a:lnTo>
                  <a:pt x="53826" y="673100"/>
                </a:lnTo>
                <a:close/>
              </a:path>
              <a:path w="1746250" h="731520">
                <a:moveTo>
                  <a:pt x="1717398" y="683260"/>
                </a:moveTo>
                <a:lnTo>
                  <a:pt x="1682330" y="683260"/>
                </a:lnTo>
                <a:lnTo>
                  <a:pt x="1686610" y="679450"/>
                </a:lnTo>
                <a:lnTo>
                  <a:pt x="1686166" y="679450"/>
                </a:lnTo>
                <a:lnTo>
                  <a:pt x="1690255" y="675639"/>
                </a:lnTo>
                <a:lnTo>
                  <a:pt x="1689823" y="675639"/>
                </a:lnTo>
                <a:lnTo>
                  <a:pt x="1693735" y="671829"/>
                </a:lnTo>
                <a:lnTo>
                  <a:pt x="1693329" y="673100"/>
                </a:lnTo>
                <a:lnTo>
                  <a:pt x="1724796" y="673100"/>
                </a:lnTo>
                <a:lnTo>
                  <a:pt x="1723948" y="674370"/>
                </a:lnTo>
                <a:lnTo>
                  <a:pt x="1720303" y="679450"/>
                </a:lnTo>
                <a:lnTo>
                  <a:pt x="1717398" y="683260"/>
                </a:lnTo>
                <a:close/>
              </a:path>
              <a:path w="1746250" h="731520">
                <a:moveTo>
                  <a:pt x="64943" y="683260"/>
                </a:moveTo>
                <a:lnTo>
                  <a:pt x="63919" y="683260"/>
                </a:lnTo>
                <a:lnTo>
                  <a:pt x="63461" y="681989"/>
                </a:lnTo>
                <a:lnTo>
                  <a:pt x="64943" y="683260"/>
                </a:lnTo>
                <a:close/>
              </a:path>
              <a:path w="1746250" h="731520">
                <a:moveTo>
                  <a:pt x="1712328" y="689610"/>
                </a:moveTo>
                <a:lnTo>
                  <a:pt x="1674215" y="689610"/>
                </a:lnTo>
                <a:lnTo>
                  <a:pt x="1678838" y="685800"/>
                </a:lnTo>
                <a:lnTo>
                  <a:pt x="1678343" y="685800"/>
                </a:lnTo>
                <a:lnTo>
                  <a:pt x="1682800" y="681989"/>
                </a:lnTo>
                <a:lnTo>
                  <a:pt x="1682330" y="683260"/>
                </a:lnTo>
                <a:lnTo>
                  <a:pt x="1717398" y="683260"/>
                </a:lnTo>
                <a:lnTo>
                  <a:pt x="1716430" y="684529"/>
                </a:lnTo>
                <a:lnTo>
                  <a:pt x="1712328" y="689610"/>
                </a:lnTo>
                <a:close/>
              </a:path>
              <a:path w="1746250" h="731520">
                <a:moveTo>
                  <a:pt x="73135" y="689610"/>
                </a:moveTo>
                <a:lnTo>
                  <a:pt x="72047" y="689610"/>
                </a:lnTo>
                <a:lnTo>
                  <a:pt x="71539" y="688339"/>
                </a:lnTo>
                <a:lnTo>
                  <a:pt x="73135" y="689610"/>
                </a:lnTo>
                <a:close/>
              </a:path>
              <a:path w="1746250" h="731520">
                <a:moveTo>
                  <a:pt x="1709449" y="692150"/>
                </a:moveTo>
                <a:lnTo>
                  <a:pt x="1669935" y="692150"/>
                </a:lnTo>
                <a:lnTo>
                  <a:pt x="1674723" y="688339"/>
                </a:lnTo>
                <a:lnTo>
                  <a:pt x="1674215" y="689610"/>
                </a:lnTo>
                <a:lnTo>
                  <a:pt x="1712328" y="689610"/>
                </a:lnTo>
                <a:lnTo>
                  <a:pt x="1709449" y="692150"/>
                </a:lnTo>
                <a:close/>
              </a:path>
              <a:path w="1746250" h="731520">
                <a:moveTo>
                  <a:pt x="77440" y="692150"/>
                </a:moveTo>
                <a:lnTo>
                  <a:pt x="76326" y="692150"/>
                </a:lnTo>
                <a:lnTo>
                  <a:pt x="75793" y="690879"/>
                </a:lnTo>
                <a:lnTo>
                  <a:pt x="77440" y="692150"/>
                </a:lnTo>
                <a:close/>
              </a:path>
              <a:path w="1746250" h="731520">
                <a:moveTo>
                  <a:pt x="1706876" y="694689"/>
                </a:moveTo>
                <a:lnTo>
                  <a:pt x="1665516" y="694689"/>
                </a:lnTo>
                <a:lnTo>
                  <a:pt x="1670456" y="690879"/>
                </a:lnTo>
                <a:lnTo>
                  <a:pt x="1669935" y="692150"/>
                </a:lnTo>
                <a:lnTo>
                  <a:pt x="1709449" y="692150"/>
                </a:lnTo>
                <a:lnTo>
                  <a:pt x="1708010" y="693420"/>
                </a:lnTo>
                <a:lnTo>
                  <a:pt x="1706876" y="694689"/>
                </a:lnTo>
                <a:close/>
              </a:path>
              <a:path w="1746250" h="731520">
                <a:moveTo>
                  <a:pt x="82740" y="694689"/>
                </a:moveTo>
                <a:lnTo>
                  <a:pt x="80733" y="694689"/>
                </a:lnTo>
                <a:lnTo>
                  <a:pt x="80200" y="693420"/>
                </a:lnTo>
                <a:lnTo>
                  <a:pt x="82740" y="694689"/>
                </a:lnTo>
                <a:close/>
              </a:path>
              <a:path w="1746250" h="731520">
                <a:moveTo>
                  <a:pt x="1700318" y="701039"/>
                </a:moveTo>
                <a:lnTo>
                  <a:pt x="1651533" y="701039"/>
                </a:lnTo>
                <a:lnTo>
                  <a:pt x="1656892" y="698500"/>
                </a:lnTo>
                <a:lnTo>
                  <a:pt x="1656308" y="698500"/>
                </a:lnTo>
                <a:lnTo>
                  <a:pt x="1661540" y="695960"/>
                </a:lnTo>
                <a:lnTo>
                  <a:pt x="1660982" y="695960"/>
                </a:lnTo>
                <a:lnTo>
                  <a:pt x="1666062" y="693420"/>
                </a:lnTo>
                <a:lnTo>
                  <a:pt x="1665516" y="694689"/>
                </a:lnTo>
                <a:lnTo>
                  <a:pt x="1706876" y="694689"/>
                </a:lnTo>
                <a:lnTo>
                  <a:pt x="1703476" y="698500"/>
                </a:lnTo>
                <a:lnTo>
                  <a:pt x="1700318" y="701039"/>
                </a:lnTo>
                <a:close/>
              </a:path>
              <a:path w="1746250" h="731520">
                <a:moveTo>
                  <a:pt x="96875" y="701039"/>
                </a:moveTo>
                <a:lnTo>
                  <a:pt x="94729" y="701039"/>
                </a:lnTo>
                <a:lnTo>
                  <a:pt x="94132" y="699770"/>
                </a:lnTo>
                <a:lnTo>
                  <a:pt x="96875" y="701039"/>
                </a:lnTo>
                <a:close/>
              </a:path>
              <a:path w="1746250" h="731520">
                <a:moveTo>
                  <a:pt x="1693799" y="706120"/>
                </a:moveTo>
                <a:lnTo>
                  <a:pt x="1631378" y="706120"/>
                </a:lnTo>
                <a:lnTo>
                  <a:pt x="1637182" y="704850"/>
                </a:lnTo>
                <a:lnTo>
                  <a:pt x="1636560" y="704850"/>
                </a:lnTo>
                <a:lnTo>
                  <a:pt x="1642262" y="703579"/>
                </a:lnTo>
                <a:lnTo>
                  <a:pt x="1641652" y="703579"/>
                </a:lnTo>
                <a:lnTo>
                  <a:pt x="1647240" y="702310"/>
                </a:lnTo>
                <a:lnTo>
                  <a:pt x="1646643" y="702310"/>
                </a:lnTo>
                <a:lnTo>
                  <a:pt x="1652117" y="699770"/>
                </a:lnTo>
                <a:lnTo>
                  <a:pt x="1651533" y="701039"/>
                </a:lnTo>
                <a:lnTo>
                  <a:pt x="1700318" y="701039"/>
                </a:lnTo>
                <a:lnTo>
                  <a:pt x="1698739" y="702310"/>
                </a:lnTo>
                <a:lnTo>
                  <a:pt x="1693799" y="706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7" name="object 28">
            <a:extLst>
              <a:ext uri="{FF2B5EF4-FFF2-40B4-BE49-F238E27FC236}">
                <a16:creationId xmlns:a16="http://schemas.microsoft.com/office/drawing/2014/main" id="{7AFAEBDE-C90F-44AF-8F36-0E327C5BB575}"/>
              </a:ext>
            </a:extLst>
          </p:cNvPr>
          <p:cNvSpPr>
            <a:spLocks noGrp="1"/>
          </p:cNvSpPr>
          <p:nvPr/>
        </p:nvSpPr>
        <p:spPr>
          <a:xfrm>
            <a:off x="6189113" y="3873304"/>
            <a:ext cx="1094675" cy="236372"/>
          </a:xfrm>
          <a:prstGeom prst="rect">
            <a:avLst/>
          </a:prstGeom>
        </p:spPr>
        <p:txBody>
          <a:bodyPr vert="horz" wrap="square" lIns="0" tIns="10617" rIns="0" bIns="0">
            <a:spAutoFit/>
          </a:bodyPr>
          <a:lstStyle/>
          <a:p>
            <a:pPr>
              <a:lnSpc>
                <a:spcPct val="100000"/>
              </a:lnSpc>
              <a:spcBef>
                <a:spcPts val="84"/>
              </a:spcBef>
              <a:buNone/>
            </a:pPr>
            <a:r>
              <a:rPr sz="1408" b="1">
                <a:latin typeface="Calibri"/>
                <a:ea typeface="Calibri"/>
                <a:cs typeface="Calibri"/>
              </a:rPr>
              <a:t>Application 1</a:t>
            </a:r>
            <a:endParaRPr sz="1408">
              <a:latin typeface="Calibri"/>
              <a:ea typeface="Calibri"/>
              <a:cs typeface="Calibri"/>
            </a:endParaRPr>
          </a:p>
        </p:txBody>
      </p:sp>
      <p:sp>
        <p:nvSpPr>
          <p:cNvPr id="28" name="object 30">
            <a:extLst>
              <a:ext uri="{FF2B5EF4-FFF2-40B4-BE49-F238E27FC236}">
                <a16:creationId xmlns:a16="http://schemas.microsoft.com/office/drawing/2014/main" id="{2F94A0D4-D4A8-4EA2-BD0C-55DFC5D214D5}"/>
              </a:ext>
            </a:extLst>
          </p:cNvPr>
          <p:cNvSpPr>
            <a:spLocks noGrp="1"/>
          </p:cNvSpPr>
          <p:nvPr/>
        </p:nvSpPr>
        <p:spPr>
          <a:xfrm>
            <a:off x="7956855" y="3672494"/>
            <a:ext cx="1923389" cy="623621"/>
          </a:xfrm>
          <a:custGeom>
            <a:avLst/>
            <a:gdLst/>
            <a:ahLst/>
            <a:cxnLst/>
            <a:rect l="l" t="t" r="r" b="b"/>
            <a:pathLst>
              <a:path w="2185670" h="708660">
                <a:moveTo>
                  <a:pt x="2066544" y="708659"/>
                </a:moveTo>
                <a:lnTo>
                  <a:pt x="117348" y="708659"/>
                </a:lnTo>
                <a:lnTo>
                  <a:pt x="71587" y="699015"/>
                </a:lnTo>
                <a:lnTo>
                  <a:pt x="34213" y="673522"/>
                </a:lnTo>
                <a:lnTo>
                  <a:pt x="9070" y="635879"/>
                </a:lnTo>
                <a:lnTo>
                  <a:pt x="0" y="589788"/>
                </a:lnTo>
                <a:lnTo>
                  <a:pt x="0" y="118871"/>
                </a:lnTo>
                <a:lnTo>
                  <a:pt x="9070" y="72771"/>
                </a:lnTo>
                <a:lnTo>
                  <a:pt x="34213" y="35123"/>
                </a:lnTo>
                <a:lnTo>
                  <a:pt x="71587" y="9631"/>
                </a:lnTo>
                <a:lnTo>
                  <a:pt x="117348" y="0"/>
                </a:lnTo>
                <a:lnTo>
                  <a:pt x="2066544" y="0"/>
                </a:lnTo>
                <a:lnTo>
                  <a:pt x="2112864" y="9631"/>
                </a:lnTo>
                <a:lnTo>
                  <a:pt x="2150583" y="35123"/>
                </a:lnTo>
                <a:lnTo>
                  <a:pt x="2176000" y="72771"/>
                </a:lnTo>
                <a:lnTo>
                  <a:pt x="2185416" y="118871"/>
                </a:lnTo>
                <a:lnTo>
                  <a:pt x="2185416" y="589788"/>
                </a:lnTo>
                <a:lnTo>
                  <a:pt x="2176000" y="635879"/>
                </a:lnTo>
                <a:lnTo>
                  <a:pt x="2150583" y="673522"/>
                </a:lnTo>
                <a:lnTo>
                  <a:pt x="2112864" y="699015"/>
                </a:lnTo>
                <a:lnTo>
                  <a:pt x="2066544" y="708659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9" name="object 31">
            <a:extLst>
              <a:ext uri="{FF2B5EF4-FFF2-40B4-BE49-F238E27FC236}">
                <a16:creationId xmlns:a16="http://schemas.microsoft.com/office/drawing/2014/main" id="{F4BA7098-2A26-4FB2-9E40-D522B741518B}"/>
              </a:ext>
            </a:extLst>
          </p:cNvPr>
          <p:cNvSpPr>
            <a:spLocks noGrp="1"/>
          </p:cNvSpPr>
          <p:nvPr/>
        </p:nvSpPr>
        <p:spPr>
          <a:xfrm>
            <a:off x="7945387" y="3661866"/>
            <a:ext cx="1945742" cy="643738"/>
          </a:xfrm>
          <a:custGeom>
            <a:avLst/>
            <a:gdLst/>
            <a:ahLst/>
            <a:cxnLst/>
            <a:rect l="l" t="t" r="r" b="b"/>
            <a:pathLst>
              <a:path w="2211070" h="731520">
                <a:moveTo>
                  <a:pt x="2093645" y="731520"/>
                </a:moveTo>
                <a:lnTo>
                  <a:pt x="117259" y="731520"/>
                </a:lnTo>
                <a:lnTo>
                  <a:pt x="91770" y="726439"/>
                </a:lnTo>
                <a:lnTo>
                  <a:pt x="52450" y="706120"/>
                </a:lnTo>
                <a:lnTo>
                  <a:pt x="38252" y="693420"/>
                </a:lnTo>
                <a:lnTo>
                  <a:pt x="33934" y="689610"/>
                </a:lnTo>
                <a:lnTo>
                  <a:pt x="12877" y="657860"/>
                </a:lnTo>
                <a:lnTo>
                  <a:pt x="10261" y="652779"/>
                </a:lnTo>
                <a:lnTo>
                  <a:pt x="673" y="614679"/>
                </a:lnTo>
                <a:lnTo>
                  <a:pt x="0" y="601979"/>
                </a:lnTo>
                <a:lnTo>
                  <a:pt x="0" y="129539"/>
                </a:lnTo>
                <a:lnTo>
                  <a:pt x="5867" y="91439"/>
                </a:lnTo>
                <a:lnTo>
                  <a:pt x="12877" y="73660"/>
                </a:lnTo>
                <a:lnTo>
                  <a:pt x="15773" y="67310"/>
                </a:lnTo>
                <a:lnTo>
                  <a:pt x="38252" y="38100"/>
                </a:lnTo>
                <a:lnTo>
                  <a:pt x="42786" y="33020"/>
                </a:lnTo>
                <a:lnTo>
                  <a:pt x="79755" y="10160"/>
                </a:lnTo>
                <a:lnTo>
                  <a:pt x="117259" y="0"/>
                </a:lnTo>
                <a:lnTo>
                  <a:pt x="2093645" y="0"/>
                </a:lnTo>
                <a:lnTo>
                  <a:pt x="2131148" y="10160"/>
                </a:lnTo>
                <a:lnTo>
                  <a:pt x="2158453" y="25400"/>
                </a:lnTo>
                <a:lnTo>
                  <a:pt x="114884" y="25400"/>
                </a:lnTo>
                <a:lnTo>
                  <a:pt x="109067" y="26670"/>
                </a:lnTo>
                <a:lnTo>
                  <a:pt x="109702" y="26670"/>
                </a:lnTo>
                <a:lnTo>
                  <a:pt x="103987" y="27939"/>
                </a:lnTo>
                <a:lnTo>
                  <a:pt x="104609" y="27939"/>
                </a:lnTo>
                <a:lnTo>
                  <a:pt x="99009" y="29210"/>
                </a:lnTo>
                <a:lnTo>
                  <a:pt x="99606" y="29210"/>
                </a:lnTo>
                <a:lnTo>
                  <a:pt x="96869" y="30479"/>
                </a:lnTo>
                <a:lnTo>
                  <a:pt x="94716" y="30479"/>
                </a:lnTo>
                <a:lnTo>
                  <a:pt x="89369" y="33020"/>
                </a:lnTo>
                <a:lnTo>
                  <a:pt x="89941" y="33020"/>
                </a:lnTo>
                <a:lnTo>
                  <a:pt x="84721" y="35560"/>
                </a:lnTo>
                <a:lnTo>
                  <a:pt x="85280" y="35560"/>
                </a:lnTo>
                <a:lnTo>
                  <a:pt x="82734" y="36829"/>
                </a:lnTo>
                <a:lnTo>
                  <a:pt x="80733" y="36829"/>
                </a:lnTo>
                <a:lnTo>
                  <a:pt x="77440" y="39370"/>
                </a:lnTo>
                <a:lnTo>
                  <a:pt x="76314" y="39370"/>
                </a:lnTo>
                <a:lnTo>
                  <a:pt x="71539" y="43179"/>
                </a:lnTo>
                <a:lnTo>
                  <a:pt x="72047" y="43179"/>
                </a:lnTo>
                <a:lnTo>
                  <a:pt x="67424" y="45720"/>
                </a:lnTo>
                <a:lnTo>
                  <a:pt x="67906" y="45720"/>
                </a:lnTo>
                <a:lnTo>
                  <a:pt x="64935" y="48260"/>
                </a:lnTo>
                <a:lnTo>
                  <a:pt x="63919" y="48260"/>
                </a:lnTo>
                <a:lnTo>
                  <a:pt x="59639" y="52070"/>
                </a:lnTo>
                <a:lnTo>
                  <a:pt x="60096" y="52070"/>
                </a:lnTo>
                <a:lnTo>
                  <a:pt x="55994" y="55879"/>
                </a:lnTo>
                <a:lnTo>
                  <a:pt x="56426" y="55879"/>
                </a:lnTo>
                <a:lnTo>
                  <a:pt x="53826" y="58420"/>
                </a:lnTo>
                <a:lnTo>
                  <a:pt x="52933" y="58420"/>
                </a:lnTo>
                <a:lnTo>
                  <a:pt x="50152" y="62229"/>
                </a:lnTo>
                <a:lnTo>
                  <a:pt x="49606" y="62229"/>
                </a:lnTo>
                <a:lnTo>
                  <a:pt x="46113" y="67310"/>
                </a:lnTo>
                <a:lnTo>
                  <a:pt x="46469" y="67310"/>
                </a:lnTo>
                <a:lnTo>
                  <a:pt x="43192" y="71120"/>
                </a:lnTo>
                <a:lnTo>
                  <a:pt x="43522" y="71120"/>
                </a:lnTo>
                <a:lnTo>
                  <a:pt x="41227" y="74929"/>
                </a:lnTo>
                <a:lnTo>
                  <a:pt x="40779" y="74929"/>
                </a:lnTo>
                <a:lnTo>
                  <a:pt x="37934" y="80010"/>
                </a:lnTo>
                <a:lnTo>
                  <a:pt x="38239" y="80010"/>
                </a:lnTo>
                <a:lnTo>
                  <a:pt x="36287" y="83820"/>
                </a:lnTo>
                <a:lnTo>
                  <a:pt x="35902" y="83820"/>
                </a:lnTo>
                <a:lnTo>
                  <a:pt x="33540" y="88900"/>
                </a:lnTo>
                <a:lnTo>
                  <a:pt x="33781" y="88900"/>
                </a:lnTo>
                <a:lnTo>
                  <a:pt x="31673" y="93979"/>
                </a:lnTo>
                <a:lnTo>
                  <a:pt x="31889" y="93979"/>
                </a:lnTo>
                <a:lnTo>
                  <a:pt x="30499" y="97789"/>
                </a:lnTo>
                <a:lnTo>
                  <a:pt x="30213" y="97789"/>
                </a:lnTo>
                <a:lnTo>
                  <a:pt x="28943" y="102870"/>
                </a:lnTo>
                <a:lnTo>
                  <a:pt x="28790" y="102870"/>
                </a:lnTo>
                <a:lnTo>
                  <a:pt x="27734" y="107950"/>
                </a:lnTo>
                <a:lnTo>
                  <a:pt x="27597" y="107950"/>
                </a:lnTo>
                <a:lnTo>
                  <a:pt x="26556" y="114292"/>
                </a:lnTo>
                <a:lnTo>
                  <a:pt x="26451" y="114935"/>
                </a:lnTo>
                <a:lnTo>
                  <a:pt x="25971" y="119379"/>
                </a:lnTo>
                <a:lnTo>
                  <a:pt x="25657" y="123189"/>
                </a:lnTo>
                <a:lnTo>
                  <a:pt x="25612" y="608329"/>
                </a:lnTo>
                <a:lnTo>
                  <a:pt x="25907" y="612139"/>
                </a:lnTo>
                <a:lnTo>
                  <a:pt x="26383" y="616170"/>
                </a:lnTo>
                <a:lnTo>
                  <a:pt x="26508" y="617225"/>
                </a:lnTo>
                <a:lnTo>
                  <a:pt x="26760" y="618471"/>
                </a:lnTo>
                <a:lnTo>
                  <a:pt x="27597" y="623570"/>
                </a:lnTo>
                <a:lnTo>
                  <a:pt x="27734" y="623570"/>
                </a:lnTo>
                <a:lnTo>
                  <a:pt x="28790" y="628650"/>
                </a:lnTo>
                <a:lnTo>
                  <a:pt x="28943" y="628650"/>
                </a:lnTo>
                <a:lnTo>
                  <a:pt x="30213" y="633729"/>
                </a:lnTo>
                <a:lnTo>
                  <a:pt x="30499" y="633729"/>
                </a:lnTo>
                <a:lnTo>
                  <a:pt x="31889" y="637539"/>
                </a:lnTo>
                <a:lnTo>
                  <a:pt x="31673" y="637539"/>
                </a:lnTo>
                <a:lnTo>
                  <a:pt x="33781" y="642620"/>
                </a:lnTo>
                <a:lnTo>
                  <a:pt x="33540" y="642620"/>
                </a:lnTo>
                <a:lnTo>
                  <a:pt x="35902" y="647700"/>
                </a:lnTo>
                <a:lnTo>
                  <a:pt x="36287" y="647700"/>
                </a:lnTo>
                <a:lnTo>
                  <a:pt x="38239" y="651510"/>
                </a:lnTo>
                <a:lnTo>
                  <a:pt x="37934" y="651510"/>
                </a:lnTo>
                <a:lnTo>
                  <a:pt x="40779" y="656589"/>
                </a:lnTo>
                <a:lnTo>
                  <a:pt x="41227" y="656589"/>
                </a:lnTo>
                <a:lnTo>
                  <a:pt x="43522" y="660400"/>
                </a:lnTo>
                <a:lnTo>
                  <a:pt x="43192" y="660400"/>
                </a:lnTo>
                <a:lnTo>
                  <a:pt x="46469" y="664210"/>
                </a:lnTo>
                <a:lnTo>
                  <a:pt x="46113" y="664210"/>
                </a:lnTo>
                <a:lnTo>
                  <a:pt x="49606" y="669289"/>
                </a:lnTo>
                <a:lnTo>
                  <a:pt x="50152" y="669289"/>
                </a:lnTo>
                <a:lnTo>
                  <a:pt x="52933" y="673100"/>
                </a:lnTo>
                <a:lnTo>
                  <a:pt x="53826" y="673100"/>
                </a:lnTo>
                <a:lnTo>
                  <a:pt x="56426" y="675639"/>
                </a:lnTo>
                <a:lnTo>
                  <a:pt x="55994" y="675639"/>
                </a:lnTo>
                <a:lnTo>
                  <a:pt x="60096" y="679450"/>
                </a:lnTo>
                <a:lnTo>
                  <a:pt x="59639" y="679450"/>
                </a:lnTo>
                <a:lnTo>
                  <a:pt x="63919" y="683260"/>
                </a:lnTo>
                <a:lnTo>
                  <a:pt x="64935" y="683260"/>
                </a:lnTo>
                <a:lnTo>
                  <a:pt x="67906" y="685800"/>
                </a:lnTo>
                <a:lnTo>
                  <a:pt x="67424" y="685800"/>
                </a:lnTo>
                <a:lnTo>
                  <a:pt x="72047" y="689610"/>
                </a:lnTo>
                <a:lnTo>
                  <a:pt x="73130" y="689610"/>
                </a:lnTo>
                <a:lnTo>
                  <a:pt x="76314" y="692150"/>
                </a:lnTo>
                <a:lnTo>
                  <a:pt x="77440" y="692150"/>
                </a:lnTo>
                <a:lnTo>
                  <a:pt x="80733" y="694689"/>
                </a:lnTo>
                <a:lnTo>
                  <a:pt x="82734" y="694689"/>
                </a:lnTo>
                <a:lnTo>
                  <a:pt x="85280" y="695960"/>
                </a:lnTo>
                <a:lnTo>
                  <a:pt x="84721" y="695960"/>
                </a:lnTo>
                <a:lnTo>
                  <a:pt x="89941" y="698500"/>
                </a:lnTo>
                <a:lnTo>
                  <a:pt x="89369" y="698500"/>
                </a:lnTo>
                <a:lnTo>
                  <a:pt x="94716" y="701039"/>
                </a:lnTo>
                <a:lnTo>
                  <a:pt x="96869" y="701039"/>
                </a:lnTo>
                <a:lnTo>
                  <a:pt x="99606" y="702310"/>
                </a:lnTo>
                <a:lnTo>
                  <a:pt x="99009" y="702310"/>
                </a:lnTo>
                <a:lnTo>
                  <a:pt x="104609" y="703579"/>
                </a:lnTo>
                <a:lnTo>
                  <a:pt x="103987" y="703579"/>
                </a:lnTo>
                <a:lnTo>
                  <a:pt x="109702" y="704850"/>
                </a:lnTo>
                <a:lnTo>
                  <a:pt x="109067" y="704850"/>
                </a:lnTo>
                <a:lnTo>
                  <a:pt x="114884" y="706120"/>
                </a:lnTo>
                <a:lnTo>
                  <a:pt x="2158453" y="706120"/>
                </a:lnTo>
                <a:lnTo>
                  <a:pt x="2153335" y="709929"/>
                </a:lnTo>
                <a:lnTo>
                  <a:pt x="2119134" y="726439"/>
                </a:lnTo>
                <a:lnTo>
                  <a:pt x="2093645" y="731520"/>
                </a:lnTo>
                <a:close/>
              </a:path>
              <a:path w="2211070" h="731520">
                <a:moveTo>
                  <a:pt x="2116772" y="31750"/>
                </a:moveTo>
                <a:lnTo>
                  <a:pt x="2111298" y="29210"/>
                </a:lnTo>
                <a:lnTo>
                  <a:pt x="2111895" y="29210"/>
                </a:lnTo>
                <a:lnTo>
                  <a:pt x="2106294" y="27939"/>
                </a:lnTo>
                <a:lnTo>
                  <a:pt x="2106917" y="27939"/>
                </a:lnTo>
                <a:lnTo>
                  <a:pt x="2101202" y="26670"/>
                </a:lnTo>
                <a:lnTo>
                  <a:pt x="2101837" y="26670"/>
                </a:lnTo>
                <a:lnTo>
                  <a:pt x="2096020" y="25400"/>
                </a:lnTo>
                <a:lnTo>
                  <a:pt x="2158453" y="25400"/>
                </a:lnTo>
                <a:lnTo>
                  <a:pt x="2163381" y="29210"/>
                </a:lnTo>
                <a:lnTo>
                  <a:pt x="2164960" y="30479"/>
                </a:lnTo>
                <a:lnTo>
                  <a:pt x="2116188" y="30479"/>
                </a:lnTo>
                <a:lnTo>
                  <a:pt x="2116772" y="31750"/>
                </a:lnTo>
                <a:close/>
              </a:path>
              <a:path w="2211070" h="731520">
                <a:moveTo>
                  <a:pt x="94132" y="31750"/>
                </a:moveTo>
                <a:lnTo>
                  <a:pt x="94716" y="30479"/>
                </a:lnTo>
                <a:lnTo>
                  <a:pt x="96869" y="30479"/>
                </a:lnTo>
                <a:lnTo>
                  <a:pt x="94132" y="31750"/>
                </a:lnTo>
                <a:close/>
              </a:path>
              <a:path w="2211070" h="731520">
                <a:moveTo>
                  <a:pt x="2130717" y="38100"/>
                </a:moveTo>
                <a:lnTo>
                  <a:pt x="2125624" y="35560"/>
                </a:lnTo>
                <a:lnTo>
                  <a:pt x="2126183" y="35560"/>
                </a:lnTo>
                <a:lnTo>
                  <a:pt x="2120963" y="33020"/>
                </a:lnTo>
                <a:lnTo>
                  <a:pt x="2121534" y="33020"/>
                </a:lnTo>
                <a:lnTo>
                  <a:pt x="2116188" y="30479"/>
                </a:lnTo>
                <a:lnTo>
                  <a:pt x="2164960" y="30479"/>
                </a:lnTo>
                <a:lnTo>
                  <a:pt x="2168118" y="33020"/>
                </a:lnTo>
                <a:lnTo>
                  <a:pt x="2171519" y="36829"/>
                </a:lnTo>
                <a:lnTo>
                  <a:pt x="2130171" y="36829"/>
                </a:lnTo>
                <a:lnTo>
                  <a:pt x="2130717" y="38100"/>
                </a:lnTo>
                <a:close/>
              </a:path>
              <a:path w="2211070" h="731520">
                <a:moveTo>
                  <a:pt x="80187" y="38100"/>
                </a:moveTo>
                <a:lnTo>
                  <a:pt x="80733" y="36829"/>
                </a:lnTo>
                <a:lnTo>
                  <a:pt x="82734" y="36829"/>
                </a:lnTo>
                <a:lnTo>
                  <a:pt x="80187" y="38100"/>
                </a:lnTo>
                <a:close/>
              </a:path>
              <a:path w="2211070" h="731520">
                <a:moveTo>
                  <a:pt x="2135111" y="40639"/>
                </a:moveTo>
                <a:lnTo>
                  <a:pt x="2130171" y="36829"/>
                </a:lnTo>
                <a:lnTo>
                  <a:pt x="2171519" y="36829"/>
                </a:lnTo>
                <a:lnTo>
                  <a:pt x="2172652" y="38100"/>
                </a:lnTo>
                <a:lnTo>
                  <a:pt x="2174091" y="39370"/>
                </a:lnTo>
                <a:lnTo>
                  <a:pt x="2134590" y="39370"/>
                </a:lnTo>
                <a:lnTo>
                  <a:pt x="2135111" y="40639"/>
                </a:lnTo>
                <a:close/>
              </a:path>
              <a:path w="2211070" h="731520">
                <a:moveTo>
                  <a:pt x="75793" y="40639"/>
                </a:moveTo>
                <a:lnTo>
                  <a:pt x="76314" y="39370"/>
                </a:lnTo>
                <a:lnTo>
                  <a:pt x="77440" y="39370"/>
                </a:lnTo>
                <a:lnTo>
                  <a:pt x="75793" y="40639"/>
                </a:lnTo>
                <a:close/>
              </a:path>
              <a:path w="2211070" h="731520">
                <a:moveTo>
                  <a:pt x="2147455" y="49529"/>
                </a:moveTo>
                <a:lnTo>
                  <a:pt x="2142998" y="45720"/>
                </a:lnTo>
                <a:lnTo>
                  <a:pt x="2143480" y="45720"/>
                </a:lnTo>
                <a:lnTo>
                  <a:pt x="2138857" y="43179"/>
                </a:lnTo>
                <a:lnTo>
                  <a:pt x="2139365" y="43179"/>
                </a:lnTo>
                <a:lnTo>
                  <a:pt x="2134590" y="39370"/>
                </a:lnTo>
                <a:lnTo>
                  <a:pt x="2174091" y="39370"/>
                </a:lnTo>
                <a:lnTo>
                  <a:pt x="2176970" y="41910"/>
                </a:lnTo>
                <a:lnTo>
                  <a:pt x="2181085" y="46989"/>
                </a:lnTo>
                <a:lnTo>
                  <a:pt x="2182053" y="48260"/>
                </a:lnTo>
                <a:lnTo>
                  <a:pt x="2146985" y="48260"/>
                </a:lnTo>
                <a:lnTo>
                  <a:pt x="2147455" y="49529"/>
                </a:lnTo>
                <a:close/>
              </a:path>
              <a:path w="2211070" h="731520">
                <a:moveTo>
                  <a:pt x="63449" y="49529"/>
                </a:moveTo>
                <a:lnTo>
                  <a:pt x="63919" y="48260"/>
                </a:lnTo>
                <a:lnTo>
                  <a:pt x="64935" y="48260"/>
                </a:lnTo>
                <a:lnTo>
                  <a:pt x="63449" y="49529"/>
                </a:lnTo>
                <a:close/>
              </a:path>
              <a:path w="2211070" h="731520">
                <a:moveTo>
                  <a:pt x="2158377" y="59689"/>
                </a:moveTo>
                <a:lnTo>
                  <a:pt x="2154478" y="55879"/>
                </a:lnTo>
                <a:lnTo>
                  <a:pt x="2154910" y="55879"/>
                </a:lnTo>
                <a:lnTo>
                  <a:pt x="2150808" y="52070"/>
                </a:lnTo>
                <a:lnTo>
                  <a:pt x="2151265" y="52070"/>
                </a:lnTo>
                <a:lnTo>
                  <a:pt x="2146985" y="48260"/>
                </a:lnTo>
                <a:lnTo>
                  <a:pt x="2182053" y="48260"/>
                </a:lnTo>
                <a:lnTo>
                  <a:pt x="2184958" y="52070"/>
                </a:lnTo>
                <a:lnTo>
                  <a:pt x="2188590" y="57150"/>
                </a:lnTo>
                <a:lnTo>
                  <a:pt x="2189441" y="58420"/>
                </a:lnTo>
                <a:lnTo>
                  <a:pt x="2157971" y="58420"/>
                </a:lnTo>
                <a:lnTo>
                  <a:pt x="2158377" y="59689"/>
                </a:lnTo>
                <a:close/>
              </a:path>
              <a:path w="2211070" h="731520">
                <a:moveTo>
                  <a:pt x="52527" y="59689"/>
                </a:moveTo>
                <a:lnTo>
                  <a:pt x="52933" y="58420"/>
                </a:lnTo>
                <a:lnTo>
                  <a:pt x="53826" y="58420"/>
                </a:lnTo>
                <a:lnTo>
                  <a:pt x="52527" y="59689"/>
                </a:lnTo>
                <a:close/>
              </a:path>
              <a:path w="2211070" h="731520">
                <a:moveTo>
                  <a:pt x="2161679" y="63500"/>
                </a:moveTo>
                <a:lnTo>
                  <a:pt x="2157971" y="58420"/>
                </a:lnTo>
                <a:lnTo>
                  <a:pt x="2189441" y="58420"/>
                </a:lnTo>
                <a:lnTo>
                  <a:pt x="2191994" y="62229"/>
                </a:lnTo>
                <a:lnTo>
                  <a:pt x="2161298" y="62229"/>
                </a:lnTo>
                <a:lnTo>
                  <a:pt x="2161679" y="63500"/>
                </a:lnTo>
                <a:close/>
              </a:path>
              <a:path w="2211070" h="731520">
                <a:moveTo>
                  <a:pt x="49225" y="63500"/>
                </a:moveTo>
                <a:lnTo>
                  <a:pt x="49606" y="62229"/>
                </a:lnTo>
                <a:lnTo>
                  <a:pt x="50152" y="62229"/>
                </a:lnTo>
                <a:lnTo>
                  <a:pt x="49225" y="63500"/>
                </a:lnTo>
                <a:close/>
              </a:path>
              <a:path w="2211070" h="731520">
                <a:moveTo>
                  <a:pt x="2170442" y="76200"/>
                </a:moveTo>
                <a:lnTo>
                  <a:pt x="2167381" y="71120"/>
                </a:lnTo>
                <a:lnTo>
                  <a:pt x="2167712" y="71120"/>
                </a:lnTo>
                <a:lnTo>
                  <a:pt x="2164435" y="67310"/>
                </a:lnTo>
                <a:lnTo>
                  <a:pt x="2164791" y="67310"/>
                </a:lnTo>
                <a:lnTo>
                  <a:pt x="2161298" y="62229"/>
                </a:lnTo>
                <a:lnTo>
                  <a:pt x="2191994" y="62229"/>
                </a:lnTo>
                <a:lnTo>
                  <a:pt x="2195131" y="67310"/>
                </a:lnTo>
                <a:lnTo>
                  <a:pt x="2198027" y="73660"/>
                </a:lnTo>
                <a:lnTo>
                  <a:pt x="2198681" y="74929"/>
                </a:lnTo>
                <a:lnTo>
                  <a:pt x="2170125" y="74929"/>
                </a:lnTo>
                <a:lnTo>
                  <a:pt x="2170442" y="76200"/>
                </a:lnTo>
                <a:close/>
              </a:path>
              <a:path w="2211070" h="731520">
                <a:moveTo>
                  <a:pt x="40462" y="76200"/>
                </a:moveTo>
                <a:lnTo>
                  <a:pt x="40779" y="74929"/>
                </a:lnTo>
                <a:lnTo>
                  <a:pt x="41227" y="74929"/>
                </a:lnTo>
                <a:lnTo>
                  <a:pt x="40462" y="76200"/>
                </a:lnTo>
                <a:close/>
              </a:path>
              <a:path w="2211070" h="731520">
                <a:moveTo>
                  <a:pt x="2175268" y="85089"/>
                </a:moveTo>
                <a:lnTo>
                  <a:pt x="2172665" y="80010"/>
                </a:lnTo>
                <a:lnTo>
                  <a:pt x="2172957" y="80010"/>
                </a:lnTo>
                <a:lnTo>
                  <a:pt x="2170125" y="74929"/>
                </a:lnTo>
                <a:lnTo>
                  <a:pt x="2198681" y="74929"/>
                </a:lnTo>
                <a:lnTo>
                  <a:pt x="2200643" y="78739"/>
                </a:lnTo>
                <a:lnTo>
                  <a:pt x="2202512" y="83820"/>
                </a:lnTo>
                <a:lnTo>
                  <a:pt x="2175002" y="83820"/>
                </a:lnTo>
                <a:lnTo>
                  <a:pt x="2175268" y="85089"/>
                </a:lnTo>
                <a:close/>
              </a:path>
              <a:path w="2211070" h="731520">
                <a:moveTo>
                  <a:pt x="35636" y="85089"/>
                </a:moveTo>
                <a:lnTo>
                  <a:pt x="35902" y="83820"/>
                </a:lnTo>
                <a:lnTo>
                  <a:pt x="36287" y="83820"/>
                </a:lnTo>
                <a:lnTo>
                  <a:pt x="35636" y="85089"/>
                </a:lnTo>
                <a:close/>
              </a:path>
              <a:path w="2211070" h="731520">
                <a:moveTo>
                  <a:pt x="2180869" y="99060"/>
                </a:moveTo>
                <a:lnTo>
                  <a:pt x="2179015" y="93979"/>
                </a:lnTo>
                <a:lnTo>
                  <a:pt x="2179231" y="93979"/>
                </a:lnTo>
                <a:lnTo>
                  <a:pt x="2177122" y="88900"/>
                </a:lnTo>
                <a:lnTo>
                  <a:pt x="2177364" y="88900"/>
                </a:lnTo>
                <a:lnTo>
                  <a:pt x="2175002" y="83820"/>
                </a:lnTo>
                <a:lnTo>
                  <a:pt x="2202512" y="83820"/>
                </a:lnTo>
                <a:lnTo>
                  <a:pt x="2202980" y="85089"/>
                </a:lnTo>
                <a:lnTo>
                  <a:pt x="2205037" y="91439"/>
                </a:lnTo>
                <a:lnTo>
                  <a:pt x="2206790" y="97789"/>
                </a:lnTo>
                <a:lnTo>
                  <a:pt x="2180691" y="97789"/>
                </a:lnTo>
                <a:lnTo>
                  <a:pt x="2180869" y="99060"/>
                </a:lnTo>
                <a:close/>
              </a:path>
              <a:path w="2211070" h="731520">
                <a:moveTo>
                  <a:pt x="30035" y="99060"/>
                </a:moveTo>
                <a:lnTo>
                  <a:pt x="30213" y="97789"/>
                </a:lnTo>
                <a:lnTo>
                  <a:pt x="30499" y="97789"/>
                </a:lnTo>
                <a:lnTo>
                  <a:pt x="30035" y="99060"/>
                </a:lnTo>
                <a:close/>
              </a:path>
              <a:path w="2211070" h="731520">
                <a:moveTo>
                  <a:pt x="2208944" y="623570"/>
                </a:moveTo>
                <a:lnTo>
                  <a:pt x="2183307" y="623570"/>
                </a:lnTo>
                <a:lnTo>
                  <a:pt x="2184481" y="616326"/>
                </a:lnTo>
                <a:lnTo>
                  <a:pt x="2184933" y="612139"/>
                </a:lnTo>
                <a:lnTo>
                  <a:pt x="2185247" y="608329"/>
                </a:lnTo>
                <a:lnTo>
                  <a:pt x="2185292" y="123189"/>
                </a:lnTo>
                <a:lnTo>
                  <a:pt x="2184996" y="119379"/>
                </a:lnTo>
                <a:lnTo>
                  <a:pt x="2184560" y="115685"/>
                </a:lnTo>
                <a:lnTo>
                  <a:pt x="2184472" y="114935"/>
                </a:lnTo>
                <a:lnTo>
                  <a:pt x="2184335" y="114292"/>
                </a:lnTo>
                <a:lnTo>
                  <a:pt x="2183307" y="107950"/>
                </a:lnTo>
                <a:lnTo>
                  <a:pt x="2183170" y="107950"/>
                </a:lnTo>
                <a:lnTo>
                  <a:pt x="2182113" y="102870"/>
                </a:lnTo>
                <a:lnTo>
                  <a:pt x="2181961" y="102870"/>
                </a:lnTo>
                <a:lnTo>
                  <a:pt x="2180691" y="97789"/>
                </a:lnTo>
                <a:lnTo>
                  <a:pt x="2206790" y="97789"/>
                </a:lnTo>
                <a:lnTo>
                  <a:pt x="2207958" y="102870"/>
                </a:lnTo>
                <a:lnTo>
                  <a:pt x="2182113" y="102870"/>
                </a:lnTo>
                <a:lnTo>
                  <a:pt x="2182374" y="104120"/>
                </a:lnTo>
                <a:lnTo>
                  <a:pt x="2208246" y="104120"/>
                </a:lnTo>
                <a:lnTo>
                  <a:pt x="2208944" y="107950"/>
                </a:lnTo>
                <a:lnTo>
                  <a:pt x="2183307" y="107950"/>
                </a:lnTo>
                <a:lnTo>
                  <a:pt x="2183511" y="109207"/>
                </a:lnTo>
                <a:lnTo>
                  <a:pt x="2209172" y="109207"/>
                </a:lnTo>
                <a:lnTo>
                  <a:pt x="2209406" y="110489"/>
                </a:lnTo>
                <a:lnTo>
                  <a:pt x="2210231" y="116839"/>
                </a:lnTo>
                <a:lnTo>
                  <a:pt x="2210739" y="123189"/>
                </a:lnTo>
                <a:lnTo>
                  <a:pt x="2210904" y="129539"/>
                </a:lnTo>
                <a:lnTo>
                  <a:pt x="2210904" y="601979"/>
                </a:lnTo>
                <a:lnTo>
                  <a:pt x="2209406" y="621029"/>
                </a:lnTo>
                <a:lnTo>
                  <a:pt x="2208944" y="623570"/>
                </a:lnTo>
                <a:close/>
              </a:path>
              <a:path w="2211070" h="731520">
                <a:moveTo>
                  <a:pt x="28630" y="104120"/>
                </a:moveTo>
                <a:lnTo>
                  <a:pt x="28790" y="102870"/>
                </a:lnTo>
                <a:lnTo>
                  <a:pt x="28943" y="102870"/>
                </a:lnTo>
                <a:lnTo>
                  <a:pt x="28630" y="104120"/>
                </a:lnTo>
                <a:close/>
              </a:path>
              <a:path w="2211070" h="731520">
                <a:moveTo>
                  <a:pt x="27472" y="109207"/>
                </a:moveTo>
                <a:lnTo>
                  <a:pt x="27597" y="107950"/>
                </a:lnTo>
                <a:lnTo>
                  <a:pt x="27734" y="107950"/>
                </a:lnTo>
                <a:lnTo>
                  <a:pt x="27472" y="109207"/>
                </a:lnTo>
                <a:close/>
              </a:path>
              <a:path w="2211070" h="731520">
                <a:moveTo>
                  <a:pt x="27734" y="623570"/>
                </a:moveTo>
                <a:lnTo>
                  <a:pt x="27597" y="623570"/>
                </a:lnTo>
                <a:lnTo>
                  <a:pt x="27390" y="622312"/>
                </a:lnTo>
                <a:lnTo>
                  <a:pt x="27734" y="623570"/>
                </a:lnTo>
                <a:close/>
              </a:path>
              <a:path w="2211070" h="731520">
                <a:moveTo>
                  <a:pt x="2207958" y="628650"/>
                </a:moveTo>
                <a:lnTo>
                  <a:pt x="2182113" y="628650"/>
                </a:lnTo>
                <a:lnTo>
                  <a:pt x="2182279" y="627379"/>
                </a:lnTo>
                <a:lnTo>
                  <a:pt x="2182868" y="625021"/>
                </a:lnTo>
                <a:lnTo>
                  <a:pt x="2183432" y="622312"/>
                </a:lnTo>
                <a:lnTo>
                  <a:pt x="2183307" y="623570"/>
                </a:lnTo>
                <a:lnTo>
                  <a:pt x="2208944" y="623570"/>
                </a:lnTo>
                <a:lnTo>
                  <a:pt x="2208250" y="627379"/>
                </a:lnTo>
                <a:lnTo>
                  <a:pt x="2207958" y="628650"/>
                </a:lnTo>
                <a:close/>
              </a:path>
              <a:path w="2211070" h="731520">
                <a:moveTo>
                  <a:pt x="28943" y="628650"/>
                </a:moveTo>
                <a:lnTo>
                  <a:pt x="28790" y="628650"/>
                </a:lnTo>
                <a:lnTo>
                  <a:pt x="28526" y="627379"/>
                </a:lnTo>
                <a:lnTo>
                  <a:pt x="28943" y="628650"/>
                </a:lnTo>
                <a:close/>
              </a:path>
              <a:path w="2211070" h="731520">
                <a:moveTo>
                  <a:pt x="2206790" y="633729"/>
                </a:moveTo>
                <a:lnTo>
                  <a:pt x="2180691" y="633729"/>
                </a:lnTo>
                <a:lnTo>
                  <a:pt x="2182279" y="627379"/>
                </a:lnTo>
                <a:lnTo>
                  <a:pt x="2182113" y="628650"/>
                </a:lnTo>
                <a:lnTo>
                  <a:pt x="2207958" y="628650"/>
                </a:lnTo>
                <a:lnTo>
                  <a:pt x="2206790" y="633729"/>
                </a:lnTo>
                <a:close/>
              </a:path>
              <a:path w="2211070" h="731520">
                <a:moveTo>
                  <a:pt x="30499" y="633729"/>
                </a:moveTo>
                <a:lnTo>
                  <a:pt x="30213" y="633729"/>
                </a:lnTo>
                <a:lnTo>
                  <a:pt x="30035" y="632460"/>
                </a:lnTo>
                <a:lnTo>
                  <a:pt x="30499" y="633729"/>
                </a:lnTo>
                <a:close/>
              </a:path>
              <a:path w="2211070" h="731520">
                <a:moveTo>
                  <a:pt x="2202512" y="647700"/>
                </a:moveTo>
                <a:lnTo>
                  <a:pt x="2175002" y="647700"/>
                </a:lnTo>
                <a:lnTo>
                  <a:pt x="2177364" y="642620"/>
                </a:lnTo>
                <a:lnTo>
                  <a:pt x="2177122" y="642620"/>
                </a:lnTo>
                <a:lnTo>
                  <a:pt x="2179231" y="637539"/>
                </a:lnTo>
                <a:lnTo>
                  <a:pt x="2179015" y="637539"/>
                </a:lnTo>
                <a:lnTo>
                  <a:pt x="2180869" y="632460"/>
                </a:lnTo>
                <a:lnTo>
                  <a:pt x="2180691" y="633729"/>
                </a:lnTo>
                <a:lnTo>
                  <a:pt x="2206790" y="633729"/>
                </a:lnTo>
                <a:lnTo>
                  <a:pt x="2205037" y="640079"/>
                </a:lnTo>
                <a:lnTo>
                  <a:pt x="2202980" y="646429"/>
                </a:lnTo>
                <a:lnTo>
                  <a:pt x="2202512" y="647700"/>
                </a:lnTo>
                <a:close/>
              </a:path>
              <a:path w="2211070" h="731520">
                <a:moveTo>
                  <a:pt x="36287" y="647700"/>
                </a:moveTo>
                <a:lnTo>
                  <a:pt x="35902" y="647700"/>
                </a:lnTo>
                <a:lnTo>
                  <a:pt x="35636" y="646429"/>
                </a:lnTo>
                <a:lnTo>
                  <a:pt x="36287" y="647700"/>
                </a:lnTo>
                <a:close/>
              </a:path>
              <a:path w="2211070" h="731520">
                <a:moveTo>
                  <a:pt x="2198681" y="656589"/>
                </a:moveTo>
                <a:lnTo>
                  <a:pt x="2170125" y="656589"/>
                </a:lnTo>
                <a:lnTo>
                  <a:pt x="2172957" y="651510"/>
                </a:lnTo>
                <a:lnTo>
                  <a:pt x="2172665" y="651510"/>
                </a:lnTo>
                <a:lnTo>
                  <a:pt x="2175268" y="646429"/>
                </a:lnTo>
                <a:lnTo>
                  <a:pt x="2175002" y="647700"/>
                </a:lnTo>
                <a:lnTo>
                  <a:pt x="2202512" y="647700"/>
                </a:lnTo>
                <a:lnTo>
                  <a:pt x="2200643" y="652779"/>
                </a:lnTo>
                <a:lnTo>
                  <a:pt x="2198681" y="656589"/>
                </a:lnTo>
                <a:close/>
              </a:path>
              <a:path w="2211070" h="731520">
                <a:moveTo>
                  <a:pt x="41227" y="656589"/>
                </a:moveTo>
                <a:lnTo>
                  <a:pt x="40779" y="656589"/>
                </a:lnTo>
                <a:lnTo>
                  <a:pt x="40462" y="655320"/>
                </a:lnTo>
                <a:lnTo>
                  <a:pt x="41227" y="656589"/>
                </a:lnTo>
                <a:close/>
              </a:path>
              <a:path w="2211070" h="731520">
                <a:moveTo>
                  <a:pt x="2191994" y="669289"/>
                </a:moveTo>
                <a:lnTo>
                  <a:pt x="2161298" y="669289"/>
                </a:lnTo>
                <a:lnTo>
                  <a:pt x="2164791" y="664210"/>
                </a:lnTo>
                <a:lnTo>
                  <a:pt x="2164435" y="664210"/>
                </a:lnTo>
                <a:lnTo>
                  <a:pt x="2167712" y="660400"/>
                </a:lnTo>
                <a:lnTo>
                  <a:pt x="2167381" y="660400"/>
                </a:lnTo>
                <a:lnTo>
                  <a:pt x="2170442" y="655320"/>
                </a:lnTo>
                <a:lnTo>
                  <a:pt x="2170125" y="656589"/>
                </a:lnTo>
                <a:lnTo>
                  <a:pt x="2198681" y="656589"/>
                </a:lnTo>
                <a:lnTo>
                  <a:pt x="2198027" y="657860"/>
                </a:lnTo>
                <a:lnTo>
                  <a:pt x="2195131" y="664210"/>
                </a:lnTo>
                <a:lnTo>
                  <a:pt x="2191994" y="669289"/>
                </a:lnTo>
                <a:close/>
              </a:path>
              <a:path w="2211070" h="731520">
                <a:moveTo>
                  <a:pt x="50152" y="669289"/>
                </a:moveTo>
                <a:lnTo>
                  <a:pt x="49606" y="669289"/>
                </a:lnTo>
                <a:lnTo>
                  <a:pt x="49225" y="668020"/>
                </a:lnTo>
                <a:lnTo>
                  <a:pt x="50152" y="669289"/>
                </a:lnTo>
                <a:close/>
              </a:path>
              <a:path w="2211070" h="731520">
                <a:moveTo>
                  <a:pt x="2189441" y="673100"/>
                </a:moveTo>
                <a:lnTo>
                  <a:pt x="2157971" y="673100"/>
                </a:lnTo>
                <a:lnTo>
                  <a:pt x="2161679" y="668020"/>
                </a:lnTo>
                <a:lnTo>
                  <a:pt x="2161298" y="669289"/>
                </a:lnTo>
                <a:lnTo>
                  <a:pt x="2191994" y="669289"/>
                </a:lnTo>
                <a:lnTo>
                  <a:pt x="2189441" y="673100"/>
                </a:lnTo>
                <a:close/>
              </a:path>
              <a:path w="2211070" h="731520">
                <a:moveTo>
                  <a:pt x="53826" y="673100"/>
                </a:moveTo>
                <a:lnTo>
                  <a:pt x="52933" y="673100"/>
                </a:lnTo>
                <a:lnTo>
                  <a:pt x="52527" y="671829"/>
                </a:lnTo>
                <a:lnTo>
                  <a:pt x="53826" y="673100"/>
                </a:lnTo>
                <a:close/>
              </a:path>
              <a:path w="2211070" h="731520">
                <a:moveTo>
                  <a:pt x="2182053" y="683260"/>
                </a:moveTo>
                <a:lnTo>
                  <a:pt x="2146985" y="683260"/>
                </a:lnTo>
                <a:lnTo>
                  <a:pt x="2151265" y="679450"/>
                </a:lnTo>
                <a:lnTo>
                  <a:pt x="2150808" y="679450"/>
                </a:lnTo>
                <a:lnTo>
                  <a:pt x="2154910" y="675639"/>
                </a:lnTo>
                <a:lnTo>
                  <a:pt x="2154478" y="675639"/>
                </a:lnTo>
                <a:lnTo>
                  <a:pt x="2158377" y="671829"/>
                </a:lnTo>
                <a:lnTo>
                  <a:pt x="2157971" y="673100"/>
                </a:lnTo>
                <a:lnTo>
                  <a:pt x="2189441" y="673100"/>
                </a:lnTo>
                <a:lnTo>
                  <a:pt x="2188590" y="674370"/>
                </a:lnTo>
                <a:lnTo>
                  <a:pt x="2184958" y="679450"/>
                </a:lnTo>
                <a:lnTo>
                  <a:pt x="2182053" y="683260"/>
                </a:lnTo>
                <a:close/>
              </a:path>
              <a:path w="2211070" h="731520">
                <a:moveTo>
                  <a:pt x="64935" y="683260"/>
                </a:moveTo>
                <a:lnTo>
                  <a:pt x="63919" y="683260"/>
                </a:lnTo>
                <a:lnTo>
                  <a:pt x="63449" y="681989"/>
                </a:lnTo>
                <a:lnTo>
                  <a:pt x="64935" y="683260"/>
                </a:lnTo>
                <a:close/>
              </a:path>
              <a:path w="2211070" h="731520">
                <a:moveTo>
                  <a:pt x="2176970" y="689610"/>
                </a:moveTo>
                <a:lnTo>
                  <a:pt x="2138857" y="689610"/>
                </a:lnTo>
                <a:lnTo>
                  <a:pt x="2143480" y="685800"/>
                </a:lnTo>
                <a:lnTo>
                  <a:pt x="2142998" y="685800"/>
                </a:lnTo>
                <a:lnTo>
                  <a:pt x="2147455" y="681989"/>
                </a:lnTo>
                <a:lnTo>
                  <a:pt x="2146985" y="683260"/>
                </a:lnTo>
                <a:lnTo>
                  <a:pt x="2182053" y="683260"/>
                </a:lnTo>
                <a:lnTo>
                  <a:pt x="2181085" y="684529"/>
                </a:lnTo>
                <a:lnTo>
                  <a:pt x="2176970" y="689610"/>
                </a:lnTo>
                <a:close/>
              </a:path>
              <a:path w="2211070" h="731520">
                <a:moveTo>
                  <a:pt x="73130" y="689610"/>
                </a:moveTo>
                <a:lnTo>
                  <a:pt x="72047" y="689610"/>
                </a:lnTo>
                <a:lnTo>
                  <a:pt x="71539" y="688339"/>
                </a:lnTo>
                <a:lnTo>
                  <a:pt x="73130" y="689610"/>
                </a:lnTo>
                <a:close/>
              </a:path>
              <a:path w="2211070" h="731520">
                <a:moveTo>
                  <a:pt x="2174091" y="692150"/>
                </a:moveTo>
                <a:lnTo>
                  <a:pt x="2134590" y="692150"/>
                </a:lnTo>
                <a:lnTo>
                  <a:pt x="2139365" y="688339"/>
                </a:lnTo>
                <a:lnTo>
                  <a:pt x="2138857" y="689610"/>
                </a:lnTo>
                <a:lnTo>
                  <a:pt x="2176970" y="689610"/>
                </a:lnTo>
                <a:lnTo>
                  <a:pt x="2174091" y="692150"/>
                </a:lnTo>
                <a:close/>
              </a:path>
              <a:path w="2211070" h="731520">
                <a:moveTo>
                  <a:pt x="77440" y="692150"/>
                </a:moveTo>
                <a:lnTo>
                  <a:pt x="76314" y="692150"/>
                </a:lnTo>
                <a:lnTo>
                  <a:pt x="75793" y="690879"/>
                </a:lnTo>
                <a:lnTo>
                  <a:pt x="77440" y="692150"/>
                </a:lnTo>
                <a:close/>
              </a:path>
              <a:path w="2211070" h="731520">
                <a:moveTo>
                  <a:pt x="2171519" y="694689"/>
                </a:moveTo>
                <a:lnTo>
                  <a:pt x="2130171" y="694689"/>
                </a:lnTo>
                <a:lnTo>
                  <a:pt x="2135111" y="690879"/>
                </a:lnTo>
                <a:lnTo>
                  <a:pt x="2134590" y="692150"/>
                </a:lnTo>
                <a:lnTo>
                  <a:pt x="2174091" y="692150"/>
                </a:lnTo>
                <a:lnTo>
                  <a:pt x="2172652" y="693420"/>
                </a:lnTo>
                <a:lnTo>
                  <a:pt x="2171519" y="694689"/>
                </a:lnTo>
                <a:close/>
              </a:path>
              <a:path w="2211070" h="731520">
                <a:moveTo>
                  <a:pt x="82734" y="694689"/>
                </a:moveTo>
                <a:lnTo>
                  <a:pt x="80733" y="694689"/>
                </a:lnTo>
                <a:lnTo>
                  <a:pt x="80187" y="693420"/>
                </a:lnTo>
                <a:lnTo>
                  <a:pt x="82734" y="694689"/>
                </a:lnTo>
                <a:close/>
              </a:path>
              <a:path w="2211070" h="731520">
                <a:moveTo>
                  <a:pt x="2164960" y="701039"/>
                </a:moveTo>
                <a:lnTo>
                  <a:pt x="2116188" y="701039"/>
                </a:lnTo>
                <a:lnTo>
                  <a:pt x="2121534" y="698500"/>
                </a:lnTo>
                <a:lnTo>
                  <a:pt x="2120963" y="698500"/>
                </a:lnTo>
                <a:lnTo>
                  <a:pt x="2126183" y="695960"/>
                </a:lnTo>
                <a:lnTo>
                  <a:pt x="2125624" y="695960"/>
                </a:lnTo>
                <a:lnTo>
                  <a:pt x="2130717" y="693420"/>
                </a:lnTo>
                <a:lnTo>
                  <a:pt x="2130171" y="694689"/>
                </a:lnTo>
                <a:lnTo>
                  <a:pt x="2171519" y="694689"/>
                </a:lnTo>
                <a:lnTo>
                  <a:pt x="2168118" y="698500"/>
                </a:lnTo>
                <a:lnTo>
                  <a:pt x="2164960" y="701039"/>
                </a:lnTo>
                <a:close/>
              </a:path>
              <a:path w="2211070" h="731520">
                <a:moveTo>
                  <a:pt x="96869" y="701039"/>
                </a:moveTo>
                <a:lnTo>
                  <a:pt x="94716" y="701039"/>
                </a:lnTo>
                <a:lnTo>
                  <a:pt x="94132" y="699770"/>
                </a:lnTo>
                <a:lnTo>
                  <a:pt x="96869" y="701039"/>
                </a:lnTo>
                <a:close/>
              </a:path>
              <a:path w="2211070" h="731520">
                <a:moveTo>
                  <a:pt x="2158453" y="706120"/>
                </a:moveTo>
                <a:lnTo>
                  <a:pt x="2096020" y="706120"/>
                </a:lnTo>
                <a:lnTo>
                  <a:pt x="2101837" y="704850"/>
                </a:lnTo>
                <a:lnTo>
                  <a:pt x="2101202" y="704850"/>
                </a:lnTo>
                <a:lnTo>
                  <a:pt x="2106917" y="703579"/>
                </a:lnTo>
                <a:lnTo>
                  <a:pt x="2106294" y="703579"/>
                </a:lnTo>
                <a:lnTo>
                  <a:pt x="2111895" y="702310"/>
                </a:lnTo>
                <a:lnTo>
                  <a:pt x="2111298" y="702310"/>
                </a:lnTo>
                <a:lnTo>
                  <a:pt x="2116772" y="699770"/>
                </a:lnTo>
                <a:lnTo>
                  <a:pt x="2116188" y="701039"/>
                </a:lnTo>
                <a:lnTo>
                  <a:pt x="2164960" y="701039"/>
                </a:lnTo>
                <a:lnTo>
                  <a:pt x="2163381" y="702310"/>
                </a:lnTo>
                <a:lnTo>
                  <a:pt x="2158453" y="706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0" name="object 32">
            <a:extLst>
              <a:ext uri="{FF2B5EF4-FFF2-40B4-BE49-F238E27FC236}">
                <a16:creationId xmlns:a16="http://schemas.microsoft.com/office/drawing/2014/main" id="{696925ED-BBC3-4F5F-9C1B-AE674FE76F54}"/>
              </a:ext>
            </a:extLst>
          </p:cNvPr>
          <p:cNvSpPr>
            <a:spLocks noGrp="1"/>
          </p:cNvSpPr>
          <p:nvPr/>
        </p:nvSpPr>
        <p:spPr>
          <a:xfrm>
            <a:off x="8392082" y="3873304"/>
            <a:ext cx="1094675" cy="236372"/>
          </a:xfrm>
          <a:prstGeom prst="rect">
            <a:avLst/>
          </a:prstGeom>
        </p:spPr>
        <p:txBody>
          <a:bodyPr vert="horz" wrap="square" lIns="0" tIns="10617" rIns="0" bIns="0">
            <a:spAutoFit/>
          </a:bodyPr>
          <a:lstStyle/>
          <a:p>
            <a:pPr>
              <a:lnSpc>
                <a:spcPct val="100000"/>
              </a:lnSpc>
              <a:spcBef>
                <a:spcPts val="84"/>
              </a:spcBef>
              <a:buNone/>
            </a:pPr>
            <a:r>
              <a:rPr sz="1408" b="1">
                <a:latin typeface="Calibri"/>
                <a:ea typeface="Calibri"/>
                <a:cs typeface="Calibri"/>
              </a:rPr>
              <a:t>Application 2</a:t>
            </a:r>
            <a:endParaRPr sz="1408">
              <a:latin typeface="Calibri"/>
              <a:ea typeface="Calibri"/>
              <a:cs typeface="Calibri"/>
            </a:endParaRPr>
          </a:p>
        </p:txBody>
      </p:sp>
      <p:sp>
        <p:nvSpPr>
          <p:cNvPr id="31" name="object 38">
            <a:extLst>
              <a:ext uri="{FF2B5EF4-FFF2-40B4-BE49-F238E27FC236}">
                <a16:creationId xmlns:a16="http://schemas.microsoft.com/office/drawing/2014/main" id="{3AB76622-FC33-47E7-A346-AEBA142707E1}"/>
              </a:ext>
            </a:extLst>
          </p:cNvPr>
          <p:cNvSpPr>
            <a:spLocks noGrp="1"/>
          </p:cNvSpPr>
          <p:nvPr/>
        </p:nvSpPr>
        <p:spPr>
          <a:xfrm>
            <a:off x="5305371" y="4053942"/>
            <a:ext cx="401777" cy="1254506"/>
          </a:xfrm>
          <a:custGeom>
            <a:avLst/>
            <a:gdLst/>
            <a:ahLst/>
            <a:cxnLst/>
            <a:rect l="l" t="t" r="r" b="b"/>
            <a:pathLst>
              <a:path w="456564" h="1425575">
                <a:moveTo>
                  <a:pt x="214985" y="394817"/>
                </a:moveTo>
                <a:lnTo>
                  <a:pt x="214985" y="0"/>
                </a:lnTo>
                <a:lnTo>
                  <a:pt x="241091" y="77152"/>
                </a:lnTo>
                <a:lnTo>
                  <a:pt x="240385" y="77152"/>
                </a:lnTo>
                <a:lnTo>
                  <a:pt x="215646" y="81229"/>
                </a:lnTo>
                <a:lnTo>
                  <a:pt x="240385" y="154340"/>
                </a:lnTo>
                <a:lnTo>
                  <a:pt x="240385" y="382117"/>
                </a:lnTo>
                <a:lnTo>
                  <a:pt x="227685" y="382117"/>
                </a:lnTo>
                <a:lnTo>
                  <a:pt x="214985" y="394817"/>
                </a:lnTo>
                <a:close/>
              </a:path>
              <a:path w="456564" h="1425575">
                <a:moveTo>
                  <a:pt x="240385" y="154340"/>
                </a:moveTo>
                <a:lnTo>
                  <a:pt x="215646" y="81229"/>
                </a:lnTo>
                <a:lnTo>
                  <a:pt x="240385" y="77152"/>
                </a:lnTo>
                <a:lnTo>
                  <a:pt x="240385" y="154340"/>
                </a:lnTo>
                <a:close/>
              </a:path>
              <a:path w="456564" h="1425575">
                <a:moveTo>
                  <a:pt x="429254" y="712489"/>
                </a:moveTo>
                <a:lnTo>
                  <a:pt x="240385" y="154340"/>
                </a:lnTo>
                <a:lnTo>
                  <a:pt x="240385" y="77152"/>
                </a:lnTo>
                <a:lnTo>
                  <a:pt x="241091" y="77152"/>
                </a:lnTo>
                <a:lnTo>
                  <a:pt x="454690" y="708418"/>
                </a:lnTo>
                <a:lnTo>
                  <a:pt x="430631" y="708418"/>
                </a:lnTo>
                <a:lnTo>
                  <a:pt x="429254" y="712489"/>
                </a:lnTo>
                <a:close/>
              </a:path>
              <a:path w="456564" h="1425575">
                <a:moveTo>
                  <a:pt x="214985" y="1042860"/>
                </a:moveTo>
                <a:lnTo>
                  <a:pt x="0" y="1042860"/>
                </a:lnTo>
                <a:lnTo>
                  <a:pt x="0" y="382117"/>
                </a:lnTo>
                <a:lnTo>
                  <a:pt x="214985" y="382117"/>
                </a:lnTo>
                <a:lnTo>
                  <a:pt x="214985" y="394817"/>
                </a:lnTo>
                <a:lnTo>
                  <a:pt x="25400" y="394817"/>
                </a:lnTo>
                <a:lnTo>
                  <a:pt x="12700" y="407517"/>
                </a:lnTo>
                <a:lnTo>
                  <a:pt x="25400" y="407517"/>
                </a:lnTo>
                <a:lnTo>
                  <a:pt x="25400" y="1017460"/>
                </a:lnTo>
                <a:lnTo>
                  <a:pt x="12700" y="1017460"/>
                </a:lnTo>
                <a:lnTo>
                  <a:pt x="25400" y="1030160"/>
                </a:lnTo>
                <a:lnTo>
                  <a:pt x="214985" y="1030160"/>
                </a:lnTo>
                <a:lnTo>
                  <a:pt x="214985" y="1042860"/>
                </a:lnTo>
                <a:close/>
              </a:path>
              <a:path w="456564" h="1425575">
                <a:moveTo>
                  <a:pt x="240385" y="407517"/>
                </a:moveTo>
                <a:lnTo>
                  <a:pt x="25400" y="407517"/>
                </a:lnTo>
                <a:lnTo>
                  <a:pt x="25400" y="394817"/>
                </a:lnTo>
                <a:lnTo>
                  <a:pt x="214985" y="394817"/>
                </a:lnTo>
                <a:lnTo>
                  <a:pt x="227685" y="382117"/>
                </a:lnTo>
                <a:lnTo>
                  <a:pt x="240385" y="382117"/>
                </a:lnTo>
                <a:lnTo>
                  <a:pt x="240385" y="407517"/>
                </a:lnTo>
                <a:close/>
              </a:path>
              <a:path w="456564" h="1425575">
                <a:moveTo>
                  <a:pt x="25400" y="407517"/>
                </a:moveTo>
                <a:lnTo>
                  <a:pt x="12700" y="407517"/>
                </a:lnTo>
                <a:lnTo>
                  <a:pt x="25400" y="394817"/>
                </a:lnTo>
                <a:lnTo>
                  <a:pt x="25400" y="407517"/>
                </a:lnTo>
                <a:close/>
              </a:path>
              <a:path w="456564" h="1425575">
                <a:moveTo>
                  <a:pt x="430631" y="716559"/>
                </a:moveTo>
                <a:lnTo>
                  <a:pt x="429254" y="712489"/>
                </a:lnTo>
                <a:lnTo>
                  <a:pt x="430631" y="708418"/>
                </a:lnTo>
                <a:lnTo>
                  <a:pt x="430631" y="716559"/>
                </a:lnTo>
                <a:close/>
              </a:path>
              <a:path w="456564" h="1425575">
                <a:moveTo>
                  <a:pt x="454694" y="716559"/>
                </a:moveTo>
                <a:lnTo>
                  <a:pt x="430631" y="716559"/>
                </a:lnTo>
                <a:lnTo>
                  <a:pt x="430631" y="708418"/>
                </a:lnTo>
                <a:lnTo>
                  <a:pt x="454690" y="708418"/>
                </a:lnTo>
                <a:lnTo>
                  <a:pt x="456067" y="712489"/>
                </a:lnTo>
                <a:lnTo>
                  <a:pt x="454694" y="716559"/>
                </a:lnTo>
                <a:close/>
              </a:path>
              <a:path w="456564" h="1425575">
                <a:moveTo>
                  <a:pt x="241091" y="1347825"/>
                </a:moveTo>
                <a:lnTo>
                  <a:pt x="240385" y="1347825"/>
                </a:lnTo>
                <a:lnTo>
                  <a:pt x="240385" y="1270649"/>
                </a:lnTo>
                <a:lnTo>
                  <a:pt x="429254" y="712489"/>
                </a:lnTo>
                <a:lnTo>
                  <a:pt x="430631" y="716559"/>
                </a:lnTo>
                <a:lnTo>
                  <a:pt x="454694" y="716559"/>
                </a:lnTo>
                <a:lnTo>
                  <a:pt x="241091" y="1347825"/>
                </a:lnTo>
                <a:close/>
              </a:path>
              <a:path w="456564" h="1425575">
                <a:moveTo>
                  <a:pt x="25400" y="1030160"/>
                </a:moveTo>
                <a:lnTo>
                  <a:pt x="12700" y="1017460"/>
                </a:lnTo>
                <a:lnTo>
                  <a:pt x="25400" y="1017460"/>
                </a:lnTo>
                <a:lnTo>
                  <a:pt x="25400" y="1030160"/>
                </a:lnTo>
                <a:close/>
              </a:path>
              <a:path w="456564" h="1425575">
                <a:moveTo>
                  <a:pt x="240385" y="1042860"/>
                </a:moveTo>
                <a:lnTo>
                  <a:pt x="227685" y="1042860"/>
                </a:lnTo>
                <a:lnTo>
                  <a:pt x="214985" y="1030160"/>
                </a:lnTo>
                <a:lnTo>
                  <a:pt x="25400" y="1030160"/>
                </a:lnTo>
                <a:lnTo>
                  <a:pt x="25400" y="1017460"/>
                </a:lnTo>
                <a:lnTo>
                  <a:pt x="240385" y="1017460"/>
                </a:lnTo>
                <a:lnTo>
                  <a:pt x="240385" y="1042860"/>
                </a:lnTo>
                <a:close/>
              </a:path>
              <a:path w="456564" h="1425575">
                <a:moveTo>
                  <a:pt x="214985" y="1424978"/>
                </a:moveTo>
                <a:lnTo>
                  <a:pt x="214985" y="1030160"/>
                </a:lnTo>
                <a:lnTo>
                  <a:pt x="227685" y="1042860"/>
                </a:lnTo>
                <a:lnTo>
                  <a:pt x="240385" y="1042860"/>
                </a:lnTo>
                <a:lnTo>
                  <a:pt x="240385" y="1270649"/>
                </a:lnTo>
                <a:lnTo>
                  <a:pt x="215646" y="1343761"/>
                </a:lnTo>
                <a:lnTo>
                  <a:pt x="240385" y="1347825"/>
                </a:lnTo>
                <a:lnTo>
                  <a:pt x="241091" y="1347825"/>
                </a:lnTo>
                <a:lnTo>
                  <a:pt x="214985" y="1424978"/>
                </a:lnTo>
                <a:close/>
              </a:path>
              <a:path w="456564" h="1425575">
                <a:moveTo>
                  <a:pt x="240385" y="1347825"/>
                </a:moveTo>
                <a:lnTo>
                  <a:pt x="215646" y="1343761"/>
                </a:lnTo>
                <a:lnTo>
                  <a:pt x="240385" y="1270649"/>
                </a:lnTo>
                <a:lnTo>
                  <a:pt x="240385" y="1347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32" name="object 33">
            <a:extLst>
              <a:ext uri="{FF2B5EF4-FFF2-40B4-BE49-F238E27FC236}">
                <a16:creationId xmlns:a16="http://schemas.microsoft.com/office/drawing/2014/main" id="{C6ABE8A9-2990-45E7-B424-E7DA99EC6B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6381" y="4516271"/>
            <a:ext cx="3944603" cy="1604772"/>
          </a:xfrm>
          <a:prstGeom prst="rect">
            <a:avLst/>
          </a:prstGeom>
        </p:spPr>
      </p:pic>
      <p:sp>
        <p:nvSpPr>
          <p:cNvPr id="33" name="object 34">
            <a:extLst>
              <a:ext uri="{FF2B5EF4-FFF2-40B4-BE49-F238E27FC236}">
                <a16:creationId xmlns:a16="http://schemas.microsoft.com/office/drawing/2014/main" id="{65BA5297-C812-4413-84A6-3C371DB90768}"/>
              </a:ext>
            </a:extLst>
          </p:cNvPr>
          <p:cNvSpPr>
            <a:spLocks noGrp="1"/>
          </p:cNvSpPr>
          <p:nvPr/>
        </p:nvSpPr>
        <p:spPr>
          <a:xfrm>
            <a:off x="6362128" y="5178449"/>
            <a:ext cx="797356" cy="263754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>
              <a:lnSpc>
                <a:spcPct val="100000"/>
              </a:lnSpc>
              <a:spcBef>
                <a:spcPts val="88"/>
              </a:spcBef>
              <a:buNone/>
            </a:pPr>
            <a:r>
              <a:rPr sz="1584">
                <a:latin typeface="Calibri"/>
                <a:ea typeface="Calibri"/>
                <a:cs typeface="Calibri"/>
              </a:rPr>
              <a:t>Memory</a:t>
            </a:r>
          </a:p>
        </p:txBody>
      </p:sp>
      <p:sp>
        <p:nvSpPr>
          <p:cNvPr id="34" name="object 35">
            <a:extLst>
              <a:ext uri="{FF2B5EF4-FFF2-40B4-BE49-F238E27FC236}">
                <a16:creationId xmlns:a16="http://schemas.microsoft.com/office/drawing/2014/main" id="{B045AD4D-1350-4F58-A857-790EEE790970}"/>
              </a:ext>
            </a:extLst>
          </p:cNvPr>
          <p:cNvSpPr>
            <a:spLocks noGrp="1"/>
          </p:cNvSpPr>
          <p:nvPr/>
        </p:nvSpPr>
        <p:spPr>
          <a:xfrm>
            <a:off x="8598626" y="5178449"/>
            <a:ext cx="797356" cy="263754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>
              <a:lnSpc>
                <a:spcPct val="100000"/>
              </a:lnSpc>
              <a:spcBef>
                <a:spcPts val="88"/>
              </a:spcBef>
              <a:buNone/>
            </a:pPr>
            <a:r>
              <a:rPr sz="1584">
                <a:latin typeface="Calibri"/>
                <a:ea typeface="Calibri"/>
                <a:cs typeface="Calibri"/>
              </a:rPr>
              <a:t>Memory</a:t>
            </a:r>
          </a:p>
        </p:txBody>
      </p:sp>
      <p:sp>
        <p:nvSpPr>
          <p:cNvPr id="35" name="object 27">
            <a:extLst>
              <a:ext uri="{FF2B5EF4-FFF2-40B4-BE49-F238E27FC236}">
                <a16:creationId xmlns:a16="http://schemas.microsoft.com/office/drawing/2014/main" id="{6E357E06-B3B7-487E-8F80-1A6BF034AA41}"/>
              </a:ext>
            </a:extLst>
          </p:cNvPr>
          <p:cNvSpPr>
            <a:spLocks noGrp="1"/>
          </p:cNvSpPr>
          <p:nvPr/>
        </p:nvSpPr>
        <p:spPr>
          <a:xfrm>
            <a:off x="2573599" y="6074440"/>
            <a:ext cx="1515466" cy="299517"/>
          </a:xfrm>
          <a:custGeom>
            <a:avLst/>
            <a:gdLst/>
            <a:ahLst/>
            <a:cxnLst/>
            <a:rect l="l" t="t" r="r" b="b"/>
            <a:pathLst>
              <a:path w="1722120" h="340359">
                <a:moveTo>
                  <a:pt x="1722120" y="339851"/>
                </a:moveTo>
                <a:lnTo>
                  <a:pt x="0" y="339851"/>
                </a:lnTo>
                <a:lnTo>
                  <a:pt x="0" y="0"/>
                </a:lnTo>
                <a:lnTo>
                  <a:pt x="1722120" y="0"/>
                </a:lnTo>
                <a:lnTo>
                  <a:pt x="1722120" y="3398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6" name="object 39">
            <a:extLst>
              <a:ext uri="{FF2B5EF4-FFF2-40B4-BE49-F238E27FC236}">
                <a16:creationId xmlns:a16="http://schemas.microsoft.com/office/drawing/2014/main" id="{62E1E069-CF57-4960-842C-176F18FD3E4C}"/>
              </a:ext>
            </a:extLst>
          </p:cNvPr>
          <p:cNvSpPr>
            <a:spLocks noGrp="1"/>
          </p:cNvSpPr>
          <p:nvPr/>
        </p:nvSpPr>
        <p:spPr>
          <a:xfrm>
            <a:off x="2852105" y="6113329"/>
            <a:ext cx="1037644" cy="203132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>
              <a:lnSpc>
                <a:spcPts val="1618"/>
              </a:lnSpc>
              <a:buNone/>
            </a:pPr>
            <a:r>
              <a:rPr sz="1408">
                <a:latin typeface="Calibri"/>
                <a:ea typeface="Calibri"/>
                <a:cs typeface="Calibri"/>
              </a:rPr>
              <a:t>Hyperscalers</a:t>
            </a:r>
          </a:p>
        </p:txBody>
      </p:sp>
      <p:sp>
        <p:nvSpPr>
          <p:cNvPr id="37" name="object 41">
            <a:extLst>
              <a:ext uri="{FF2B5EF4-FFF2-40B4-BE49-F238E27FC236}">
                <a16:creationId xmlns:a16="http://schemas.microsoft.com/office/drawing/2014/main" id="{C80A9D1B-E57F-4297-9D3D-962EC6081C99}"/>
              </a:ext>
            </a:extLst>
          </p:cNvPr>
          <p:cNvSpPr>
            <a:spLocks noGrp="1"/>
          </p:cNvSpPr>
          <p:nvPr/>
        </p:nvSpPr>
        <p:spPr>
          <a:xfrm>
            <a:off x="8017640" y="6282447"/>
            <a:ext cx="1268250" cy="24083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>
              <a:lnSpc>
                <a:spcPts val="1817"/>
              </a:lnSpc>
              <a:buNone/>
            </a:pPr>
            <a:r>
              <a:rPr sz="20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Unsharable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4743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11756-227F-4B82-B811-F9D6053E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b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Memory Disaggregation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B6B011-5E1B-4F6D-8AB1-25000C3CD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1876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88"/>
              </a:spcBef>
              <a:buNone/>
            </a:pPr>
            <a:r>
              <a:rPr lang="en-US" altLang="ko-KR" sz="2400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Memory Disaggregation: Decoupled Compute Nodes and Memory Nodes</a:t>
            </a:r>
          </a:p>
          <a:p>
            <a:pPr>
              <a:lnSpc>
                <a:spcPct val="100000"/>
              </a:lnSpc>
              <a:spcBef>
                <a:spcPts val="88"/>
              </a:spcBef>
            </a:pPr>
            <a:r>
              <a:rPr lang="en-US" altLang="ko-KR" sz="2400" dirty="0">
                <a:latin typeface="Calibri"/>
                <a:ea typeface="Calibri"/>
                <a:cs typeface="Calibri"/>
              </a:rPr>
              <a:t>Shared, large global memory pool</a:t>
            </a:r>
          </a:p>
          <a:p>
            <a:r>
              <a:rPr lang="en-US" altLang="ko-KR" sz="2400" dirty="0">
                <a:latin typeface="Calibri"/>
                <a:ea typeface="Calibri"/>
                <a:cs typeface="Calibri"/>
              </a:rPr>
              <a:t>Utilization ↑</a:t>
            </a:r>
          </a:p>
          <a:p>
            <a:endParaRPr lang="ko-KR" altLang="en-US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F08982-AFD7-4085-91A2-1B95FFBBA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D89E07-C7DF-4F11-B018-9B09F64865E3}"/>
              </a:ext>
            </a:extLst>
          </p:cNvPr>
          <p:cNvSpPr>
            <a:spLocks noGrp="1"/>
          </p:cNvSpPr>
          <p:nvPr/>
        </p:nvSpPr>
        <p:spPr>
          <a:xfrm>
            <a:off x="838200" y="291955"/>
            <a:ext cx="23797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0C0"/>
                </a:solidFill>
              </a:rPr>
              <a:t>Background &amp; Motivation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54F9D5DB-E99D-42C5-A053-E9189DCCCE9B}"/>
              </a:ext>
            </a:extLst>
          </p:cNvPr>
          <p:cNvSpPr>
            <a:spLocks noGrp="1"/>
          </p:cNvSpPr>
          <p:nvPr/>
        </p:nvSpPr>
        <p:spPr>
          <a:xfrm>
            <a:off x="1544199" y="3321382"/>
            <a:ext cx="3694227" cy="2861615"/>
          </a:xfrm>
          <a:custGeom>
            <a:avLst/>
            <a:gdLst/>
            <a:ahLst/>
            <a:cxnLst/>
            <a:rect l="l" t="t" r="r" b="b"/>
            <a:pathLst>
              <a:path w="4197985" h="3251835">
                <a:moveTo>
                  <a:pt x="250545" y="395389"/>
                </a:moveTo>
                <a:lnTo>
                  <a:pt x="250507" y="394855"/>
                </a:lnTo>
                <a:lnTo>
                  <a:pt x="250380" y="396113"/>
                </a:lnTo>
                <a:lnTo>
                  <a:pt x="250545" y="395389"/>
                </a:lnTo>
                <a:close/>
              </a:path>
              <a:path w="4197985" h="3251835">
                <a:moveTo>
                  <a:pt x="1756613" y="427875"/>
                </a:moveTo>
                <a:lnTo>
                  <a:pt x="1756397" y="422795"/>
                </a:lnTo>
                <a:lnTo>
                  <a:pt x="1755546" y="411365"/>
                </a:lnTo>
                <a:lnTo>
                  <a:pt x="1754174" y="401205"/>
                </a:lnTo>
                <a:lnTo>
                  <a:pt x="1753108" y="394855"/>
                </a:lnTo>
                <a:lnTo>
                  <a:pt x="1752257" y="389775"/>
                </a:lnTo>
                <a:lnTo>
                  <a:pt x="1739569" y="349135"/>
                </a:lnTo>
                <a:lnTo>
                  <a:pt x="1735836" y="341515"/>
                </a:lnTo>
                <a:lnTo>
                  <a:pt x="1735213" y="340245"/>
                </a:lnTo>
                <a:lnTo>
                  <a:pt x="1732203" y="333895"/>
                </a:lnTo>
                <a:lnTo>
                  <a:pt x="1731213" y="331812"/>
                </a:lnTo>
                <a:lnTo>
                  <a:pt x="1731213" y="1259725"/>
                </a:lnTo>
                <a:lnTo>
                  <a:pt x="1730933" y="1264805"/>
                </a:lnTo>
                <a:lnTo>
                  <a:pt x="1725269" y="1302334"/>
                </a:lnTo>
                <a:lnTo>
                  <a:pt x="1725295" y="1301661"/>
                </a:lnTo>
                <a:lnTo>
                  <a:pt x="1722551" y="1311795"/>
                </a:lnTo>
                <a:lnTo>
                  <a:pt x="1722729" y="1310525"/>
                </a:lnTo>
                <a:lnTo>
                  <a:pt x="1719516" y="1320685"/>
                </a:lnTo>
                <a:lnTo>
                  <a:pt x="1719732" y="1319415"/>
                </a:lnTo>
                <a:lnTo>
                  <a:pt x="1716049" y="1329575"/>
                </a:lnTo>
                <a:lnTo>
                  <a:pt x="1716303" y="1328305"/>
                </a:lnTo>
                <a:lnTo>
                  <a:pt x="1712188" y="1337195"/>
                </a:lnTo>
                <a:lnTo>
                  <a:pt x="1712455" y="1337195"/>
                </a:lnTo>
                <a:lnTo>
                  <a:pt x="1707934" y="1346085"/>
                </a:lnTo>
                <a:lnTo>
                  <a:pt x="1708226" y="1346085"/>
                </a:lnTo>
                <a:lnTo>
                  <a:pt x="1703285" y="1353705"/>
                </a:lnTo>
                <a:lnTo>
                  <a:pt x="1703603" y="1353705"/>
                </a:lnTo>
                <a:lnTo>
                  <a:pt x="1698282" y="1361325"/>
                </a:lnTo>
                <a:lnTo>
                  <a:pt x="1698612" y="1361325"/>
                </a:lnTo>
                <a:lnTo>
                  <a:pt x="1692897" y="1368945"/>
                </a:lnTo>
                <a:lnTo>
                  <a:pt x="1693265" y="1368945"/>
                </a:lnTo>
                <a:lnTo>
                  <a:pt x="1687182" y="1376565"/>
                </a:lnTo>
                <a:lnTo>
                  <a:pt x="1687563" y="1376565"/>
                </a:lnTo>
                <a:lnTo>
                  <a:pt x="1681124" y="1384185"/>
                </a:lnTo>
                <a:lnTo>
                  <a:pt x="1681530" y="1382915"/>
                </a:lnTo>
                <a:lnTo>
                  <a:pt x="1674736" y="1390535"/>
                </a:lnTo>
                <a:lnTo>
                  <a:pt x="1675168" y="1389265"/>
                </a:lnTo>
                <a:lnTo>
                  <a:pt x="1668056" y="1396885"/>
                </a:lnTo>
                <a:lnTo>
                  <a:pt x="1668500" y="1395615"/>
                </a:lnTo>
                <a:lnTo>
                  <a:pt x="1661058" y="1403235"/>
                </a:lnTo>
                <a:lnTo>
                  <a:pt x="1661528" y="1401965"/>
                </a:lnTo>
                <a:lnTo>
                  <a:pt x="1653781" y="1408315"/>
                </a:lnTo>
                <a:lnTo>
                  <a:pt x="1654276" y="1408315"/>
                </a:lnTo>
                <a:lnTo>
                  <a:pt x="1646237" y="1413395"/>
                </a:lnTo>
                <a:lnTo>
                  <a:pt x="1646732" y="1413395"/>
                </a:lnTo>
                <a:lnTo>
                  <a:pt x="1638414" y="1418475"/>
                </a:lnTo>
                <a:lnTo>
                  <a:pt x="1638947" y="1418475"/>
                </a:lnTo>
                <a:lnTo>
                  <a:pt x="1630362" y="1423555"/>
                </a:lnTo>
                <a:lnTo>
                  <a:pt x="1630895" y="1423555"/>
                </a:lnTo>
                <a:lnTo>
                  <a:pt x="1622056" y="1427365"/>
                </a:lnTo>
                <a:lnTo>
                  <a:pt x="1622615" y="1427365"/>
                </a:lnTo>
                <a:lnTo>
                  <a:pt x="1613535" y="1431175"/>
                </a:lnTo>
                <a:lnTo>
                  <a:pt x="1614106" y="1431175"/>
                </a:lnTo>
                <a:lnTo>
                  <a:pt x="1604797" y="1434985"/>
                </a:lnTo>
                <a:lnTo>
                  <a:pt x="1605394" y="1434985"/>
                </a:lnTo>
                <a:lnTo>
                  <a:pt x="1595856" y="1437525"/>
                </a:lnTo>
                <a:lnTo>
                  <a:pt x="1596466" y="1437525"/>
                </a:lnTo>
                <a:lnTo>
                  <a:pt x="1586738" y="1440065"/>
                </a:lnTo>
                <a:lnTo>
                  <a:pt x="1587347" y="1440065"/>
                </a:lnTo>
                <a:lnTo>
                  <a:pt x="1577428" y="1442605"/>
                </a:lnTo>
                <a:lnTo>
                  <a:pt x="1578051" y="1442605"/>
                </a:lnTo>
                <a:lnTo>
                  <a:pt x="1567954" y="1443875"/>
                </a:lnTo>
                <a:lnTo>
                  <a:pt x="1568589" y="1443875"/>
                </a:lnTo>
                <a:lnTo>
                  <a:pt x="1559293" y="1445031"/>
                </a:lnTo>
                <a:lnTo>
                  <a:pt x="1553616" y="1446415"/>
                </a:lnTo>
                <a:lnTo>
                  <a:pt x="424192" y="1446415"/>
                </a:lnTo>
                <a:lnTo>
                  <a:pt x="418515" y="1445031"/>
                </a:lnTo>
                <a:lnTo>
                  <a:pt x="409232" y="1443875"/>
                </a:lnTo>
                <a:lnTo>
                  <a:pt x="409854" y="1443875"/>
                </a:lnTo>
                <a:lnTo>
                  <a:pt x="399757" y="1442605"/>
                </a:lnTo>
                <a:lnTo>
                  <a:pt x="400392" y="1442605"/>
                </a:lnTo>
                <a:lnTo>
                  <a:pt x="390474" y="1440065"/>
                </a:lnTo>
                <a:lnTo>
                  <a:pt x="391083" y="1440065"/>
                </a:lnTo>
                <a:lnTo>
                  <a:pt x="381355" y="1437525"/>
                </a:lnTo>
                <a:lnTo>
                  <a:pt x="381952" y="1437525"/>
                </a:lnTo>
                <a:lnTo>
                  <a:pt x="372427" y="1434985"/>
                </a:lnTo>
                <a:lnTo>
                  <a:pt x="373011" y="1434985"/>
                </a:lnTo>
                <a:lnTo>
                  <a:pt x="363702" y="1431175"/>
                </a:lnTo>
                <a:lnTo>
                  <a:pt x="364274" y="1431175"/>
                </a:lnTo>
                <a:lnTo>
                  <a:pt x="355193" y="1427365"/>
                </a:lnTo>
                <a:lnTo>
                  <a:pt x="355752" y="1427365"/>
                </a:lnTo>
                <a:lnTo>
                  <a:pt x="346913" y="1423555"/>
                </a:lnTo>
                <a:lnTo>
                  <a:pt x="347459" y="1423555"/>
                </a:lnTo>
                <a:lnTo>
                  <a:pt x="338874" y="1418475"/>
                </a:lnTo>
                <a:lnTo>
                  <a:pt x="339394" y="1418475"/>
                </a:lnTo>
                <a:lnTo>
                  <a:pt x="331076" y="1413395"/>
                </a:lnTo>
                <a:lnTo>
                  <a:pt x="331584" y="1413395"/>
                </a:lnTo>
                <a:lnTo>
                  <a:pt x="323545" y="1408315"/>
                </a:lnTo>
                <a:lnTo>
                  <a:pt x="324027" y="1408315"/>
                </a:lnTo>
                <a:lnTo>
                  <a:pt x="317830" y="1403235"/>
                </a:lnTo>
                <a:lnTo>
                  <a:pt x="316293" y="1401965"/>
                </a:lnTo>
                <a:lnTo>
                  <a:pt x="316750" y="1403235"/>
                </a:lnTo>
                <a:lnTo>
                  <a:pt x="310553" y="1396885"/>
                </a:lnTo>
                <a:lnTo>
                  <a:pt x="309321" y="1395615"/>
                </a:lnTo>
                <a:lnTo>
                  <a:pt x="309765" y="1396885"/>
                </a:lnTo>
                <a:lnTo>
                  <a:pt x="303822" y="1390535"/>
                </a:lnTo>
                <a:lnTo>
                  <a:pt x="302641" y="1389265"/>
                </a:lnTo>
                <a:lnTo>
                  <a:pt x="303072" y="1390535"/>
                </a:lnTo>
                <a:lnTo>
                  <a:pt x="297408" y="1384185"/>
                </a:lnTo>
                <a:lnTo>
                  <a:pt x="296291" y="1382915"/>
                </a:lnTo>
                <a:lnTo>
                  <a:pt x="296697" y="1384185"/>
                </a:lnTo>
                <a:lnTo>
                  <a:pt x="290245" y="1376565"/>
                </a:lnTo>
                <a:lnTo>
                  <a:pt x="290639" y="1376565"/>
                </a:lnTo>
                <a:lnTo>
                  <a:pt x="284543" y="1368945"/>
                </a:lnTo>
                <a:lnTo>
                  <a:pt x="284911" y="1368945"/>
                </a:lnTo>
                <a:lnTo>
                  <a:pt x="279196" y="1361325"/>
                </a:lnTo>
                <a:lnTo>
                  <a:pt x="279539" y="1361325"/>
                </a:lnTo>
                <a:lnTo>
                  <a:pt x="274205" y="1353705"/>
                </a:lnTo>
                <a:lnTo>
                  <a:pt x="274523" y="1353705"/>
                </a:lnTo>
                <a:lnTo>
                  <a:pt x="269582" y="1346085"/>
                </a:lnTo>
                <a:lnTo>
                  <a:pt x="269887" y="1346085"/>
                </a:lnTo>
                <a:lnTo>
                  <a:pt x="265353" y="1337195"/>
                </a:lnTo>
                <a:lnTo>
                  <a:pt x="265620" y="1337195"/>
                </a:lnTo>
                <a:lnTo>
                  <a:pt x="262102" y="1329575"/>
                </a:lnTo>
                <a:lnTo>
                  <a:pt x="261518" y="1328305"/>
                </a:lnTo>
                <a:lnTo>
                  <a:pt x="261759" y="1329575"/>
                </a:lnTo>
                <a:lnTo>
                  <a:pt x="258546" y="1320685"/>
                </a:lnTo>
                <a:lnTo>
                  <a:pt x="258089" y="1319415"/>
                </a:lnTo>
                <a:lnTo>
                  <a:pt x="258305" y="1320685"/>
                </a:lnTo>
                <a:lnTo>
                  <a:pt x="255473" y="1311795"/>
                </a:lnTo>
                <a:lnTo>
                  <a:pt x="255079" y="1310525"/>
                </a:lnTo>
                <a:lnTo>
                  <a:pt x="255270" y="1311795"/>
                </a:lnTo>
                <a:lnTo>
                  <a:pt x="252844" y="1302905"/>
                </a:lnTo>
                <a:lnTo>
                  <a:pt x="252679" y="1302334"/>
                </a:lnTo>
                <a:lnTo>
                  <a:pt x="252399" y="1301661"/>
                </a:lnTo>
                <a:lnTo>
                  <a:pt x="252450" y="1301902"/>
                </a:lnTo>
                <a:lnTo>
                  <a:pt x="252374" y="1301661"/>
                </a:lnTo>
                <a:lnTo>
                  <a:pt x="251929" y="1299641"/>
                </a:lnTo>
                <a:lnTo>
                  <a:pt x="251828" y="1299095"/>
                </a:lnTo>
                <a:lnTo>
                  <a:pt x="251079" y="1295908"/>
                </a:lnTo>
                <a:lnTo>
                  <a:pt x="250520" y="1292745"/>
                </a:lnTo>
                <a:lnTo>
                  <a:pt x="248920" y="1283843"/>
                </a:lnTo>
                <a:lnTo>
                  <a:pt x="248627" y="1282598"/>
                </a:lnTo>
                <a:lnTo>
                  <a:pt x="248780" y="1283843"/>
                </a:lnTo>
                <a:lnTo>
                  <a:pt x="247497" y="1273695"/>
                </a:lnTo>
                <a:lnTo>
                  <a:pt x="247078" y="1268615"/>
                </a:lnTo>
                <a:lnTo>
                  <a:pt x="246773" y="1263535"/>
                </a:lnTo>
                <a:lnTo>
                  <a:pt x="246595" y="1259725"/>
                </a:lnTo>
                <a:lnTo>
                  <a:pt x="246646" y="427875"/>
                </a:lnTo>
                <a:lnTo>
                  <a:pt x="246799" y="424065"/>
                </a:lnTo>
                <a:lnTo>
                  <a:pt x="246875" y="422795"/>
                </a:lnTo>
                <a:lnTo>
                  <a:pt x="247103" y="418985"/>
                </a:lnTo>
                <a:lnTo>
                  <a:pt x="247205" y="417715"/>
                </a:lnTo>
                <a:lnTo>
                  <a:pt x="247294" y="416687"/>
                </a:lnTo>
                <a:lnTo>
                  <a:pt x="248793" y="405015"/>
                </a:lnTo>
                <a:lnTo>
                  <a:pt x="250507" y="394855"/>
                </a:lnTo>
                <a:lnTo>
                  <a:pt x="250659" y="394855"/>
                </a:lnTo>
                <a:lnTo>
                  <a:pt x="252666" y="385965"/>
                </a:lnTo>
                <a:lnTo>
                  <a:pt x="252501" y="385965"/>
                </a:lnTo>
                <a:lnTo>
                  <a:pt x="255270" y="377075"/>
                </a:lnTo>
                <a:lnTo>
                  <a:pt x="255079" y="377075"/>
                </a:lnTo>
                <a:lnTo>
                  <a:pt x="258305" y="368185"/>
                </a:lnTo>
                <a:lnTo>
                  <a:pt x="258089" y="368185"/>
                </a:lnTo>
                <a:lnTo>
                  <a:pt x="261759" y="359295"/>
                </a:lnTo>
                <a:lnTo>
                  <a:pt x="261518" y="359295"/>
                </a:lnTo>
                <a:lnTo>
                  <a:pt x="265620" y="350405"/>
                </a:lnTo>
                <a:lnTo>
                  <a:pt x="265353" y="350405"/>
                </a:lnTo>
                <a:lnTo>
                  <a:pt x="269887" y="341515"/>
                </a:lnTo>
                <a:lnTo>
                  <a:pt x="269582" y="342785"/>
                </a:lnTo>
                <a:lnTo>
                  <a:pt x="270281" y="341515"/>
                </a:lnTo>
                <a:lnTo>
                  <a:pt x="274523" y="333895"/>
                </a:lnTo>
                <a:lnTo>
                  <a:pt x="274205" y="335165"/>
                </a:lnTo>
                <a:lnTo>
                  <a:pt x="274967" y="333895"/>
                </a:lnTo>
                <a:lnTo>
                  <a:pt x="279539" y="326275"/>
                </a:lnTo>
                <a:lnTo>
                  <a:pt x="279196" y="326275"/>
                </a:lnTo>
                <a:lnTo>
                  <a:pt x="284911" y="318655"/>
                </a:lnTo>
                <a:lnTo>
                  <a:pt x="284543" y="318655"/>
                </a:lnTo>
                <a:lnTo>
                  <a:pt x="290639" y="311035"/>
                </a:lnTo>
                <a:lnTo>
                  <a:pt x="290245" y="312305"/>
                </a:lnTo>
                <a:lnTo>
                  <a:pt x="291312" y="311035"/>
                </a:lnTo>
                <a:lnTo>
                  <a:pt x="296697" y="304685"/>
                </a:lnTo>
                <a:lnTo>
                  <a:pt x="296291" y="304685"/>
                </a:lnTo>
                <a:lnTo>
                  <a:pt x="303072" y="298335"/>
                </a:lnTo>
                <a:lnTo>
                  <a:pt x="302641" y="298335"/>
                </a:lnTo>
                <a:lnTo>
                  <a:pt x="309765" y="291985"/>
                </a:lnTo>
                <a:lnTo>
                  <a:pt x="309321" y="291985"/>
                </a:lnTo>
                <a:lnTo>
                  <a:pt x="316750" y="285635"/>
                </a:lnTo>
                <a:lnTo>
                  <a:pt x="316293" y="285635"/>
                </a:lnTo>
                <a:lnTo>
                  <a:pt x="324027" y="279285"/>
                </a:lnTo>
                <a:lnTo>
                  <a:pt x="323545" y="280555"/>
                </a:lnTo>
                <a:lnTo>
                  <a:pt x="325145" y="279285"/>
                </a:lnTo>
                <a:lnTo>
                  <a:pt x="331584" y="274205"/>
                </a:lnTo>
                <a:lnTo>
                  <a:pt x="331076" y="274205"/>
                </a:lnTo>
                <a:lnTo>
                  <a:pt x="339394" y="269125"/>
                </a:lnTo>
                <a:lnTo>
                  <a:pt x="338874" y="269125"/>
                </a:lnTo>
                <a:lnTo>
                  <a:pt x="347459" y="265315"/>
                </a:lnTo>
                <a:lnTo>
                  <a:pt x="346913" y="265315"/>
                </a:lnTo>
                <a:lnTo>
                  <a:pt x="355752" y="260235"/>
                </a:lnTo>
                <a:lnTo>
                  <a:pt x="355193" y="260235"/>
                </a:lnTo>
                <a:lnTo>
                  <a:pt x="364274" y="256425"/>
                </a:lnTo>
                <a:lnTo>
                  <a:pt x="363702" y="256425"/>
                </a:lnTo>
                <a:lnTo>
                  <a:pt x="373011" y="253885"/>
                </a:lnTo>
                <a:lnTo>
                  <a:pt x="372427" y="253885"/>
                </a:lnTo>
                <a:lnTo>
                  <a:pt x="381952" y="250075"/>
                </a:lnTo>
                <a:lnTo>
                  <a:pt x="381355" y="250075"/>
                </a:lnTo>
                <a:lnTo>
                  <a:pt x="391083" y="247535"/>
                </a:lnTo>
                <a:lnTo>
                  <a:pt x="390474" y="247535"/>
                </a:lnTo>
                <a:lnTo>
                  <a:pt x="400392" y="244995"/>
                </a:lnTo>
                <a:lnTo>
                  <a:pt x="399757" y="246265"/>
                </a:lnTo>
                <a:lnTo>
                  <a:pt x="404799" y="244995"/>
                </a:lnTo>
                <a:lnTo>
                  <a:pt x="410476" y="243573"/>
                </a:lnTo>
                <a:lnTo>
                  <a:pt x="419493" y="242455"/>
                </a:lnTo>
                <a:lnTo>
                  <a:pt x="428777" y="242455"/>
                </a:lnTo>
                <a:lnTo>
                  <a:pt x="434035" y="241185"/>
                </a:lnTo>
                <a:lnTo>
                  <a:pt x="433717" y="242455"/>
                </a:lnTo>
                <a:lnTo>
                  <a:pt x="439013" y="241185"/>
                </a:lnTo>
                <a:lnTo>
                  <a:pt x="1538808" y="241185"/>
                </a:lnTo>
                <a:lnTo>
                  <a:pt x="1544104" y="242455"/>
                </a:lnTo>
                <a:lnTo>
                  <a:pt x="1543773" y="241185"/>
                </a:lnTo>
                <a:lnTo>
                  <a:pt x="1549031" y="242455"/>
                </a:lnTo>
                <a:lnTo>
                  <a:pt x="1558328" y="242455"/>
                </a:lnTo>
                <a:lnTo>
                  <a:pt x="1567332" y="243573"/>
                </a:lnTo>
                <a:lnTo>
                  <a:pt x="1578051" y="246265"/>
                </a:lnTo>
                <a:lnTo>
                  <a:pt x="1577428" y="244995"/>
                </a:lnTo>
                <a:lnTo>
                  <a:pt x="1587347" y="247535"/>
                </a:lnTo>
                <a:lnTo>
                  <a:pt x="1586738" y="247535"/>
                </a:lnTo>
                <a:lnTo>
                  <a:pt x="1596466" y="250075"/>
                </a:lnTo>
                <a:lnTo>
                  <a:pt x="1595856" y="250075"/>
                </a:lnTo>
                <a:lnTo>
                  <a:pt x="1605394" y="253885"/>
                </a:lnTo>
                <a:lnTo>
                  <a:pt x="1604797" y="253885"/>
                </a:lnTo>
                <a:lnTo>
                  <a:pt x="1614106" y="256425"/>
                </a:lnTo>
                <a:lnTo>
                  <a:pt x="1613535" y="256425"/>
                </a:lnTo>
                <a:lnTo>
                  <a:pt x="1622615" y="260235"/>
                </a:lnTo>
                <a:lnTo>
                  <a:pt x="1622056" y="260235"/>
                </a:lnTo>
                <a:lnTo>
                  <a:pt x="1630895" y="265315"/>
                </a:lnTo>
                <a:lnTo>
                  <a:pt x="1630362" y="265315"/>
                </a:lnTo>
                <a:lnTo>
                  <a:pt x="1638947" y="269125"/>
                </a:lnTo>
                <a:lnTo>
                  <a:pt x="1638414" y="269125"/>
                </a:lnTo>
                <a:lnTo>
                  <a:pt x="1646732" y="274205"/>
                </a:lnTo>
                <a:lnTo>
                  <a:pt x="1646237" y="274205"/>
                </a:lnTo>
                <a:lnTo>
                  <a:pt x="1654276" y="280555"/>
                </a:lnTo>
                <a:lnTo>
                  <a:pt x="1653781" y="279285"/>
                </a:lnTo>
                <a:lnTo>
                  <a:pt x="1661528" y="285635"/>
                </a:lnTo>
                <a:lnTo>
                  <a:pt x="1661058" y="285635"/>
                </a:lnTo>
                <a:lnTo>
                  <a:pt x="1668500" y="291985"/>
                </a:lnTo>
                <a:lnTo>
                  <a:pt x="1668056" y="291985"/>
                </a:lnTo>
                <a:lnTo>
                  <a:pt x="1675168" y="298335"/>
                </a:lnTo>
                <a:lnTo>
                  <a:pt x="1674736" y="298335"/>
                </a:lnTo>
                <a:lnTo>
                  <a:pt x="1681530" y="304685"/>
                </a:lnTo>
                <a:lnTo>
                  <a:pt x="1681124" y="304685"/>
                </a:lnTo>
                <a:lnTo>
                  <a:pt x="1687563" y="312305"/>
                </a:lnTo>
                <a:lnTo>
                  <a:pt x="1687182" y="311035"/>
                </a:lnTo>
                <a:lnTo>
                  <a:pt x="1693265" y="318655"/>
                </a:lnTo>
                <a:lnTo>
                  <a:pt x="1692897" y="318655"/>
                </a:lnTo>
                <a:lnTo>
                  <a:pt x="1698612" y="326275"/>
                </a:lnTo>
                <a:lnTo>
                  <a:pt x="1698282" y="326275"/>
                </a:lnTo>
                <a:lnTo>
                  <a:pt x="1703603" y="335165"/>
                </a:lnTo>
                <a:lnTo>
                  <a:pt x="1703285" y="333895"/>
                </a:lnTo>
                <a:lnTo>
                  <a:pt x="1708226" y="342785"/>
                </a:lnTo>
                <a:lnTo>
                  <a:pt x="1707934" y="341515"/>
                </a:lnTo>
                <a:lnTo>
                  <a:pt x="1712455" y="350405"/>
                </a:lnTo>
                <a:lnTo>
                  <a:pt x="1712188" y="350405"/>
                </a:lnTo>
                <a:lnTo>
                  <a:pt x="1716303" y="359295"/>
                </a:lnTo>
                <a:lnTo>
                  <a:pt x="1716049" y="359295"/>
                </a:lnTo>
                <a:lnTo>
                  <a:pt x="1719732" y="368185"/>
                </a:lnTo>
                <a:lnTo>
                  <a:pt x="1719516" y="368185"/>
                </a:lnTo>
                <a:lnTo>
                  <a:pt x="1722729" y="377075"/>
                </a:lnTo>
                <a:lnTo>
                  <a:pt x="1722551" y="377075"/>
                </a:lnTo>
                <a:lnTo>
                  <a:pt x="1725307" y="385965"/>
                </a:lnTo>
                <a:lnTo>
                  <a:pt x="1725155" y="385965"/>
                </a:lnTo>
                <a:lnTo>
                  <a:pt x="1727263" y="395389"/>
                </a:lnTo>
                <a:lnTo>
                  <a:pt x="1727530" y="396113"/>
                </a:lnTo>
                <a:lnTo>
                  <a:pt x="1729117" y="405015"/>
                </a:lnTo>
                <a:lnTo>
                  <a:pt x="1730171" y="413905"/>
                </a:lnTo>
                <a:lnTo>
                  <a:pt x="1730514" y="416687"/>
                </a:lnTo>
                <a:lnTo>
                  <a:pt x="1730616" y="417715"/>
                </a:lnTo>
                <a:lnTo>
                  <a:pt x="1730730" y="418985"/>
                </a:lnTo>
                <a:lnTo>
                  <a:pt x="1731035" y="424065"/>
                </a:lnTo>
                <a:lnTo>
                  <a:pt x="1731175" y="427875"/>
                </a:lnTo>
                <a:lnTo>
                  <a:pt x="1731213" y="1259725"/>
                </a:lnTo>
                <a:lnTo>
                  <a:pt x="1731213" y="331812"/>
                </a:lnTo>
                <a:lnTo>
                  <a:pt x="1730400" y="330085"/>
                </a:lnTo>
                <a:lnTo>
                  <a:pt x="1725155" y="321195"/>
                </a:lnTo>
                <a:lnTo>
                  <a:pt x="1719491" y="312305"/>
                </a:lnTo>
                <a:lnTo>
                  <a:pt x="1718614" y="311035"/>
                </a:lnTo>
                <a:lnTo>
                  <a:pt x="1713420" y="303415"/>
                </a:lnTo>
                <a:lnTo>
                  <a:pt x="1706968" y="295795"/>
                </a:lnTo>
                <a:lnTo>
                  <a:pt x="1700123" y="288175"/>
                </a:lnTo>
                <a:lnTo>
                  <a:pt x="1692922" y="280555"/>
                </a:lnTo>
                <a:lnTo>
                  <a:pt x="1691652" y="279285"/>
                </a:lnTo>
                <a:lnTo>
                  <a:pt x="1685353" y="272935"/>
                </a:lnTo>
                <a:lnTo>
                  <a:pt x="1651876" y="247535"/>
                </a:lnTo>
                <a:lnTo>
                  <a:pt x="1647317" y="244995"/>
                </a:lnTo>
                <a:lnTo>
                  <a:pt x="1642757" y="242455"/>
                </a:lnTo>
                <a:lnTo>
                  <a:pt x="1640395" y="241185"/>
                </a:lnTo>
                <a:lnTo>
                  <a:pt x="1633359" y="237375"/>
                </a:lnTo>
                <a:lnTo>
                  <a:pt x="1623720" y="233565"/>
                </a:lnTo>
                <a:lnTo>
                  <a:pt x="1603705" y="225945"/>
                </a:lnTo>
                <a:lnTo>
                  <a:pt x="1572107" y="218325"/>
                </a:lnTo>
                <a:lnTo>
                  <a:pt x="1561287" y="217055"/>
                </a:lnTo>
                <a:lnTo>
                  <a:pt x="416521" y="217055"/>
                </a:lnTo>
                <a:lnTo>
                  <a:pt x="374116" y="225945"/>
                </a:lnTo>
                <a:lnTo>
                  <a:pt x="335064" y="242455"/>
                </a:lnTo>
                <a:lnTo>
                  <a:pt x="300355" y="266585"/>
                </a:lnTo>
                <a:lnTo>
                  <a:pt x="270852" y="295795"/>
                </a:lnTo>
                <a:lnTo>
                  <a:pt x="247421" y="330085"/>
                </a:lnTo>
                <a:lnTo>
                  <a:pt x="242608" y="340245"/>
                </a:lnTo>
                <a:lnTo>
                  <a:pt x="238239" y="349135"/>
                </a:lnTo>
                <a:lnTo>
                  <a:pt x="225552" y="389775"/>
                </a:lnTo>
                <a:lnTo>
                  <a:pt x="221361" y="424065"/>
                </a:lnTo>
                <a:lnTo>
                  <a:pt x="221208" y="427875"/>
                </a:lnTo>
                <a:lnTo>
                  <a:pt x="221208" y="1259725"/>
                </a:lnTo>
                <a:lnTo>
                  <a:pt x="221411" y="1264805"/>
                </a:lnTo>
                <a:lnTo>
                  <a:pt x="227990" y="1307985"/>
                </a:lnTo>
                <a:lnTo>
                  <a:pt x="238239" y="1338465"/>
                </a:lnTo>
                <a:lnTo>
                  <a:pt x="242608" y="1348625"/>
                </a:lnTo>
                <a:lnTo>
                  <a:pt x="264388" y="1384185"/>
                </a:lnTo>
                <a:lnTo>
                  <a:pt x="292455" y="1414665"/>
                </a:lnTo>
                <a:lnTo>
                  <a:pt x="300355" y="1422285"/>
                </a:lnTo>
                <a:lnTo>
                  <a:pt x="334835" y="1445031"/>
                </a:lnTo>
                <a:lnTo>
                  <a:pt x="374116" y="1461655"/>
                </a:lnTo>
                <a:lnTo>
                  <a:pt x="384441" y="1465465"/>
                </a:lnTo>
                <a:lnTo>
                  <a:pt x="394982" y="1468005"/>
                </a:lnTo>
                <a:lnTo>
                  <a:pt x="416521" y="1470545"/>
                </a:lnTo>
                <a:lnTo>
                  <a:pt x="422109" y="1470545"/>
                </a:lnTo>
                <a:lnTo>
                  <a:pt x="427659" y="1471815"/>
                </a:lnTo>
                <a:lnTo>
                  <a:pt x="1550162" y="1471815"/>
                </a:lnTo>
                <a:lnTo>
                  <a:pt x="1555699" y="1470545"/>
                </a:lnTo>
                <a:lnTo>
                  <a:pt x="1561287" y="1470545"/>
                </a:lnTo>
                <a:lnTo>
                  <a:pt x="1582826" y="1468005"/>
                </a:lnTo>
                <a:lnTo>
                  <a:pt x="1593367" y="1465465"/>
                </a:lnTo>
                <a:lnTo>
                  <a:pt x="1603705" y="1461655"/>
                </a:lnTo>
                <a:lnTo>
                  <a:pt x="1613827" y="1459115"/>
                </a:lnTo>
                <a:lnTo>
                  <a:pt x="1623720" y="1455305"/>
                </a:lnTo>
                <a:lnTo>
                  <a:pt x="1633359" y="1450225"/>
                </a:lnTo>
                <a:lnTo>
                  <a:pt x="1640395" y="1446415"/>
                </a:lnTo>
                <a:lnTo>
                  <a:pt x="1642973" y="1445031"/>
                </a:lnTo>
                <a:lnTo>
                  <a:pt x="1677466" y="1422285"/>
                </a:lnTo>
                <a:lnTo>
                  <a:pt x="1685353" y="1414665"/>
                </a:lnTo>
                <a:lnTo>
                  <a:pt x="1692922" y="1408315"/>
                </a:lnTo>
                <a:lnTo>
                  <a:pt x="1697723" y="1403235"/>
                </a:lnTo>
                <a:lnTo>
                  <a:pt x="1700123" y="1400695"/>
                </a:lnTo>
                <a:lnTo>
                  <a:pt x="1703539" y="1396885"/>
                </a:lnTo>
                <a:lnTo>
                  <a:pt x="1706968" y="1393075"/>
                </a:lnTo>
                <a:lnTo>
                  <a:pt x="1708810" y="1390535"/>
                </a:lnTo>
                <a:lnTo>
                  <a:pt x="1713420" y="1384185"/>
                </a:lnTo>
                <a:lnTo>
                  <a:pt x="1735213" y="1348625"/>
                </a:lnTo>
                <a:lnTo>
                  <a:pt x="1739569" y="1338465"/>
                </a:lnTo>
                <a:lnTo>
                  <a:pt x="1743468" y="1329575"/>
                </a:lnTo>
                <a:lnTo>
                  <a:pt x="1746465" y="1320685"/>
                </a:lnTo>
                <a:lnTo>
                  <a:pt x="1746897" y="1319415"/>
                </a:lnTo>
                <a:lnTo>
                  <a:pt x="1748853" y="1311795"/>
                </a:lnTo>
                <a:lnTo>
                  <a:pt x="1749831" y="1307985"/>
                </a:lnTo>
                <a:lnTo>
                  <a:pt x="1751037" y="1302905"/>
                </a:lnTo>
                <a:lnTo>
                  <a:pt x="1752257" y="1297825"/>
                </a:lnTo>
                <a:lnTo>
                  <a:pt x="1756448" y="1263535"/>
                </a:lnTo>
                <a:lnTo>
                  <a:pt x="1756613" y="1259725"/>
                </a:lnTo>
                <a:lnTo>
                  <a:pt x="1756613" y="427875"/>
                </a:lnTo>
                <a:close/>
              </a:path>
              <a:path w="4197985" h="3251835">
                <a:moveTo>
                  <a:pt x="4197527" y="0"/>
                </a:moveTo>
                <a:lnTo>
                  <a:pt x="4172127" y="0"/>
                </a:lnTo>
                <a:lnTo>
                  <a:pt x="4172127" y="25400"/>
                </a:lnTo>
                <a:lnTo>
                  <a:pt x="4172127" y="3226333"/>
                </a:lnTo>
                <a:lnTo>
                  <a:pt x="25400" y="3226333"/>
                </a:lnTo>
                <a:lnTo>
                  <a:pt x="25400" y="25400"/>
                </a:lnTo>
                <a:lnTo>
                  <a:pt x="4172127" y="25400"/>
                </a:lnTo>
                <a:lnTo>
                  <a:pt x="4172127" y="0"/>
                </a:lnTo>
                <a:lnTo>
                  <a:pt x="0" y="0"/>
                </a:lnTo>
                <a:lnTo>
                  <a:pt x="0" y="3251733"/>
                </a:lnTo>
                <a:lnTo>
                  <a:pt x="4197527" y="3251733"/>
                </a:lnTo>
                <a:lnTo>
                  <a:pt x="4197527" y="3239033"/>
                </a:lnTo>
                <a:lnTo>
                  <a:pt x="4197527" y="3226333"/>
                </a:lnTo>
                <a:lnTo>
                  <a:pt x="4197527" y="25400"/>
                </a:lnTo>
                <a:lnTo>
                  <a:pt x="4197527" y="12700"/>
                </a:lnTo>
                <a:lnTo>
                  <a:pt x="41975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89B7D6DF-B00D-40D7-8ABF-CF578AD9D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542" y="3664374"/>
            <a:ext cx="436601" cy="828811"/>
          </a:xfrm>
          <a:prstGeom prst="rect">
            <a:avLst/>
          </a:prstGeom>
        </p:spPr>
      </p:pic>
      <p:pic>
        <p:nvPicPr>
          <p:cNvPr id="8" name="object 6">
            <a:extLst>
              <a:ext uri="{FF2B5EF4-FFF2-40B4-BE49-F238E27FC236}">
                <a16:creationId xmlns:a16="http://schemas.microsoft.com/office/drawing/2014/main" id="{3F87E86E-D999-4741-8389-4E7F42F3B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357" y="3664374"/>
            <a:ext cx="436601" cy="828811"/>
          </a:xfrm>
          <a:prstGeom prst="rect">
            <a:avLst/>
          </a:prstGeom>
        </p:spPr>
      </p:pic>
      <p:sp>
        <p:nvSpPr>
          <p:cNvPr id="9" name="object 7">
            <a:extLst>
              <a:ext uri="{FF2B5EF4-FFF2-40B4-BE49-F238E27FC236}">
                <a16:creationId xmlns:a16="http://schemas.microsoft.com/office/drawing/2014/main" id="{7451E42D-BBB7-4A83-ACAB-41EEAF6BBD8F}"/>
              </a:ext>
            </a:extLst>
          </p:cNvPr>
          <p:cNvSpPr>
            <a:spLocks noGrp="1"/>
          </p:cNvSpPr>
          <p:nvPr/>
        </p:nvSpPr>
        <p:spPr>
          <a:xfrm>
            <a:off x="3679675" y="3516426"/>
            <a:ext cx="1351178" cy="1104188"/>
          </a:xfrm>
          <a:custGeom>
            <a:avLst/>
            <a:gdLst/>
            <a:ahLst/>
            <a:cxnLst/>
            <a:rect l="l" t="t" r="r" b="b"/>
            <a:pathLst>
              <a:path w="1535429" h="1254760">
                <a:moveTo>
                  <a:pt x="1334503" y="1254760"/>
                </a:moveTo>
                <a:lnTo>
                  <a:pt x="200901" y="1254760"/>
                </a:lnTo>
                <a:lnTo>
                  <a:pt x="195325" y="1253489"/>
                </a:lnTo>
                <a:lnTo>
                  <a:pt x="173786" y="1250950"/>
                </a:lnTo>
                <a:lnTo>
                  <a:pt x="163245" y="1248410"/>
                </a:lnTo>
                <a:lnTo>
                  <a:pt x="152907" y="1244600"/>
                </a:lnTo>
                <a:lnTo>
                  <a:pt x="142786" y="1242060"/>
                </a:lnTo>
                <a:lnTo>
                  <a:pt x="104736" y="1223010"/>
                </a:lnTo>
                <a:lnTo>
                  <a:pt x="71259" y="1197610"/>
                </a:lnTo>
                <a:lnTo>
                  <a:pt x="63690" y="1191260"/>
                </a:lnTo>
                <a:lnTo>
                  <a:pt x="37122" y="1158239"/>
                </a:lnTo>
                <a:lnTo>
                  <a:pt x="17043" y="1121410"/>
                </a:lnTo>
                <a:lnTo>
                  <a:pt x="13144" y="1112520"/>
                </a:lnTo>
                <a:lnTo>
                  <a:pt x="2438" y="1070610"/>
                </a:lnTo>
                <a:lnTo>
                  <a:pt x="0" y="1042670"/>
                </a:lnTo>
                <a:lnTo>
                  <a:pt x="0" y="210820"/>
                </a:lnTo>
                <a:lnTo>
                  <a:pt x="4356" y="172720"/>
                </a:lnTo>
                <a:lnTo>
                  <a:pt x="17043" y="132079"/>
                </a:lnTo>
                <a:lnTo>
                  <a:pt x="21399" y="123189"/>
                </a:lnTo>
                <a:lnTo>
                  <a:pt x="26212" y="113029"/>
                </a:lnTo>
                <a:lnTo>
                  <a:pt x="49644" y="78739"/>
                </a:lnTo>
                <a:lnTo>
                  <a:pt x="79146" y="49529"/>
                </a:lnTo>
                <a:lnTo>
                  <a:pt x="113855" y="25400"/>
                </a:lnTo>
                <a:lnTo>
                  <a:pt x="152907" y="8889"/>
                </a:lnTo>
                <a:lnTo>
                  <a:pt x="195325" y="0"/>
                </a:lnTo>
                <a:lnTo>
                  <a:pt x="1340091" y="0"/>
                </a:lnTo>
                <a:lnTo>
                  <a:pt x="1382496" y="8889"/>
                </a:lnTo>
                <a:lnTo>
                  <a:pt x="1419202" y="24129"/>
                </a:lnTo>
                <a:lnTo>
                  <a:pt x="212839" y="24129"/>
                </a:lnTo>
                <a:lnTo>
                  <a:pt x="207581" y="25400"/>
                </a:lnTo>
                <a:lnTo>
                  <a:pt x="198285" y="25400"/>
                </a:lnTo>
                <a:lnTo>
                  <a:pt x="189273" y="26515"/>
                </a:lnTo>
                <a:lnTo>
                  <a:pt x="183610" y="27939"/>
                </a:lnTo>
                <a:lnTo>
                  <a:pt x="179184" y="27939"/>
                </a:lnTo>
                <a:lnTo>
                  <a:pt x="169265" y="30479"/>
                </a:lnTo>
                <a:lnTo>
                  <a:pt x="169875" y="30479"/>
                </a:lnTo>
                <a:lnTo>
                  <a:pt x="160146" y="33020"/>
                </a:lnTo>
                <a:lnTo>
                  <a:pt x="160743" y="33020"/>
                </a:lnTo>
                <a:lnTo>
                  <a:pt x="151218" y="36829"/>
                </a:lnTo>
                <a:lnTo>
                  <a:pt x="151815" y="36829"/>
                </a:lnTo>
                <a:lnTo>
                  <a:pt x="142506" y="39370"/>
                </a:lnTo>
                <a:lnTo>
                  <a:pt x="143078" y="39370"/>
                </a:lnTo>
                <a:lnTo>
                  <a:pt x="133997" y="43179"/>
                </a:lnTo>
                <a:lnTo>
                  <a:pt x="134556" y="43179"/>
                </a:lnTo>
                <a:lnTo>
                  <a:pt x="125717" y="48260"/>
                </a:lnTo>
                <a:lnTo>
                  <a:pt x="126250" y="48260"/>
                </a:lnTo>
                <a:lnTo>
                  <a:pt x="117665" y="52070"/>
                </a:lnTo>
                <a:lnTo>
                  <a:pt x="118186" y="52070"/>
                </a:lnTo>
                <a:lnTo>
                  <a:pt x="109867" y="57150"/>
                </a:lnTo>
                <a:lnTo>
                  <a:pt x="110375" y="57150"/>
                </a:lnTo>
                <a:lnTo>
                  <a:pt x="103944" y="62229"/>
                </a:lnTo>
                <a:lnTo>
                  <a:pt x="102831" y="62229"/>
                </a:lnTo>
                <a:lnTo>
                  <a:pt x="95084" y="68579"/>
                </a:lnTo>
                <a:lnTo>
                  <a:pt x="95554" y="68579"/>
                </a:lnTo>
                <a:lnTo>
                  <a:pt x="88112" y="74929"/>
                </a:lnTo>
                <a:lnTo>
                  <a:pt x="88557" y="74929"/>
                </a:lnTo>
                <a:lnTo>
                  <a:pt x="81445" y="81279"/>
                </a:lnTo>
                <a:lnTo>
                  <a:pt x="81864" y="81279"/>
                </a:lnTo>
                <a:lnTo>
                  <a:pt x="75082" y="87629"/>
                </a:lnTo>
                <a:lnTo>
                  <a:pt x="75488" y="87629"/>
                </a:lnTo>
                <a:lnTo>
                  <a:pt x="70123" y="93979"/>
                </a:lnTo>
                <a:lnTo>
                  <a:pt x="69430" y="93979"/>
                </a:lnTo>
                <a:lnTo>
                  <a:pt x="63347" y="101600"/>
                </a:lnTo>
                <a:lnTo>
                  <a:pt x="63715" y="101600"/>
                </a:lnTo>
                <a:lnTo>
                  <a:pt x="57988" y="109220"/>
                </a:lnTo>
                <a:lnTo>
                  <a:pt x="58331" y="109220"/>
                </a:lnTo>
                <a:lnTo>
                  <a:pt x="53759" y="116839"/>
                </a:lnTo>
                <a:lnTo>
                  <a:pt x="53327" y="116839"/>
                </a:lnTo>
                <a:lnTo>
                  <a:pt x="49092" y="124460"/>
                </a:lnTo>
                <a:lnTo>
                  <a:pt x="48679" y="124460"/>
                </a:lnTo>
                <a:lnTo>
                  <a:pt x="44145" y="133350"/>
                </a:lnTo>
                <a:lnTo>
                  <a:pt x="44424" y="133350"/>
                </a:lnTo>
                <a:lnTo>
                  <a:pt x="40309" y="142239"/>
                </a:lnTo>
                <a:lnTo>
                  <a:pt x="40551" y="142239"/>
                </a:lnTo>
                <a:lnTo>
                  <a:pt x="36880" y="151129"/>
                </a:lnTo>
                <a:lnTo>
                  <a:pt x="37096" y="151129"/>
                </a:lnTo>
                <a:lnTo>
                  <a:pt x="33883" y="160020"/>
                </a:lnTo>
                <a:lnTo>
                  <a:pt x="34061" y="160020"/>
                </a:lnTo>
                <a:lnTo>
                  <a:pt x="31305" y="168910"/>
                </a:lnTo>
                <a:lnTo>
                  <a:pt x="31457" y="168910"/>
                </a:lnTo>
                <a:lnTo>
                  <a:pt x="29457" y="177800"/>
                </a:lnTo>
                <a:lnTo>
                  <a:pt x="29298" y="177800"/>
                </a:lnTo>
                <a:lnTo>
                  <a:pt x="27597" y="187960"/>
                </a:lnTo>
                <a:lnTo>
                  <a:pt x="26120" y="199426"/>
                </a:lnTo>
                <a:lnTo>
                  <a:pt x="26015" y="200660"/>
                </a:lnTo>
                <a:lnTo>
                  <a:pt x="25907" y="201929"/>
                </a:lnTo>
                <a:lnTo>
                  <a:pt x="25669" y="205739"/>
                </a:lnTo>
                <a:lnTo>
                  <a:pt x="25590" y="207010"/>
                </a:lnTo>
                <a:lnTo>
                  <a:pt x="25447" y="210820"/>
                </a:lnTo>
                <a:lnTo>
                  <a:pt x="25400" y="1042670"/>
                </a:lnTo>
                <a:lnTo>
                  <a:pt x="25577" y="1046479"/>
                </a:lnTo>
                <a:lnTo>
                  <a:pt x="25882" y="1051560"/>
                </a:lnTo>
                <a:lnTo>
                  <a:pt x="26288" y="1056639"/>
                </a:lnTo>
                <a:lnTo>
                  <a:pt x="27434" y="1065537"/>
                </a:lnTo>
                <a:lnTo>
                  <a:pt x="27702" y="1066782"/>
                </a:lnTo>
                <a:lnTo>
                  <a:pt x="29168" y="1075668"/>
                </a:lnTo>
                <a:lnTo>
                  <a:pt x="31177" y="1084605"/>
                </a:lnTo>
                <a:lnTo>
                  <a:pt x="31403" y="1085400"/>
                </a:lnTo>
                <a:lnTo>
                  <a:pt x="31457" y="1085850"/>
                </a:lnTo>
                <a:lnTo>
                  <a:pt x="31649" y="1085850"/>
                </a:lnTo>
                <a:lnTo>
                  <a:pt x="34061" y="1094739"/>
                </a:lnTo>
                <a:lnTo>
                  <a:pt x="34285" y="1094739"/>
                </a:lnTo>
                <a:lnTo>
                  <a:pt x="37096" y="1103629"/>
                </a:lnTo>
                <a:lnTo>
                  <a:pt x="37339" y="1103629"/>
                </a:lnTo>
                <a:lnTo>
                  <a:pt x="40551" y="1112520"/>
                </a:lnTo>
                <a:lnTo>
                  <a:pt x="40897" y="1112520"/>
                </a:lnTo>
                <a:lnTo>
                  <a:pt x="44424" y="1120139"/>
                </a:lnTo>
                <a:lnTo>
                  <a:pt x="44145" y="1120139"/>
                </a:lnTo>
                <a:lnTo>
                  <a:pt x="48679" y="1129029"/>
                </a:lnTo>
                <a:lnTo>
                  <a:pt x="48387" y="1129029"/>
                </a:lnTo>
                <a:lnTo>
                  <a:pt x="53327" y="1136650"/>
                </a:lnTo>
                <a:lnTo>
                  <a:pt x="52997" y="1136650"/>
                </a:lnTo>
                <a:lnTo>
                  <a:pt x="58331" y="1144270"/>
                </a:lnTo>
                <a:lnTo>
                  <a:pt x="57988" y="1144270"/>
                </a:lnTo>
                <a:lnTo>
                  <a:pt x="63715" y="1151889"/>
                </a:lnTo>
                <a:lnTo>
                  <a:pt x="63347" y="1151889"/>
                </a:lnTo>
                <a:lnTo>
                  <a:pt x="69430" y="1159510"/>
                </a:lnTo>
                <a:lnTo>
                  <a:pt x="69049" y="1159510"/>
                </a:lnTo>
                <a:lnTo>
                  <a:pt x="75488" y="1167129"/>
                </a:lnTo>
                <a:lnTo>
                  <a:pt x="76212" y="1167129"/>
                </a:lnTo>
                <a:lnTo>
                  <a:pt x="81864" y="1173479"/>
                </a:lnTo>
                <a:lnTo>
                  <a:pt x="82630" y="1173479"/>
                </a:lnTo>
                <a:lnTo>
                  <a:pt x="88557" y="1179829"/>
                </a:lnTo>
                <a:lnTo>
                  <a:pt x="88112" y="1179829"/>
                </a:lnTo>
                <a:lnTo>
                  <a:pt x="95554" y="1186179"/>
                </a:lnTo>
                <a:lnTo>
                  <a:pt x="96634" y="1186179"/>
                </a:lnTo>
                <a:lnTo>
                  <a:pt x="102831" y="1191260"/>
                </a:lnTo>
                <a:lnTo>
                  <a:pt x="102336" y="1191260"/>
                </a:lnTo>
                <a:lnTo>
                  <a:pt x="110375" y="1196339"/>
                </a:lnTo>
                <a:lnTo>
                  <a:pt x="109867" y="1196339"/>
                </a:lnTo>
                <a:lnTo>
                  <a:pt x="118186" y="1201420"/>
                </a:lnTo>
                <a:lnTo>
                  <a:pt x="117665" y="1201420"/>
                </a:lnTo>
                <a:lnTo>
                  <a:pt x="126250" y="1206500"/>
                </a:lnTo>
                <a:lnTo>
                  <a:pt x="125717" y="1206500"/>
                </a:lnTo>
                <a:lnTo>
                  <a:pt x="134556" y="1210310"/>
                </a:lnTo>
                <a:lnTo>
                  <a:pt x="133997" y="1210310"/>
                </a:lnTo>
                <a:lnTo>
                  <a:pt x="143078" y="1214120"/>
                </a:lnTo>
                <a:lnTo>
                  <a:pt x="142506" y="1214120"/>
                </a:lnTo>
                <a:lnTo>
                  <a:pt x="151815" y="1217929"/>
                </a:lnTo>
                <a:lnTo>
                  <a:pt x="151218" y="1217929"/>
                </a:lnTo>
                <a:lnTo>
                  <a:pt x="160743" y="1220470"/>
                </a:lnTo>
                <a:lnTo>
                  <a:pt x="160146" y="1220470"/>
                </a:lnTo>
                <a:lnTo>
                  <a:pt x="169875" y="1223010"/>
                </a:lnTo>
                <a:lnTo>
                  <a:pt x="169265" y="1223010"/>
                </a:lnTo>
                <a:lnTo>
                  <a:pt x="179184" y="1225550"/>
                </a:lnTo>
                <a:lnTo>
                  <a:pt x="178561" y="1225550"/>
                </a:lnTo>
                <a:lnTo>
                  <a:pt x="188658" y="1226820"/>
                </a:lnTo>
                <a:lnTo>
                  <a:pt x="188023" y="1226820"/>
                </a:lnTo>
                <a:lnTo>
                  <a:pt x="197307" y="1227969"/>
                </a:lnTo>
                <a:lnTo>
                  <a:pt x="202996" y="1229360"/>
                </a:lnTo>
                <a:lnTo>
                  <a:pt x="1419202" y="1229360"/>
                </a:lnTo>
                <a:lnTo>
                  <a:pt x="1412163" y="1233170"/>
                </a:lnTo>
                <a:lnTo>
                  <a:pt x="1402511" y="1238250"/>
                </a:lnTo>
                <a:lnTo>
                  <a:pt x="1392618" y="1242060"/>
                </a:lnTo>
                <a:lnTo>
                  <a:pt x="1382496" y="1244600"/>
                </a:lnTo>
                <a:lnTo>
                  <a:pt x="1372158" y="1248410"/>
                </a:lnTo>
                <a:lnTo>
                  <a:pt x="1361630" y="1250950"/>
                </a:lnTo>
                <a:lnTo>
                  <a:pt x="1340091" y="1253489"/>
                </a:lnTo>
                <a:lnTo>
                  <a:pt x="1334503" y="1254760"/>
                </a:lnTo>
                <a:close/>
              </a:path>
              <a:path w="1535429" h="1254760">
                <a:moveTo>
                  <a:pt x="212509" y="25400"/>
                </a:moveTo>
                <a:lnTo>
                  <a:pt x="212839" y="24129"/>
                </a:lnTo>
                <a:lnTo>
                  <a:pt x="217804" y="24129"/>
                </a:lnTo>
                <a:lnTo>
                  <a:pt x="212509" y="25400"/>
                </a:lnTo>
                <a:close/>
              </a:path>
              <a:path w="1535429" h="1254760">
                <a:moveTo>
                  <a:pt x="1322895" y="25400"/>
                </a:moveTo>
                <a:lnTo>
                  <a:pt x="1317599" y="24129"/>
                </a:lnTo>
                <a:lnTo>
                  <a:pt x="1322577" y="24129"/>
                </a:lnTo>
                <a:lnTo>
                  <a:pt x="1322895" y="25400"/>
                </a:lnTo>
                <a:close/>
              </a:path>
              <a:path w="1535429" h="1254760">
                <a:moveTo>
                  <a:pt x="1356842" y="29210"/>
                </a:moveTo>
                <a:lnTo>
                  <a:pt x="1346131" y="26515"/>
                </a:lnTo>
                <a:lnTo>
                  <a:pt x="1337119" y="25400"/>
                </a:lnTo>
                <a:lnTo>
                  <a:pt x="1327835" y="25400"/>
                </a:lnTo>
                <a:lnTo>
                  <a:pt x="1322577" y="24129"/>
                </a:lnTo>
                <a:lnTo>
                  <a:pt x="1419202" y="24129"/>
                </a:lnTo>
                <a:lnTo>
                  <a:pt x="1421549" y="25400"/>
                </a:lnTo>
                <a:lnTo>
                  <a:pt x="1426108" y="27939"/>
                </a:lnTo>
                <a:lnTo>
                  <a:pt x="1356220" y="27939"/>
                </a:lnTo>
                <a:lnTo>
                  <a:pt x="1356842" y="29210"/>
                </a:lnTo>
                <a:close/>
              </a:path>
              <a:path w="1535429" h="1254760">
                <a:moveTo>
                  <a:pt x="178562" y="29210"/>
                </a:moveTo>
                <a:lnTo>
                  <a:pt x="179184" y="27939"/>
                </a:lnTo>
                <a:lnTo>
                  <a:pt x="183610" y="27939"/>
                </a:lnTo>
                <a:lnTo>
                  <a:pt x="178562" y="29210"/>
                </a:lnTo>
                <a:close/>
              </a:path>
              <a:path w="1535429" h="1254760">
                <a:moveTo>
                  <a:pt x="1433067" y="63500"/>
                </a:moveTo>
                <a:lnTo>
                  <a:pt x="1425028" y="57150"/>
                </a:lnTo>
                <a:lnTo>
                  <a:pt x="1425536" y="57150"/>
                </a:lnTo>
                <a:lnTo>
                  <a:pt x="1417218" y="52070"/>
                </a:lnTo>
                <a:lnTo>
                  <a:pt x="1417739" y="52070"/>
                </a:lnTo>
                <a:lnTo>
                  <a:pt x="1409153" y="48260"/>
                </a:lnTo>
                <a:lnTo>
                  <a:pt x="1409700" y="48260"/>
                </a:lnTo>
                <a:lnTo>
                  <a:pt x="1400860" y="43179"/>
                </a:lnTo>
                <a:lnTo>
                  <a:pt x="1401419" y="43179"/>
                </a:lnTo>
                <a:lnTo>
                  <a:pt x="1392326" y="39370"/>
                </a:lnTo>
                <a:lnTo>
                  <a:pt x="1392910" y="39370"/>
                </a:lnTo>
                <a:lnTo>
                  <a:pt x="1383601" y="36829"/>
                </a:lnTo>
                <a:lnTo>
                  <a:pt x="1384185" y="36829"/>
                </a:lnTo>
                <a:lnTo>
                  <a:pt x="1374660" y="33020"/>
                </a:lnTo>
                <a:lnTo>
                  <a:pt x="1375257" y="33020"/>
                </a:lnTo>
                <a:lnTo>
                  <a:pt x="1365529" y="30479"/>
                </a:lnTo>
                <a:lnTo>
                  <a:pt x="1366139" y="30479"/>
                </a:lnTo>
                <a:lnTo>
                  <a:pt x="1356220" y="27939"/>
                </a:lnTo>
                <a:lnTo>
                  <a:pt x="1426108" y="27939"/>
                </a:lnTo>
                <a:lnTo>
                  <a:pt x="1464157" y="55879"/>
                </a:lnTo>
                <a:lnTo>
                  <a:pt x="1470454" y="62229"/>
                </a:lnTo>
                <a:lnTo>
                  <a:pt x="1432585" y="62229"/>
                </a:lnTo>
                <a:lnTo>
                  <a:pt x="1433067" y="63500"/>
                </a:lnTo>
                <a:close/>
              </a:path>
              <a:path w="1535429" h="1254760">
                <a:moveTo>
                  <a:pt x="102336" y="63500"/>
                </a:moveTo>
                <a:lnTo>
                  <a:pt x="102831" y="62229"/>
                </a:lnTo>
                <a:lnTo>
                  <a:pt x="103944" y="62229"/>
                </a:lnTo>
                <a:lnTo>
                  <a:pt x="102336" y="63500"/>
                </a:lnTo>
                <a:close/>
              </a:path>
              <a:path w="1535429" h="1254760">
                <a:moveTo>
                  <a:pt x="1466367" y="95250"/>
                </a:moveTo>
                <a:lnTo>
                  <a:pt x="1459915" y="87629"/>
                </a:lnTo>
                <a:lnTo>
                  <a:pt x="1460322" y="87629"/>
                </a:lnTo>
                <a:lnTo>
                  <a:pt x="1453540" y="81279"/>
                </a:lnTo>
                <a:lnTo>
                  <a:pt x="1453972" y="81279"/>
                </a:lnTo>
                <a:lnTo>
                  <a:pt x="1446847" y="74929"/>
                </a:lnTo>
                <a:lnTo>
                  <a:pt x="1447291" y="74929"/>
                </a:lnTo>
                <a:lnTo>
                  <a:pt x="1439862" y="68579"/>
                </a:lnTo>
                <a:lnTo>
                  <a:pt x="1440319" y="68579"/>
                </a:lnTo>
                <a:lnTo>
                  <a:pt x="1432585" y="62229"/>
                </a:lnTo>
                <a:lnTo>
                  <a:pt x="1470454" y="62229"/>
                </a:lnTo>
                <a:lnTo>
                  <a:pt x="1471714" y="63500"/>
                </a:lnTo>
                <a:lnTo>
                  <a:pt x="1478914" y="71120"/>
                </a:lnTo>
                <a:lnTo>
                  <a:pt x="1485760" y="78739"/>
                </a:lnTo>
                <a:lnTo>
                  <a:pt x="1492224" y="86360"/>
                </a:lnTo>
                <a:lnTo>
                  <a:pt x="1497427" y="93979"/>
                </a:lnTo>
                <a:lnTo>
                  <a:pt x="1465973" y="93979"/>
                </a:lnTo>
                <a:lnTo>
                  <a:pt x="1466367" y="95250"/>
                </a:lnTo>
                <a:close/>
              </a:path>
              <a:path w="1535429" h="1254760">
                <a:moveTo>
                  <a:pt x="69049" y="95250"/>
                </a:moveTo>
                <a:lnTo>
                  <a:pt x="69430" y="93979"/>
                </a:lnTo>
                <a:lnTo>
                  <a:pt x="70123" y="93979"/>
                </a:lnTo>
                <a:lnTo>
                  <a:pt x="69049" y="95250"/>
                </a:lnTo>
                <a:close/>
              </a:path>
              <a:path w="1535429" h="1254760">
                <a:moveTo>
                  <a:pt x="1482407" y="118110"/>
                </a:moveTo>
                <a:lnTo>
                  <a:pt x="1477073" y="109220"/>
                </a:lnTo>
                <a:lnTo>
                  <a:pt x="1477416" y="109220"/>
                </a:lnTo>
                <a:lnTo>
                  <a:pt x="1471701" y="101600"/>
                </a:lnTo>
                <a:lnTo>
                  <a:pt x="1472056" y="101600"/>
                </a:lnTo>
                <a:lnTo>
                  <a:pt x="1465973" y="93979"/>
                </a:lnTo>
                <a:lnTo>
                  <a:pt x="1497427" y="93979"/>
                </a:lnTo>
                <a:lnTo>
                  <a:pt x="1498295" y="95250"/>
                </a:lnTo>
                <a:lnTo>
                  <a:pt x="1503959" y="104139"/>
                </a:lnTo>
                <a:lnTo>
                  <a:pt x="1509191" y="113029"/>
                </a:lnTo>
                <a:lnTo>
                  <a:pt x="1510996" y="116839"/>
                </a:lnTo>
                <a:lnTo>
                  <a:pt x="1482089" y="116839"/>
                </a:lnTo>
                <a:lnTo>
                  <a:pt x="1482407" y="118110"/>
                </a:lnTo>
                <a:close/>
              </a:path>
              <a:path w="1535429" h="1254760">
                <a:moveTo>
                  <a:pt x="52997" y="118110"/>
                </a:moveTo>
                <a:lnTo>
                  <a:pt x="53327" y="116839"/>
                </a:lnTo>
                <a:lnTo>
                  <a:pt x="53759" y="116839"/>
                </a:lnTo>
                <a:lnTo>
                  <a:pt x="52997" y="118110"/>
                </a:lnTo>
                <a:close/>
              </a:path>
              <a:path w="1535429" h="1254760">
                <a:moveTo>
                  <a:pt x="1487017" y="125729"/>
                </a:moveTo>
                <a:lnTo>
                  <a:pt x="1482089" y="116839"/>
                </a:lnTo>
                <a:lnTo>
                  <a:pt x="1510996" y="116839"/>
                </a:lnTo>
                <a:lnTo>
                  <a:pt x="1514005" y="123189"/>
                </a:lnTo>
                <a:lnTo>
                  <a:pt x="1514627" y="124460"/>
                </a:lnTo>
                <a:lnTo>
                  <a:pt x="1486725" y="124460"/>
                </a:lnTo>
                <a:lnTo>
                  <a:pt x="1487017" y="125729"/>
                </a:lnTo>
                <a:close/>
              </a:path>
              <a:path w="1535429" h="1254760">
                <a:moveTo>
                  <a:pt x="48387" y="125729"/>
                </a:moveTo>
                <a:lnTo>
                  <a:pt x="48679" y="124460"/>
                </a:lnTo>
                <a:lnTo>
                  <a:pt x="49092" y="124460"/>
                </a:lnTo>
                <a:lnTo>
                  <a:pt x="48387" y="125729"/>
                </a:lnTo>
                <a:close/>
              </a:path>
              <a:path w="1535429" h="1254760">
                <a:moveTo>
                  <a:pt x="1506328" y="179053"/>
                </a:moveTo>
                <a:lnTo>
                  <a:pt x="1506066" y="178332"/>
                </a:lnTo>
                <a:lnTo>
                  <a:pt x="1503946" y="168910"/>
                </a:lnTo>
                <a:lnTo>
                  <a:pt x="1504111" y="168910"/>
                </a:lnTo>
                <a:lnTo>
                  <a:pt x="1501343" y="160020"/>
                </a:lnTo>
                <a:lnTo>
                  <a:pt x="1501533" y="160020"/>
                </a:lnTo>
                <a:lnTo>
                  <a:pt x="1498307" y="151129"/>
                </a:lnTo>
                <a:lnTo>
                  <a:pt x="1498523" y="151129"/>
                </a:lnTo>
                <a:lnTo>
                  <a:pt x="1494853" y="142239"/>
                </a:lnTo>
                <a:lnTo>
                  <a:pt x="1495094" y="142239"/>
                </a:lnTo>
                <a:lnTo>
                  <a:pt x="1490992" y="133350"/>
                </a:lnTo>
                <a:lnTo>
                  <a:pt x="1491259" y="133350"/>
                </a:lnTo>
                <a:lnTo>
                  <a:pt x="1486725" y="124460"/>
                </a:lnTo>
                <a:lnTo>
                  <a:pt x="1514627" y="124460"/>
                </a:lnTo>
                <a:lnTo>
                  <a:pt x="1528622" y="162560"/>
                </a:lnTo>
                <a:lnTo>
                  <a:pt x="1531913" y="177800"/>
                </a:lnTo>
                <a:lnTo>
                  <a:pt x="1506105" y="177800"/>
                </a:lnTo>
                <a:lnTo>
                  <a:pt x="1506328" y="179053"/>
                </a:lnTo>
                <a:close/>
              </a:path>
              <a:path w="1535429" h="1254760">
                <a:moveTo>
                  <a:pt x="29175" y="179053"/>
                </a:moveTo>
                <a:lnTo>
                  <a:pt x="29298" y="177800"/>
                </a:lnTo>
                <a:lnTo>
                  <a:pt x="29337" y="178332"/>
                </a:lnTo>
                <a:lnTo>
                  <a:pt x="29175" y="179053"/>
                </a:lnTo>
                <a:close/>
              </a:path>
              <a:path w="1535429" h="1254760">
                <a:moveTo>
                  <a:pt x="1533438" y="1066782"/>
                </a:moveTo>
                <a:lnTo>
                  <a:pt x="1507822" y="1066782"/>
                </a:lnTo>
                <a:lnTo>
                  <a:pt x="1509064" y="1056639"/>
                </a:lnTo>
                <a:lnTo>
                  <a:pt x="1509509" y="1051560"/>
                </a:lnTo>
                <a:lnTo>
                  <a:pt x="1510017" y="1042670"/>
                </a:lnTo>
                <a:lnTo>
                  <a:pt x="1509972" y="210820"/>
                </a:lnTo>
                <a:lnTo>
                  <a:pt x="1509839" y="207010"/>
                </a:lnTo>
                <a:lnTo>
                  <a:pt x="1509534" y="201929"/>
                </a:lnTo>
                <a:lnTo>
                  <a:pt x="1509417" y="200660"/>
                </a:lnTo>
                <a:lnTo>
                  <a:pt x="1509303" y="199426"/>
                </a:lnTo>
                <a:lnTo>
                  <a:pt x="1509115" y="198115"/>
                </a:lnTo>
                <a:lnTo>
                  <a:pt x="1507909" y="187960"/>
                </a:lnTo>
                <a:lnTo>
                  <a:pt x="1506328" y="179053"/>
                </a:lnTo>
                <a:lnTo>
                  <a:pt x="1506158" y="178332"/>
                </a:lnTo>
                <a:lnTo>
                  <a:pt x="1506105" y="177800"/>
                </a:lnTo>
                <a:lnTo>
                  <a:pt x="1531913" y="177800"/>
                </a:lnTo>
                <a:lnTo>
                  <a:pt x="1532978" y="184150"/>
                </a:lnTo>
                <a:lnTo>
                  <a:pt x="1534350" y="194310"/>
                </a:lnTo>
                <a:lnTo>
                  <a:pt x="1535201" y="205739"/>
                </a:lnTo>
                <a:lnTo>
                  <a:pt x="1535404" y="210820"/>
                </a:lnTo>
                <a:lnTo>
                  <a:pt x="1535404" y="1042670"/>
                </a:lnTo>
                <a:lnTo>
                  <a:pt x="1535252" y="1046479"/>
                </a:lnTo>
                <a:lnTo>
                  <a:pt x="1535201" y="1047750"/>
                </a:lnTo>
                <a:lnTo>
                  <a:pt x="1534845" y="1054100"/>
                </a:lnTo>
                <a:lnTo>
                  <a:pt x="1534350" y="1059179"/>
                </a:lnTo>
                <a:lnTo>
                  <a:pt x="1533438" y="1066782"/>
                </a:lnTo>
                <a:close/>
              </a:path>
              <a:path w="1535429" h="1254760">
                <a:moveTo>
                  <a:pt x="1529841" y="1085850"/>
                </a:moveTo>
                <a:lnTo>
                  <a:pt x="1503946" y="1085850"/>
                </a:lnTo>
                <a:lnTo>
                  <a:pt x="1505631" y="1078363"/>
                </a:lnTo>
                <a:lnTo>
                  <a:pt x="1507890" y="1065537"/>
                </a:lnTo>
                <a:lnTo>
                  <a:pt x="1507822" y="1066782"/>
                </a:lnTo>
                <a:lnTo>
                  <a:pt x="1533438" y="1066782"/>
                </a:lnTo>
                <a:lnTo>
                  <a:pt x="1532978" y="1070610"/>
                </a:lnTo>
                <a:lnTo>
                  <a:pt x="1531061" y="1080770"/>
                </a:lnTo>
                <a:lnTo>
                  <a:pt x="1529949" y="1085400"/>
                </a:lnTo>
                <a:lnTo>
                  <a:pt x="1529841" y="1085850"/>
                </a:lnTo>
                <a:close/>
              </a:path>
              <a:path w="1535429" h="1254760">
                <a:moveTo>
                  <a:pt x="31649" y="1085850"/>
                </a:moveTo>
                <a:lnTo>
                  <a:pt x="31457" y="1085850"/>
                </a:lnTo>
                <a:lnTo>
                  <a:pt x="30600" y="1082039"/>
                </a:lnTo>
                <a:lnTo>
                  <a:pt x="31528" y="1085400"/>
                </a:lnTo>
                <a:lnTo>
                  <a:pt x="31649" y="1085850"/>
                </a:lnTo>
                <a:close/>
              </a:path>
              <a:path w="1535429" h="1254760">
                <a:moveTo>
                  <a:pt x="1527644" y="1094739"/>
                </a:moveTo>
                <a:lnTo>
                  <a:pt x="1501343" y="1094739"/>
                </a:lnTo>
                <a:lnTo>
                  <a:pt x="1504104" y="1084605"/>
                </a:lnTo>
                <a:lnTo>
                  <a:pt x="1504047" y="1085400"/>
                </a:lnTo>
                <a:lnTo>
                  <a:pt x="1503946" y="1085850"/>
                </a:lnTo>
                <a:lnTo>
                  <a:pt x="1529841" y="1085850"/>
                </a:lnTo>
                <a:lnTo>
                  <a:pt x="1528622" y="1090929"/>
                </a:lnTo>
                <a:lnTo>
                  <a:pt x="1527644" y="1094739"/>
                </a:lnTo>
                <a:close/>
              </a:path>
              <a:path w="1535429" h="1254760">
                <a:moveTo>
                  <a:pt x="34285" y="1094739"/>
                </a:moveTo>
                <a:lnTo>
                  <a:pt x="34061" y="1094739"/>
                </a:lnTo>
                <a:lnTo>
                  <a:pt x="33883" y="1093470"/>
                </a:lnTo>
                <a:lnTo>
                  <a:pt x="34285" y="1094739"/>
                </a:lnTo>
                <a:close/>
              </a:path>
              <a:path w="1535429" h="1254760">
                <a:moveTo>
                  <a:pt x="1525262" y="1103629"/>
                </a:moveTo>
                <a:lnTo>
                  <a:pt x="1498307" y="1103629"/>
                </a:lnTo>
                <a:lnTo>
                  <a:pt x="1501533" y="1093470"/>
                </a:lnTo>
                <a:lnTo>
                  <a:pt x="1501343" y="1094739"/>
                </a:lnTo>
                <a:lnTo>
                  <a:pt x="1527644" y="1094739"/>
                </a:lnTo>
                <a:lnTo>
                  <a:pt x="1525689" y="1102360"/>
                </a:lnTo>
                <a:lnTo>
                  <a:pt x="1525262" y="1103629"/>
                </a:lnTo>
                <a:close/>
              </a:path>
              <a:path w="1535429" h="1254760">
                <a:moveTo>
                  <a:pt x="37339" y="1103629"/>
                </a:moveTo>
                <a:lnTo>
                  <a:pt x="37096" y="1103629"/>
                </a:lnTo>
                <a:lnTo>
                  <a:pt x="36880" y="1102360"/>
                </a:lnTo>
                <a:lnTo>
                  <a:pt x="37339" y="1103629"/>
                </a:lnTo>
                <a:close/>
              </a:path>
              <a:path w="1535429" h="1254760">
                <a:moveTo>
                  <a:pt x="1522272" y="1112520"/>
                </a:moveTo>
                <a:lnTo>
                  <a:pt x="1494853" y="1112520"/>
                </a:lnTo>
                <a:lnTo>
                  <a:pt x="1498523" y="1102360"/>
                </a:lnTo>
                <a:lnTo>
                  <a:pt x="1498307" y="1103629"/>
                </a:lnTo>
                <a:lnTo>
                  <a:pt x="1525262" y="1103629"/>
                </a:lnTo>
                <a:lnTo>
                  <a:pt x="1522272" y="1112520"/>
                </a:lnTo>
                <a:close/>
              </a:path>
              <a:path w="1535429" h="1254760">
                <a:moveTo>
                  <a:pt x="40897" y="1112520"/>
                </a:moveTo>
                <a:lnTo>
                  <a:pt x="40551" y="1112520"/>
                </a:lnTo>
                <a:lnTo>
                  <a:pt x="40309" y="1111250"/>
                </a:lnTo>
                <a:lnTo>
                  <a:pt x="40897" y="1112520"/>
                </a:lnTo>
                <a:close/>
              </a:path>
              <a:path w="1535429" h="1254760">
                <a:moveTo>
                  <a:pt x="1492224" y="1167129"/>
                </a:moveTo>
                <a:lnTo>
                  <a:pt x="1459915" y="1167129"/>
                </a:lnTo>
                <a:lnTo>
                  <a:pt x="1466367" y="1159510"/>
                </a:lnTo>
                <a:lnTo>
                  <a:pt x="1465973" y="1159510"/>
                </a:lnTo>
                <a:lnTo>
                  <a:pt x="1472056" y="1151889"/>
                </a:lnTo>
                <a:lnTo>
                  <a:pt x="1471701" y="1151889"/>
                </a:lnTo>
                <a:lnTo>
                  <a:pt x="1477416" y="1144270"/>
                </a:lnTo>
                <a:lnTo>
                  <a:pt x="1477073" y="1144270"/>
                </a:lnTo>
                <a:lnTo>
                  <a:pt x="1482407" y="1136650"/>
                </a:lnTo>
                <a:lnTo>
                  <a:pt x="1482089" y="1136650"/>
                </a:lnTo>
                <a:lnTo>
                  <a:pt x="1487017" y="1129029"/>
                </a:lnTo>
                <a:lnTo>
                  <a:pt x="1486725" y="1129029"/>
                </a:lnTo>
                <a:lnTo>
                  <a:pt x="1491259" y="1120139"/>
                </a:lnTo>
                <a:lnTo>
                  <a:pt x="1490992" y="1120139"/>
                </a:lnTo>
                <a:lnTo>
                  <a:pt x="1495094" y="1111250"/>
                </a:lnTo>
                <a:lnTo>
                  <a:pt x="1494853" y="1112520"/>
                </a:lnTo>
                <a:lnTo>
                  <a:pt x="1522272" y="1112520"/>
                </a:lnTo>
                <a:lnTo>
                  <a:pt x="1518361" y="1121410"/>
                </a:lnTo>
                <a:lnTo>
                  <a:pt x="1514005" y="1131570"/>
                </a:lnTo>
                <a:lnTo>
                  <a:pt x="1509191" y="1140460"/>
                </a:lnTo>
                <a:lnTo>
                  <a:pt x="1503959" y="1149350"/>
                </a:lnTo>
                <a:lnTo>
                  <a:pt x="1498295" y="1158239"/>
                </a:lnTo>
                <a:lnTo>
                  <a:pt x="1492224" y="1167129"/>
                </a:lnTo>
                <a:close/>
              </a:path>
              <a:path w="1535429" h="1254760">
                <a:moveTo>
                  <a:pt x="76212" y="1167129"/>
                </a:moveTo>
                <a:lnTo>
                  <a:pt x="75488" y="1167129"/>
                </a:lnTo>
                <a:lnTo>
                  <a:pt x="75082" y="1165860"/>
                </a:lnTo>
                <a:lnTo>
                  <a:pt x="76212" y="1167129"/>
                </a:lnTo>
                <a:close/>
              </a:path>
              <a:path w="1535429" h="1254760">
                <a:moveTo>
                  <a:pt x="1487607" y="1173479"/>
                </a:moveTo>
                <a:lnTo>
                  <a:pt x="1453540" y="1173479"/>
                </a:lnTo>
                <a:lnTo>
                  <a:pt x="1460322" y="1165860"/>
                </a:lnTo>
                <a:lnTo>
                  <a:pt x="1459915" y="1167129"/>
                </a:lnTo>
                <a:lnTo>
                  <a:pt x="1492224" y="1167129"/>
                </a:lnTo>
                <a:lnTo>
                  <a:pt x="1487607" y="1173479"/>
                </a:lnTo>
                <a:close/>
              </a:path>
              <a:path w="1535429" h="1254760">
                <a:moveTo>
                  <a:pt x="82630" y="1173479"/>
                </a:moveTo>
                <a:lnTo>
                  <a:pt x="81864" y="1173479"/>
                </a:lnTo>
                <a:lnTo>
                  <a:pt x="81445" y="1172210"/>
                </a:lnTo>
                <a:lnTo>
                  <a:pt x="82630" y="1173479"/>
                </a:lnTo>
                <a:close/>
              </a:path>
              <a:path w="1535429" h="1254760">
                <a:moveTo>
                  <a:pt x="1476514" y="1186179"/>
                </a:moveTo>
                <a:lnTo>
                  <a:pt x="1439862" y="1186179"/>
                </a:lnTo>
                <a:lnTo>
                  <a:pt x="1447291" y="1179829"/>
                </a:lnTo>
                <a:lnTo>
                  <a:pt x="1446847" y="1179829"/>
                </a:lnTo>
                <a:lnTo>
                  <a:pt x="1453972" y="1172210"/>
                </a:lnTo>
                <a:lnTo>
                  <a:pt x="1453540" y="1173479"/>
                </a:lnTo>
                <a:lnTo>
                  <a:pt x="1487607" y="1173479"/>
                </a:lnTo>
                <a:lnTo>
                  <a:pt x="1485760" y="1176020"/>
                </a:lnTo>
                <a:lnTo>
                  <a:pt x="1478914" y="1183639"/>
                </a:lnTo>
                <a:lnTo>
                  <a:pt x="1476514" y="1186179"/>
                </a:lnTo>
                <a:close/>
              </a:path>
              <a:path w="1535429" h="1254760">
                <a:moveTo>
                  <a:pt x="96634" y="1186179"/>
                </a:moveTo>
                <a:lnTo>
                  <a:pt x="95554" y="1186179"/>
                </a:lnTo>
                <a:lnTo>
                  <a:pt x="95084" y="1184910"/>
                </a:lnTo>
                <a:lnTo>
                  <a:pt x="96634" y="1186179"/>
                </a:lnTo>
                <a:close/>
              </a:path>
              <a:path w="1535429" h="1254760">
                <a:moveTo>
                  <a:pt x="1419202" y="1229360"/>
                </a:moveTo>
                <a:lnTo>
                  <a:pt x="1332420" y="1229360"/>
                </a:lnTo>
                <a:lnTo>
                  <a:pt x="1338096" y="1227969"/>
                </a:lnTo>
                <a:lnTo>
                  <a:pt x="1347381" y="1226820"/>
                </a:lnTo>
                <a:lnTo>
                  <a:pt x="1346758" y="1226820"/>
                </a:lnTo>
                <a:lnTo>
                  <a:pt x="1356842" y="1225550"/>
                </a:lnTo>
                <a:lnTo>
                  <a:pt x="1356220" y="1225550"/>
                </a:lnTo>
                <a:lnTo>
                  <a:pt x="1366139" y="1223010"/>
                </a:lnTo>
                <a:lnTo>
                  <a:pt x="1365529" y="1223010"/>
                </a:lnTo>
                <a:lnTo>
                  <a:pt x="1375257" y="1220470"/>
                </a:lnTo>
                <a:lnTo>
                  <a:pt x="1374660" y="1220470"/>
                </a:lnTo>
                <a:lnTo>
                  <a:pt x="1384185" y="1217929"/>
                </a:lnTo>
                <a:lnTo>
                  <a:pt x="1383601" y="1217929"/>
                </a:lnTo>
                <a:lnTo>
                  <a:pt x="1392910" y="1214120"/>
                </a:lnTo>
                <a:lnTo>
                  <a:pt x="1392326" y="1214120"/>
                </a:lnTo>
                <a:lnTo>
                  <a:pt x="1401419" y="1210310"/>
                </a:lnTo>
                <a:lnTo>
                  <a:pt x="1400860" y="1210310"/>
                </a:lnTo>
                <a:lnTo>
                  <a:pt x="1409700" y="1206500"/>
                </a:lnTo>
                <a:lnTo>
                  <a:pt x="1409153" y="1206500"/>
                </a:lnTo>
                <a:lnTo>
                  <a:pt x="1417739" y="1201420"/>
                </a:lnTo>
                <a:lnTo>
                  <a:pt x="1417218" y="1201420"/>
                </a:lnTo>
                <a:lnTo>
                  <a:pt x="1425536" y="1196339"/>
                </a:lnTo>
                <a:lnTo>
                  <a:pt x="1425028" y="1196339"/>
                </a:lnTo>
                <a:lnTo>
                  <a:pt x="1433067" y="1191260"/>
                </a:lnTo>
                <a:lnTo>
                  <a:pt x="1432585" y="1191260"/>
                </a:lnTo>
                <a:lnTo>
                  <a:pt x="1440319" y="1184910"/>
                </a:lnTo>
                <a:lnTo>
                  <a:pt x="1439862" y="1186179"/>
                </a:lnTo>
                <a:lnTo>
                  <a:pt x="1476514" y="1186179"/>
                </a:lnTo>
                <a:lnTo>
                  <a:pt x="1471714" y="1191260"/>
                </a:lnTo>
                <a:lnTo>
                  <a:pt x="1464157" y="1197610"/>
                </a:lnTo>
                <a:lnTo>
                  <a:pt x="1456258" y="1205229"/>
                </a:lnTo>
                <a:lnTo>
                  <a:pt x="1448028" y="1211579"/>
                </a:lnTo>
                <a:lnTo>
                  <a:pt x="1439494" y="1217929"/>
                </a:lnTo>
                <a:lnTo>
                  <a:pt x="1430667" y="1223010"/>
                </a:lnTo>
                <a:lnTo>
                  <a:pt x="1421766" y="1227969"/>
                </a:lnTo>
                <a:lnTo>
                  <a:pt x="1419202" y="12293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10" name="object 8">
            <a:extLst>
              <a:ext uri="{FF2B5EF4-FFF2-40B4-BE49-F238E27FC236}">
                <a16:creationId xmlns:a16="http://schemas.microsoft.com/office/drawing/2014/main" id="{F89FF165-A438-4E92-AFC8-20D6EAA90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7355" y="3668408"/>
            <a:ext cx="436601" cy="828811"/>
          </a:xfrm>
          <a:prstGeom prst="rect">
            <a:avLst/>
          </a:prstGeom>
        </p:spPr>
      </p:pic>
      <p:pic>
        <p:nvPicPr>
          <p:cNvPr id="11" name="object 9">
            <a:extLst>
              <a:ext uri="{FF2B5EF4-FFF2-40B4-BE49-F238E27FC236}">
                <a16:creationId xmlns:a16="http://schemas.microsoft.com/office/drawing/2014/main" id="{3609B57E-80D5-4D37-BE8E-06A9F4C129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5171" y="3668408"/>
            <a:ext cx="436601" cy="828811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B17E3A79-B136-49B4-A065-B841A5B29CFC}"/>
              </a:ext>
            </a:extLst>
          </p:cNvPr>
          <p:cNvSpPr>
            <a:spLocks noGrp="1"/>
          </p:cNvSpPr>
          <p:nvPr/>
        </p:nvSpPr>
        <p:spPr>
          <a:xfrm>
            <a:off x="1738013" y="4888716"/>
            <a:ext cx="1351178" cy="1104188"/>
          </a:xfrm>
          <a:custGeom>
            <a:avLst/>
            <a:gdLst/>
            <a:ahLst/>
            <a:cxnLst/>
            <a:rect l="l" t="t" r="r" b="b"/>
            <a:pathLst>
              <a:path w="1535430" h="1254760">
                <a:moveTo>
                  <a:pt x="1340091" y="1253489"/>
                </a:moveTo>
                <a:lnTo>
                  <a:pt x="195326" y="1253489"/>
                </a:lnTo>
                <a:lnTo>
                  <a:pt x="173786" y="1250950"/>
                </a:lnTo>
                <a:lnTo>
                  <a:pt x="163245" y="1248410"/>
                </a:lnTo>
                <a:lnTo>
                  <a:pt x="152908" y="1244600"/>
                </a:lnTo>
                <a:lnTo>
                  <a:pt x="142786" y="1242060"/>
                </a:lnTo>
                <a:lnTo>
                  <a:pt x="104749" y="1223010"/>
                </a:lnTo>
                <a:lnTo>
                  <a:pt x="71259" y="1197610"/>
                </a:lnTo>
                <a:lnTo>
                  <a:pt x="63703" y="1191260"/>
                </a:lnTo>
                <a:lnTo>
                  <a:pt x="37122" y="1158239"/>
                </a:lnTo>
                <a:lnTo>
                  <a:pt x="17043" y="1121410"/>
                </a:lnTo>
                <a:lnTo>
                  <a:pt x="13144" y="1112520"/>
                </a:lnTo>
                <a:lnTo>
                  <a:pt x="2438" y="1070610"/>
                </a:lnTo>
                <a:lnTo>
                  <a:pt x="0" y="1042670"/>
                </a:lnTo>
                <a:lnTo>
                  <a:pt x="0" y="210820"/>
                </a:lnTo>
                <a:lnTo>
                  <a:pt x="161" y="207010"/>
                </a:lnTo>
                <a:lnTo>
                  <a:pt x="215" y="205739"/>
                </a:lnTo>
                <a:lnTo>
                  <a:pt x="6781" y="162560"/>
                </a:lnTo>
                <a:lnTo>
                  <a:pt x="21399" y="123189"/>
                </a:lnTo>
                <a:lnTo>
                  <a:pt x="26212" y="113029"/>
                </a:lnTo>
                <a:lnTo>
                  <a:pt x="49644" y="78739"/>
                </a:lnTo>
                <a:lnTo>
                  <a:pt x="79159" y="49529"/>
                </a:lnTo>
                <a:lnTo>
                  <a:pt x="113855" y="25400"/>
                </a:lnTo>
                <a:lnTo>
                  <a:pt x="152908" y="8889"/>
                </a:lnTo>
                <a:lnTo>
                  <a:pt x="195326" y="0"/>
                </a:lnTo>
                <a:lnTo>
                  <a:pt x="1340091" y="0"/>
                </a:lnTo>
                <a:lnTo>
                  <a:pt x="1382509" y="8889"/>
                </a:lnTo>
                <a:lnTo>
                  <a:pt x="1419202" y="24129"/>
                </a:lnTo>
                <a:lnTo>
                  <a:pt x="212839" y="24129"/>
                </a:lnTo>
                <a:lnTo>
                  <a:pt x="207581" y="25400"/>
                </a:lnTo>
                <a:lnTo>
                  <a:pt x="198285" y="25400"/>
                </a:lnTo>
                <a:lnTo>
                  <a:pt x="189273" y="26515"/>
                </a:lnTo>
                <a:lnTo>
                  <a:pt x="183610" y="27939"/>
                </a:lnTo>
                <a:lnTo>
                  <a:pt x="179184" y="27939"/>
                </a:lnTo>
                <a:lnTo>
                  <a:pt x="169265" y="30479"/>
                </a:lnTo>
                <a:lnTo>
                  <a:pt x="169875" y="30479"/>
                </a:lnTo>
                <a:lnTo>
                  <a:pt x="160147" y="33020"/>
                </a:lnTo>
                <a:lnTo>
                  <a:pt x="160756" y="33020"/>
                </a:lnTo>
                <a:lnTo>
                  <a:pt x="151231" y="36829"/>
                </a:lnTo>
                <a:lnTo>
                  <a:pt x="151815" y="36829"/>
                </a:lnTo>
                <a:lnTo>
                  <a:pt x="142506" y="39370"/>
                </a:lnTo>
                <a:lnTo>
                  <a:pt x="143078" y="39370"/>
                </a:lnTo>
                <a:lnTo>
                  <a:pt x="133997" y="43179"/>
                </a:lnTo>
                <a:lnTo>
                  <a:pt x="134556" y="43179"/>
                </a:lnTo>
                <a:lnTo>
                  <a:pt x="125717" y="48260"/>
                </a:lnTo>
                <a:lnTo>
                  <a:pt x="126250" y="48260"/>
                </a:lnTo>
                <a:lnTo>
                  <a:pt x="117665" y="52070"/>
                </a:lnTo>
                <a:lnTo>
                  <a:pt x="118198" y="52070"/>
                </a:lnTo>
                <a:lnTo>
                  <a:pt x="109880" y="57150"/>
                </a:lnTo>
                <a:lnTo>
                  <a:pt x="110375" y="57150"/>
                </a:lnTo>
                <a:lnTo>
                  <a:pt x="103954" y="62229"/>
                </a:lnTo>
                <a:lnTo>
                  <a:pt x="102831" y="62229"/>
                </a:lnTo>
                <a:lnTo>
                  <a:pt x="95084" y="68579"/>
                </a:lnTo>
                <a:lnTo>
                  <a:pt x="95554" y="68579"/>
                </a:lnTo>
                <a:lnTo>
                  <a:pt x="88112" y="74929"/>
                </a:lnTo>
                <a:lnTo>
                  <a:pt x="88569" y="74929"/>
                </a:lnTo>
                <a:lnTo>
                  <a:pt x="81445" y="81279"/>
                </a:lnTo>
                <a:lnTo>
                  <a:pt x="81876" y="81279"/>
                </a:lnTo>
                <a:lnTo>
                  <a:pt x="75082" y="87629"/>
                </a:lnTo>
                <a:lnTo>
                  <a:pt x="75488" y="87629"/>
                </a:lnTo>
                <a:lnTo>
                  <a:pt x="70123" y="93979"/>
                </a:lnTo>
                <a:lnTo>
                  <a:pt x="69430" y="93979"/>
                </a:lnTo>
                <a:lnTo>
                  <a:pt x="63347" y="101600"/>
                </a:lnTo>
                <a:lnTo>
                  <a:pt x="63715" y="101600"/>
                </a:lnTo>
                <a:lnTo>
                  <a:pt x="58000" y="109220"/>
                </a:lnTo>
                <a:lnTo>
                  <a:pt x="58343" y="109220"/>
                </a:lnTo>
                <a:lnTo>
                  <a:pt x="53771" y="116839"/>
                </a:lnTo>
                <a:lnTo>
                  <a:pt x="53327" y="116839"/>
                </a:lnTo>
                <a:lnTo>
                  <a:pt x="49092" y="124460"/>
                </a:lnTo>
                <a:lnTo>
                  <a:pt x="48679" y="124460"/>
                </a:lnTo>
                <a:lnTo>
                  <a:pt x="44157" y="133350"/>
                </a:lnTo>
                <a:lnTo>
                  <a:pt x="44424" y="133350"/>
                </a:lnTo>
                <a:lnTo>
                  <a:pt x="40322" y="142239"/>
                </a:lnTo>
                <a:lnTo>
                  <a:pt x="40563" y="142239"/>
                </a:lnTo>
                <a:lnTo>
                  <a:pt x="36893" y="151129"/>
                </a:lnTo>
                <a:lnTo>
                  <a:pt x="37109" y="151129"/>
                </a:lnTo>
                <a:lnTo>
                  <a:pt x="33883" y="160020"/>
                </a:lnTo>
                <a:lnTo>
                  <a:pt x="34061" y="160020"/>
                </a:lnTo>
                <a:lnTo>
                  <a:pt x="31305" y="168910"/>
                </a:lnTo>
                <a:lnTo>
                  <a:pt x="31457" y="168910"/>
                </a:lnTo>
                <a:lnTo>
                  <a:pt x="29457" y="177800"/>
                </a:lnTo>
                <a:lnTo>
                  <a:pt x="29298" y="177800"/>
                </a:lnTo>
                <a:lnTo>
                  <a:pt x="27597" y="187960"/>
                </a:lnTo>
                <a:lnTo>
                  <a:pt x="26120" y="199426"/>
                </a:lnTo>
                <a:lnTo>
                  <a:pt x="26015" y="200660"/>
                </a:lnTo>
                <a:lnTo>
                  <a:pt x="25908" y="201929"/>
                </a:lnTo>
                <a:lnTo>
                  <a:pt x="25669" y="205739"/>
                </a:lnTo>
                <a:lnTo>
                  <a:pt x="25590" y="207010"/>
                </a:lnTo>
                <a:lnTo>
                  <a:pt x="25447" y="210820"/>
                </a:lnTo>
                <a:lnTo>
                  <a:pt x="25400" y="1042670"/>
                </a:lnTo>
                <a:lnTo>
                  <a:pt x="25577" y="1046479"/>
                </a:lnTo>
                <a:lnTo>
                  <a:pt x="25882" y="1051560"/>
                </a:lnTo>
                <a:lnTo>
                  <a:pt x="26289" y="1056639"/>
                </a:lnTo>
                <a:lnTo>
                  <a:pt x="27213" y="1063822"/>
                </a:lnTo>
                <a:lnTo>
                  <a:pt x="27290" y="1064289"/>
                </a:lnTo>
                <a:lnTo>
                  <a:pt x="27434" y="1065537"/>
                </a:lnTo>
                <a:lnTo>
                  <a:pt x="27702" y="1066782"/>
                </a:lnTo>
                <a:lnTo>
                  <a:pt x="29168" y="1075668"/>
                </a:lnTo>
                <a:lnTo>
                  <a:pt x="31178" y="1084606"/>
                </a:lnTo>
                <a:lnTo>
                  <a:pt x="31403" y="1085400"/>
                </a:lnTo>
                <a:lnTo>
                  <a:pt x="31457" y="1085850"/>
                </a:lnTo>
                <a:lnTo>
                  <a:pt x="31649" y="1085850"/>
                </a:lnTo>
                <a:lnTo>
                  <a:pt x="34061" y="1094739"/>
                </a:lnTo>
                <a:lnTo>
                  <a:pt x="34286" y="1094739"/>
                </a:lnTo>
                <a:lnTo>
                  <a:pt x="37109" y="1103629"/>
                </a:lnTo>
                <a:lnTo>
                  <a:pt x="37352" y="1103629"/>
                </a:lnTo>
                <a:lnTo>
                  <a:pt x="40563" y="1112520"/>
                </a:lnTo>
                <a:lnTo>
                  <a:pt x="40908" y="1112520"/>
                </a:lnTo>
                <a:lnTo>
                  <a:pt x="44424" y="1120139"/>
                </a:lnTo>
                <a:lnTo>
                  <a:pt x="44157" y="1120139"/>
                </a:lnTo>
                <a:lnTo>
                  <a:pt x="48679" y="1129029"/>
                </a:lnTo>
                <a:lnTo>
                  <a:pt x="48387" y="1129029"/>
                </a:lnTo>
                <a:lnTo>
                  <a:pt x="53327" y="1136650"/>
                </a:lnTo>
                <a:lnTo>
                  <a:pt x="53009" y="1136650"/>
                </a:lnTo>
                <a:lnTo>
                  <a:pt x="58343" y="1144270"/>
                </a:lnTo>
                <a:lnTo>
                  <a:pt x="58000" y="1144270"/>
                </a:lnTo>
                <a:lnTo>
                  <a:pt x="63715" y="1151889"/>
                </a:lnTo>
                <a:lnTo>
                  <a:pt x="63347" y="1151889"/>
                </a:lnTo>
                <a:lnTo>
                  <a:pt x="69430" y="1159510"/>
                </a:lnTo>
                <a:lnTo>
                  <a:pt x="69049" y="1159510"/>
                </a:lnTo>
                <a:lnTo>
                  <a:pt x="75488" y="1167129"/>
                </a:lnTo>
                <a:lnTo>
                  <a:pt x="76214" y="1167129"/>
                </a:lnTo>
                <a:lnTo>
                  <a:pt x="81876" y="1173479"/>
                </a:lnTo>
                <a:lnTo>
                  <a:pt x="82632" y="1173479"/>
                </a:lnTo>
                <a:lnTo>
                  <a:pt x="88569" y="1179829"/>
                </a:lnTo>
                <a:lnTo>
                  <a:pt x="88112" y="1179829"/>
                </a:lnTo>
                <a:lnTo>
                  <a:pt x="95554" y="1186179"/>
                </a:lnTo>
                <a:lnTo>
                  <a:pt x="96634" y="1186179"/>
                </a:lnTo>
                <a:lnTo>
                  <a:pt x="102831" y="1191260"/>
                </a:lnTo>
                <a:lnTo>
                  <a:pt x="102349" y="1191260"/>
                </a:lnTo>
                <a:lnTo>
                  <a:pt x="110375" y="1196339"/>
                </a:lnTo>
                <a:lnTo>
                  <a:pt x="109880" y="1196339"/>
                </a:lnTo>
                <a:lnTo>
                  <a:pt x="118198" y="1201420"/>
                </a:lnTo>
                <a:lnTo>
                  <a:pt x="117665" y="1201420"/>
                </a:lnTo>
                <a:lnTo>
                  <a:pt x="126250" y="1206500"/>
                </a:lnTo>
                <a:lnTo>
                  <a:pt x="125717" y="1206500"/>
                </a:lnTo>
                <a:lnTo>
                  <a:pt x="134556" y="1210310"/>
                </a:lnTo>
                <a:lnTo>
                  <a:pt x="133997" y="1210310"/>
                </a:lnTo>
                <a:lnTo>
                  <a:pt x="143078" y="1214120"/>
                </a:lnTo>
                <a:lnTo>
                  <a:pt x="142506" y="1214120"/>
                </a:lnTo>
                <a:lnTo>
                  <a:pt x="151815" y="1217929"/>
                </a:lnTo>
                <a:lnTo>
                  <a:pt x="151231" y="1217929"/>
                </a:lnTo>
                <a:lnTo>
                  <a:pt x="160756" y="1220470"/>
                </a:lnTo>
                <a:lnTo>
                  <a:pt x="160147" y="1220470"/>
                </a:lnTo>
                <a:lnTo>
                  <a:pt x="169875" y="1223010"/>
                </a:lnTo>
                <a:lnTo>
                  <a:pt x="169265" y="1223010"/>
                </a:lnTo>
                <a:lnTo>
                  <a:pt x="179184" y="1225550"/>
                </a:lnTo>
                <a:lnTo>
                  <a:pt x="178561" y="1225550"/>
                </a:lnTo>
                <a:lnTo>
                  <a:pt x="188658" y="1226820"/>
                </a:lnTo>
                <a:lnTo>
                  <a:pt x="188023" y="1226820"/>
                </a:lnTo>
                <a:lnTo>
                  <a:pt x="197307" y="1227969"/>
                </a:lnTo>
                <a:lnTo>
                  <a:pt x="202996" y="1229360"/>
                </a:lnTo>
                <a:lnTo>
                  <a:pt x="1419202" y="1229360"/>
                </a:lnTo>
                <a:lnTo>
                  <a:pt x="1412163" y="1233170"/>
                </a:lnTo>
                <a:lnTo>
                  <a:pt x="1402511" y="1238250"/>
                </a:lnTo>
                <a:lnTo>
                  <a:pt x="1392618" y="1242060"/>
                </a:lnTo>
                <a:lnTo>
                  <a:pt x="1382509" y="1244600"/>
                </a:lnTo>
                <a:lnTo>
                  <a:pt x="1372171" y="1248410"/>
                </a:lnTo>
                <a:lnTo>
                  <a:pt x="1361630" y="1250950"/>
                </a:lnTo>
                <a:lnTo>
                  <a:pt x="1340091" y="1253489"/>
                </a:lnTo>
                <a:close/>
              </a:path>
              <a:path w="1535430" h="1254760">
                <a:moveTo>
                  <a:pt x="212521" y="25400"/>
                </a:moveTo>
                <a:lnTo>
                  <a:pt x="212839" y="24129"/>
                </a:lnTo>
                <a:lnTo>
                  <a:pt x="217805" y="24129"/>
                </a:lnTo>
                <a:lnTo>
                  <a:pt x="212521" y="25400"/>
                </a:lnTo>
                <a:close/>
              </a:path>
              <a:path w="1535430" h="1254760">
                <a:moveTo>
                  <a:pt x="1322895" y="25400"/>
                </a:moveTo>
                <a:lnTo>
                  <a:pt x="1317612" y="24129"/>
                </a:lnTo>
                <a:lnTo>
                  <a:pt x="1322578" y="24129"/>
                </a:lnTo>
                <a:lnTo>
                  <a:pt x="1322895" y="25400"/>
                </a:lnTo>
                <a:close/>
              </a:path>
              <a:path w="1535430" h="1254760">
                <a:moveTo>
                  <a:pt x="1356855" y="29210"/>
                </a:moveTo>
                <a:lnTo>
                  <a:pt x="1346132" y="26515"/>
                </a:lnTo>
                <a:lnTo>
                  <a:pt x="1337132" y="25400"/>
                </a:lnTo>
                <a:lnTo>
                  <a:pt x="1327835" y="25400"/>
                </a:lnTo>
                <a:lnTo>
                  <a:pt x="1322578" y="24129"/>
                </a:lnTo>
                <a:lnTo>
                  <a:pt x="1419202" y="24129"/>
                </a:lnTo>
                <a:lnTo>
                  <a:pt x="1421549" y="25400"/>
                </a:lnTo>
                <a:lnTo>
                  <a:pt x="1426108" y="27939"/>
                </a:lnTo>
                <a:lnTo>
                  <a:pt x="1356233" y="27939"/>
                </a:lnTo>
                <a:lnTo>
                  <a:pt x="1356855" y="29210"/>
                </a:lnTo>
                <a:close/>
              </a:path>
              <a:path w="1535430" h="1254760">
                <a:moveTo>
                  <a:pt x="178562" y="29210"/>
                </a:moveTo>
                <a:lnTo>
                  <a:pt x="179184" y="27939"/>
                </a:lnTo>
                <a:lnTo>
                  <a:pt x="183610" y="27939"/>
                </a:lnTo>
                <a:lnTo>
                  <a:pt x="178562" y="29210"/>
                </a:lnTo>
                <a:close/>
              </a:path>
              <a:path w="1535430" h="1254760">
                <a:moveTo>
                  <a:pt x="1433068" y="63500"/>
                </a:moveTo>
                <a:lnTo>
                  <a:pt x="1425028" y="57150"/>
                </a:lnTo>
                <a:lnTo>
                  <a:pt x="1425536" y="57150"/>
                </a:lnTo>
                <a:lnTo>
                  <a:pt x="1417218" y="52070"/>
                </a:lnTo>
                <a:lnTo>
                  <a:pt x="1417739" y="52070"/>
                </a:lnTo>
                <a:lnTo>
                  <a:pt x="1409153" y="48260"/>
                </a:lnTo>
                <a:lnTo>
                  <a:pt x="1409700" y="48260"/>
                </a:lnTo>
                <a:lnTo>
                  <a:pt x="1400860" y="43179"/>
                </a:lnTo>
                <a:lnTo>
                  <a:pt x="1401419" y="43179"/>
                </a:lnTo>
                <a:lnTo>
                  <a:pt x="1392339" y="39370"/>
                </a:lnTo>
                <a:lnTo>
                  <a:pt x="1392910" y="39370"/>
                </a:lnTo>
                <a:lnTo>
                  <a:pt x="1383601" y="36829"/>
                </a:lnTo>
                <a:lnTo>
                  <a:pt x="1384185" y="36829"/>
                </a:lnTo>
                <a:lnTo>
                  <a:pt x="1374660" y="33020"/>
                </a:lnTo>
                <a:lnTo>
                  <a:pt x="1375257" y="33020"/>
                </a:lnTo>
                <a:lnTo>
                  <a:pt x="1365529" y="30479"/>
                </a:lnTo>
                <a:lnTo>
                  <a:pt x="1366151" y="30479"/>
                </a:lnTo>
                <a:lnTo>
                  <a:pt x="1356233" y="27939"/>
                </a:lnTo>
                <a:lnTo>
                  <a:pt x="1426108" y="27939"/>
                </a:lnTo>
                <a:lnTo>
                  <a:pt x="1464157" y="55879"/>
                </a:lnTo>
                <a:lnTo>
                  <a:pt x="1470454" y="62229"/>
                </a:lnTo>
                <a:lnTo>
                  <a:pt x="1432585" y="62229"/>
                </a:lnTo>
                <a:lnTo>
                  <a:pt x="1433068" y="63500"/>
                </a:lnTo>
                <a:close/>
              </a:path>
              <a:path w="1535430" h="1254760">
                <a:moveTo>
                  <a:pt x="102349" y="63500"/>
                </a:moveTo>
                <a:lnTo>
                  <a:pt x="102831" y="62229"/>
                </a:lnTo>
                <a:lnTo>
                  <a:pt x="103954" y="62229"/>
                </a:lnTo>
                <a:lnTo>
                  <a:pt x="102349" y="63500"/>
                </a:lnTo>
                <a:close/>
              </a:path>
              <a:path w="1535430" h="1254760">
                <a:moveTo>
                  <a:pt x="1466367" y="95250"/>
                </a:moveTo>
                <a:lnTo>
                  <a:pt x="1459915" y="87629"/>
                </a:lnTo>
                <a:lnTo>
                  <a:pt x="1460334" y="87629"/>
                </a:lnTo>
                <a:lnTo>
                  <a:pt x="1453540" y="81279"/>
                </a:lnTo>
                <a:lnTo>
                  <a:pt x="1453972" y="81279"/>
                </a:lnTo>
                <a:lnTo>
                  <a:pt x="1446847" y="74929"/>
                </a:lnTo>
                <a:lnTo>
                  <a:pt x="1447292" y="74929"/>
                </a:lnTo>
                <a:lnTo>
                  <a:pt x="1439862" y="68579"/>
                </a:lnTo>
                <a:lnTo>
                  <a:pt x="1440332" y="68579"/>
                </a:lnTo>
                <a:lnTo>
                  <a:pt x="1432585" y="62229"/>
                </a:lnTo>
                <a:lnTo>
                  <a:pt x="1470454" y="62229"/>
                </a:lnTo>
                <a:lnTo>
                  <a:pt x="1471714" y="63500"/>
                </a:lnTo>
                <a:lnTo>
                  <a:pt x="1478927" y="71120"/>
                </a:lnTo>
                <a:lnTo>
                  <a:pt x="1485760" y="78739"/>
                </a:lnTo>
                <a:lnTo>
                  <a:pt x="1492224" y="86360"/>
                </a:lnTo>
                <a:lnTo>
                  <a:pt x="1497427" y="93979"/>
                </a:lnTo>
                <a:lnTo>
                  <a:pt x="1465973" y="93979"/>
                </a:lnTo>
                <a:lnTo>
                  <a:pt x="1466367" y="95250"/>
                </a:lnTo>
                <a:close/>
              </a:path>
              <a:path w="1535430" h="1254760">
                <a:moveTo>
                  <a:pt x="69049" y="95250"/>
                </a:moveTo>
                <a:lnTo>
                  <a:pt x="69430" y="93979"/>
                </a:lnTo>
                <a:lnTo>
                  <a:pt x="70123" y="93979"/>
                </a:lnTo>
                <a:lnTo>
                  <a:pt x="69049" y="95250"/>
                </a:lnTo>
                <a:close/>
              </a:path>
              <a:path w="1535430" h="1254760">
                <a:moveTo>
                  <a:pt x="1482407" y="118110"/>
                </a:moveTo>
                <a:lnTo>
                  <a:pt x="1477073" y="109220"/>
                </a:lnTo>
                <a:lnTo>
                  <a:pt x="1477416" y="109220"/>
                </a:lnTo>
                <a:lnTo>
                  <a:pt x="1471701" y="101600"/>
                </a:lnTo>
                <a:lnTo>
                  <a:pt x="1472069" y="101600"/>
                </a:lnTo>
                <a:lnTo>
                  <a:pt x="1465973" y="93979"/>
                </a:lnTo>
                <a:lnTo>
                  <a:pt x="1497427" y="93979"/>
                </a:lnTo>
                <a:lnTo>
                  <a:pt x="1498295" y="95250"/>
                </a:lnTo>
                <a:lnTo>
                  <a:pt x="1503959" y="104139"/>
                </a:lnTo>
                <a:lnTo>
                  <a:pt x="1509204" y="113029"/>
                </a:lnTo>
                <a:lnTo>
                  <a:pt x="1511004" y="116839"/>
                </a:lnTo>
                <a:lnTo>
                  <a:pt x="1482090" y="116839"/>
                </a:lnTo>
                <a:lnTo>
                  <a:pt x="1482407" y="118110"/>
                </a:lnTo>
                <a:close/>
              </a:path>
              <a:path w="1535430" h="1254760">
                <a:moveTo>
                  <a:pt x="53009" y="118110"/>
                </a:moveTo>
                <a:lnTo>
                  <a:pt x="53327" y="116839"/>
                </a:lnTo>
                <a:lnTo>
                  <a:pt x="53771" y="116839"/>
                </a:lnTo>
                <a:lnTo>
                  <a:pt x="53009" y="118110"/>
                </a:lnTo>
                <a:close/>
              </a:path>
              <a:path w="1535430" h="1254760">
                <a:moveTo>
                  <a:pt x="1487030" y="125729"/>
                </a:moveTo>
                <a:lnTo>
                  <a:pt x="1482090" y="116839"/>
                </a:lnTo>
                <a:lnTo>
                  <a:pt x="1511004" y="116839"/>
                </a:lnTo>
                <a:lnTo>
                  <a:pt x="1514005" y="123189"/>
                </a:lnTo>
                <a:lnTo>
                  <a:pt x="1514629" y="124460"/>
                </a:lnTo>
                <a:lnTo>
                  <a:pt x="1486738" y="124460"/>
                </a:lnTo>
                <a:lnTo>
                  <a:pt x="1487030" y="125729"/>
                </a:lnTo>
                <a:close/>
              </a:path>
              <a:path w="1535430" h="1254760">
                <a:moveTo>
                  <a:pt x="48387" y="125729"/>
                </a:moveTo>
                <a:lnTo>
                  <a:pt x="48679" y="124460"/>
                </a:lnTo>
                <a:lnTo>
                  <a:pt x="49092" y="124460"/>
                </a:lnTo>
                <a:lnTo>
                  <a:pt x="48387" y="125729"/>
                </a:lnTo>
                <a:close/>
              </a:path>
              <a:path w="1535430" h="1254760">
                <a:moveTo>
                  <a:pt x="1506339" y="179053"/>
                </a:moveTo>
                <a:lnTo>
                  <a:pt x="1506082" y="178350"/>
                </a:lnTo>
                <a:lnTo>
                  <a:pt x="1503946" y="168910"/>
                </a:lnTo>
                <a:lnTo>
                  <a:pt x="1504111" y="168910"/>
                </a:lnTo>
                <a:lnTo>
                  <a:pt x="1501343" y="160020"/>
                </a:lnTo>
                <a:lnTo>
                  <a:pt x="1501533" y="160020"/>
                </a:lnTo>
                <a:lnTo>
                  <a:pt x="1498307" y="151129"/>
                </a:lnTo>
                <a:lnTo>
                  <a:pt x="1498523" y="151129"/>
                </a:lnTo>
                <a:lnTo>
                  <a:pt x="1494853" y="142239"/>
                </a:lnTo>
                <a:lnTo>
                  <a:pt x="1495094" y="142239"/>
                </a:lnTo>
                <a:lnTo>
                  <a:pt x="1490992" y="133350"/>
                </a:lnTo>
                <a:lnTo>
                  <a:pt x="1491259" y="133350"/>
                </a:lnTo>
                <a:lnTo>
                  <a:pt x="1486738" y="124460"/>
                </a:lnTo>
                <a:lnTo>
                  <a:pt x="1514629" y="124460"/>
                </a:lnTo>
                <a:lnTo>
                  <a:pt x="1528622" y="162560"/>
                </a:lnTo>
                <a:lnTo>
                  <a:pt x="1531913" y="177800"/>
                </a:lnTo>
                <a:lnTo>
                  <a:pt x="1506118" y="177800"/>
                </a:lnTo>
                <a:lnTo>
                  <a:pt x="1506215" y="178350"/>
                </a:lnTo>
                <a:lnTo>
                  <a:pt x="1506339" y="179053"/>
                </a:lnTo>
                <a:close/>
              </a:path>
              <a:path w="1535430" h="1254760">
                <a:moveTo>
                  <a:pt x="29175" y="179053"/>
                </a:moveTo>
                <a:lnTo>
                  <a:pt x="29298" y="177800"/>
                </a:lnTo>
                <a:lnTo>
                  <a:pt x="29333" y="178350"/>
                </a:lnTo>
                <a:lnTo>
                  <a:pt x="29175" y="179053"/>
                </a:lnTo>
                <a:close/>
              </a:path>
              <a:path w="1535430" h="1254760">
                <a:moveTo>
                  <a:pt x="1533438" y="1066782"/>
                </a:moveTo>
                <a:lnTo>
                  <a:pt x="1507822" y="1066782"/>
                </a:lnTo>
                <a:lnTo>
                  <a:pt x="1508108" y="1064289"/>
                </a:lnTo>
                <a:lnTo>
                  <a:pt x="1508184" y="1063822"/>
                </a:lnTo>
                <a:lnTo>
                  <a:pt x="1509064" y="1056639"/>
                </a:lnTo>
                <a:lnTo>
                  <a:pt x="1509509" y="1051560"/>
                </a:lnTo>
                <a:lnTo>
                  <a:pt x="1509747" y="1047750"/>
                </a:lnTo>
                <a:lnTo>
                  <a:pt x="1510017" y="1042670"/>
                </a:lnTo>
                <a:lnTo>
                  <a:pt x="1509972" y="210820"/>
                </a:lnTo>
                <a:lnTo>
                  <a:pt x="1509839" y="207010"/>
                </a:lnTo>
                <a:lnTo>
                  <a:pt x="1509534" y="201929"/>
                </a:lnTo>
                <a:lnTo>
                  <a:pt x="1509417" y="200660"/>
                </a:lnTo>
                <a:lnTo>
                  <a:pt x="1509303" y="199426"/>
                </a:lnTo>
                <a:lnTo>
                  <a:pt x="1508975" y="196850"/>
                </a:lnTo>
                <a:lnTo>
                  <a:pt x="1507909" y="187960"/>
                </a:lnTo>
                <a:lnTo>
                  <a:pt x="1506339" y="179053"/>
                </a:lnTo>
                <a:lnTo>
                  <a:pt x="1506173" y="178350"/>
                </a:lnTo>
                <a:lnTo>
                  <a:pt x="1506118" y="177800"/>
                </a:lnTo>
                <a:lnTo>
                  <a:pt x="1531913" y="177800"/>
                </a:lnTo>
                <a:lnTo>
                  <a:pt x="1532978" y="184150"/>
                </a:lnTo>
                <a:lnTo>
                  <a:pt x="1534350" y="194310"/>
                </a:lnTo>
                <a:lnTo>
                  <a:pt x="1535201" y="205739"/>
                </a:lnTo>
                <a:lnTo>
                  <a:pt x="1535404" y="210820"/>
                </a:lnTo>
                <a:lnTo>
                  <a:pt x="1535404" y="1042670"/>
                </a:lnTo>
                <a:lnTo>
                  <a:pt x="1535252" y="1046479"/>
                </a:lnTo>
                <a:lnTo>
                  <a:pt x="1535201" y="1047750"/>
                </a:lnTo>
                <a:lnTo>
                  <a:pt x="1534845" y="1054100"/>
                </a:lnTo>
                <a:lnTo>
                  <a:pt x="1534350" y="1059179"/>
                </a:lnTo>
                <a:lnTo>
                  <a:pt x="1533438" y="1066782"/>
                </a:lnTo>
                <a:close/>
              </a:path>
              <a:path w="1535430" h="1254760">
                <a:moveTo>
                  <a:pt x="1529842" y="1085850"/>
                </a:moveTo>
                <a:lnTo>
                  <a:pt x="1503946" y="1085850"/>
                </a:lnTo>
                <a:lnTo>
                  <a:pt x="1505670" y="1078230"/>
                </a:lnTo>
                <a:lnTo>
                  <a:pt x="1507890" y="1065537"/>
                </a:lnTo>
                <a:lnTo>
                  <a:pt x="1507822" y="1066782"/>
                </a:lnTo>
                <a:lnTo>
                  <a:pt x="1533438" y="1066782"/>
                </a:lnTo>
                <a:lnTo>
                  <a:pt x="1532978" y="1070610"/>
                </a:lnTo>
                <a:lnTo>
                  <a:pt x="1531061" y="1080770"/>
                </a:lnTo>
                <a:lnTo>
                  <a:pt x="1529949" y="1085400"/>
                </a:lnTo>
                <a:lnTo>
                  <a:pt x="1529842" y="1085850"/>
                </a:lnTo>
                <a:close/>
              </a:path>
              <a:path w="1535430" h="1254760">
                <a:moveTo>
                  <a:pt x="31649" y="1085850"/>
                </a:moveTo>
                <a:lnTo>
                  <a:pt x="31457" y="1085850"/>
                </a:lnTo>
                <a:lnTo>
                  <a:pt x="30577" y="1081937"/>
                </a:lnTo>
                <a:lnTo>
                  <a:pt x="31528" y="1085400"/>
                </a:lnTo>
                <a:lnTo>
                  <a:pt x="31649" y="1085850"/>
                </a:lnTo>
                <a:close/>
              </a:path>
              <a:path w="1535430" h="1254760">
                <a:moveTo>
                  <a:pt x="1527644" y="1094739"/>
                </a:moveTo>
                <a:lnTo>
                  <a:pt x="1501343" y="1094739"/>
                </a:lnTo>
                <a:lnTo>
                  <a:pt x="1504104" y="1084606"/>
                </a:lnTo>
                <a:lnTo>
                  <a:pt x="1504048" y="1085400"/>
                </a:lnTo>
                <a:lnTo>
                  <a:pt x="1503946" y="1085850"/>
                </a:lnTo>
                <a:lnTo>
                  <a:pt x="1529842" y="1085850"/>
                </a:lnTo>
                <a:lnTo>
                  <a:pt x="1528622" y="1090929"/>
                </a:lnTo>
                <a:lnTo>
                  <a:pt x="1527644" y="1094739"/>
                </a:lnTo>
                <a:close/>
              </a:path>
              <a:path w="1535430" h="1254760">
                <a:moveTo>
                  <a:pt x="34286" y="1094739"/>
                </a:moveTo>
                <a:lnTo>
                  <a:pt x="34061" y="1094739"/>
                </a:lnTo>
                <a:lnTo>
                  <a:pt x="33883" y="1093470"/>
                </a:lnTo>
                <a:lnTo>
                  <a:pt x="34286" y="1094739"/>
                </a:lnTo>
                <a:close/>
              </a:path>
              <a:path w="1535430" h="1254760">
                <a:moveTo>
                  <a:pt x="1525262" y="1103629"/>
                </a:moveTo>
                <a:lnTo>
                  <a:pt x="1498307" y="1103629"/>
                </a:lnTo>
                <a:lnTo>
                  <a:pt x="1501533" y="1093470"/>
                </a:lnTo>
                <a:lnTo>
                  <a:pt x="1501343" y="1094739"/>
                </a:lnTo>
                <a:lnTo>
                  <a:pt x="1527644" y="1094739"/>
                </a:lnTo>
                <a:lnTo>
                  <a:pt x="1525689" y="1102360"/>
                </a:lnTo>
                <a:lnTo>
                  <a:pt x="1525262" y="1103629"/>
                </a:lnTo>
                <a:close/>
              </a:path>
              <a:path w="1535430" h="1254760">
                <a:moveTo>
                  <a:pt x="37352" y="1103629"/>
                </a:moveTo>
                <a:lnTo>
                  <a:pt x="37109" y="1103629"/>
                </a:lnTo>
                <a:lnTo>
                  <a:pt x="36893" y="1102360"/>
                </a:lnTo>
                <a:lnTo>
                  <a:pt x="37352" y="1103629"/>
                </a:lnTo>
                <a:close/>
              </a:path>
              <a:path w="1535430" h="1254760">
                <a:moveTo>
                  <a:pt x="1522272" y="1112520"/>
                </a:moveTo>
                <a:lnTo>
                  <a:pt x="1494853" y="1112520"/>
                </a:lnTo>
                <a:lnTo>
                  <a:pt x="1498523" y="1102360"/>
                </a:lnTo>
                <a:lnTo>
                  <a:pt x="1498307" y="1103629"/>
                </a:lnTo>
                <a:lnTo>
                  <a:pt x="1525262" y="1103629"/>
                </a:lnTo>
                <a:lnTo>
                  <a:pt x="1522272" y="1112520"/>
                </a:lnTo>
                <a:close/>
              </a:path>
              <a:path w="1535430" h="1254760">
                <a:moveTo>
                  <a:pt x="40908" y="1112520"/>
                </a:moveTo>
                <a:lnTo>
                  <a:pt x="40563" y="1112520"/>
                </a:lnTo>
                <a:lnTo>
                  <a:pt x="40322" y="1111250"/>
                </a:lnTo>
                <a:lnTo>
                  <a:pt x="40908" y="1112520"/>
                </a:lnTo>
                <a:close/>
              </a:path>
              <a:path w="1535430" h="1254760">
                <a:moveTo>
                  <a:pt x="1492224" y="1167129"/>
                </a:moveTo>
                <a:lnTo>
                  <a:pt x="1459915" y="1167129"/>
                </a:lnTo>
                <a:lnTo>
                  <a:pt x="1466367" y="1159510"/>
                </a:lnTo>
                <a:lnTo>
                  <a:pt x="1465973" y="1159510"/>
                </a:lnTo>
                <a:lnTo>
                  <a:pt x="1472069" y="1151889"/>
                </a:lnTo>
                <a:lnTo>
                  <a:pt x="1471701" y="1151889"/>
                </a:lnTo>
                <a:lnTo>
                  <a:pt x="1477416" y="1144270"/>
                </a:lnTo>
                <a:lnTo>
                  <a:pt x="1477073" y="1144270"/>
                </a:lnTo>
                <a:lnTo>
                  <a:pt x="1482407" y="1136650"/>
                </a:lnTo>
                <a:lnTo>
                  <a:pt x="1482090" y="1136650"/>
                </a:lnTo>
                <a:lnTo>
                  <a:pt x="1487030" y="1129029"/>
                </a:lnTo>
                <a:lnTo>
                  <a:pt x="1486738" y="1129029"/>
                </a:lnTo>
                <a:lnTo>
                  <a:pt x="1491259" y="1120139"/>
                </a:lnTo>
                <a:lnTo>
                  <a:pt x="1490992" y="1120139"/>
                </a:lnTo>
                <a:lnTo>
                  <a:pt x="1495094" y="1111250"/>
                </a:lnTo>
                <a:lnTo>
                  <a:pt x="1494853" y="1112520"/>
                </a:lnTo>
                <a:lnTo>
                  <a:pt x="1522272" y="1112520"/>
                </a:lnTo>
                <a:lnTo>
                  <a:pt x="1518373" y="1121410"/>
                </a:lnTo>
                <a:lnTo>
                  <a:pt x="1514005" y="1131570"/>
                </a:lnTo>
                <a:lnTo>
                  <a:pt x="1509204" y="1140460"/>
                </a:lnTo>
                <a:lnTo>
                  <a:pt x="1503959" y="1149350"/>
                </a:lnTo>
                <a:lnTo>
                  <a:pt x="1498295" y="1158239"/>
                </a:lnTo>
                <a:lnTo>
                  <a:pt x="1492224" y="1167129"/>
                </a:lnTo>
                <a:close/>
              </a:path>
              <a:path w="1535430" h="1254760">
                <a:moveTo>
                  <a:pt x="76214" y="1167129"/>
                </a:moveTo>
                <a:lnTo>
                  <a:pt x="75488" y="1167129"/>
                </a:lnTo>
                <a:lnTo>
                  <a:pt x="75082" y="1165860"/>
                </a:lnTo>
                <a:lnTo>
                  <a:pt x="76214" y="1167129"/>
                </a:lnTo>
                <a:close/>
              </a:path>
              <a:path w="1535430" h="1254760">
                <a:moveTo>
                  <a:pt x="1487607" y="1173479"/>
                </a:moveTo>
                <a:lnTo>
                  <a:pt x="1453540" y="1173479"/>
                </a:lnTo>
                <a:lnTo>
                  <a:pt x="1460334" y="1165860"/>
                </a:lnTo>
                <a:lnTo>
                  <a:pt x="1459915" y="1167129"/>
                </a:lnTo>
                <a:lnTo>
                  <a:pt x="1492224" y="1167129"/>
                </a:lnTo>
                <a:lnTo>
                  <a:pt x="1487607" y="1173479"/>
                </a:lnTo>
                <a:close/>
              </a:path>
              <a:path w="1535430" h="1254760">
                <a:moveTo>
                  <a:pt x="82632" y="1173479"/>
                </a:moveTo>
                <a:lnTo>
                  <a:pt x="81876" y="1173479"/>
                </a:lnTo>
                <a:lnTo>
                  <a:pt x="81445" y="1172210"/>
                </a:lnTo>
                <a:lnTo>
                  <a:pt x="82632" y="1173479"/>
                </a:lnTo>
                <a:close/>
              </a:path>
              <a:path w="1535430" h="1254760">
                <a:moveTo>
                  <a:pt x="1476523" y="1186179"/>
                </a:moveTo>
                <a:lnTo>
                  <a:pt x="1439862" y="1186179"/>
                </a:lnTo>
                <a:lnTo>
                  <a:pt x="1447292" y="1179829"/>
                </a:lnTo>
                <a:lnTo>
                  <a:pt x="1446847" y="1179829"/>
                </a:lnTo>
                <a:lnTo>
                  <a:pt x="1453972" y="1172210"/>
                </a:lnTo>
                <a:lnTo>
                  <a:pt x="1453540" y="1173479"/>
                </a:lnTo>
                <a:lnTo>
                  <a:pt x="1487607" y="1173479"/>
                </a:lnTo>
                <a:lnTo>
                  <a:pt x="1485760" y="1176020"/>
                </a:lnTo>
                <a:lnTo>
                  <a:pt x="1478927" y="1183639"/>
                </a:lnTo>
                <a:lnTo>
                  <a:pt x="1476523" y="1186179"/>
                </a:lnTo>
                <a:close/>
              </a:path>
              <a:path w="1535430" h="1254760">
                <a:moveTo>
                  <a:pt x="96634" y="1186179"/>
                </a:moveTo>
                <a:lnTo>
                  <a:pt x="95554" y="1186179"/>
                </a:lnTo>
                <a:lnTo>
                  <a:pt x="95084" y="1184910"/>
                </a:lnTo>
                <a:lnTo>
                  <a:pt x="96634" y="1186179"/>
                </a:lnTo>
                <a:close/>
              </a:path>
              <a:path w="1535430" h="1254760">
                <a:moveTo>
                  <a:pt x="1419202" y="1229360"/>
                </a:moveTo>
                <a:lnTo>
                  <a:pt x="1332420" y="1229360"/>
                </a:lnTo>
                <a:lnTo>
                  <a:pt x="1338108" y="1227969"/>
                </a:lnTo>
                <a:lnTo>
                  <a:pt x="1347381" y="1226820"/>
                </a:lnTo>
                <a:lnTo>
                  <a:pt x="1346758" y="1226820"/>
                </a:lnTo>
                <a:lnTo>
                  <a:pt x="1356855" y="1225550"/>
                </a:lnTo>
                <a:lnTo>
                  <a:pt x="1356233" y="1225550"/>
                </a:lnTo>
                <a:lnTo>
                  <a:pt x="1366151" y="1223010"/>
                </a:lnTo>
                <a:lnTo>
                  <a:pt x="1365529" y="1223010"/>
                </a:lnTo>
                <a:lnTo>
                  <a:pt x="1375257" y="1220470"/>
                </a:lnTo>
                <a:lnTo>
                  <a:pt x="1374660" y="1220470"/>
                </a:lnTo>
                <a:lnTo>
                  <a:pt x="1384185" y="1217929"/>
                </a:lnTo>
                <a:lnTo>
                  <a:pt x="1383601" y="1217929"/>
                </a:lnTo>
                <a:lnTo>
                  <a:pt x="1392910" y="1214120"/>
                </a:lnTo>
                <a:lnTo>
                  <a:pt x="1392339" y="1214120"/>
                </a:lnTo>
                <a:lnTo>
                  <a:pt x="1401419" y="1210310"/>
                </a:lnTo>
                <a:lnTo>
                  <a:pt x="1400860" y="1210310"/>
                </a:lnTo>
                <a:lnTo>
                  <a:pt x="1409700" y="1206500"/>
                </a:lnTo>
                <a:lnTo>
                  <a:pt x="1409153" y="1206500"/>
                </a:lnTo>
                <a:lnTo>
                  <a:pt x="1417739" y="1201420"/>
                </a:lnTo>
                <a:lnTo>
                  <a:pt x="1417218" y="1201420"/>
                </a:lnTo>
                <a:lnTo>
                  <a:pt x="1425536" y="1196339"/>
                </a:lnTo>
                <a:lnTo>
                  <a:pt x="1425028" y="1196339"/>
                </a:lnTo>
                <a:lnTo>
                  <a:pt x="1433068" y="1191260"/>
                </a:lnTo>
                <a:lnTo>
                  <a:pt x="1432585" y="1191260"/>
                </a:lnTo>
                <a:lnTo>
                  <a:pt x="1440332" y="1184910"/>
                </a:lnTo>
                <a:lnTo>
                  <a:pt x="1439862" y="1186179"/>
                </a:lnTo>
                <a:lnTo>
                  <a:pt x="1476523" y="1186179"/>
                </a:lnTo>
                <a:lnTo>
                  <a:pt x="1471714" y="1191260"/>
                </a:lnTo>
                <a:lnTo>
                  <a:pt x="1464157" y="1197610"/>
                </a:lnTo>
                <a:lnTo>
                  <a:pt x="1456258" y="1205229"/>
                </a:lnTo>
                <a:lnTo>
                  <a:pt x="1448041" y="1211579"/>
                </a:lnTo>
                <a:lnTo>
                  <a:pt x="1439506" y="1217929"/>
                </a:lnTo>
                <a:lnTo>
                  <a:pt x="1430667" y="1223010"/>
                </a:lnTo>
                <a:lnTo>
                  <a:pt x="1421766" y="1227969"/>
                </a:lnTo>
                <a:lnTo>
                  <a:pt x="1419202" y="1229360"/>
                </a:lnTo>
                <a:close/>
              </a:path>
              <a:path w="1535430" h="1254760">
                <a:moveTo>
                  <a:pt x="1328953" y="1254760"/>
                </a:moveTo>
                <a:lnTo>
                  <a:pt x="206451" y="1254760"/>
                </a:lnTo>
                <a:lnTo>
                  <a:pt x="200914" y="1253489"/>
                </a:lnTo>
                <a:lnTo>
                  <a:pt x="1334503" y="1253489"/>
                </a:lnTo>
                <a:lnTo>
                  <a:pt x="1328953" y="1254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13" name="object 11">
            <a:extLst>
              <a:ext uri="{FF2B5EF4-FFF2-40B4-BE49-F238E27FC236}">
                <a16:creationId xmlns:a16="http://schemas.microsoft.com/office/drawing/2014/main" id="{E39148A1-FDF6-42AB-A947-88EC79ABBB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5693" y="5040698"/>
            <a:ext cx="436601" cy="828812"/>
          </a:xfrm>
          <a:prstGeom prst="rect">
            <a:avLst/>
          </a:prstGeom>
        </p:spPr>
      </p:pic>
      <p:pic>
        <p:nvPicPr>
          <p:cNvPr id="14" name="object 12">
            <a:extLst>
              <a:ext uri="{FF2B5EF4-FFF2-40B4-BE49-F238E27FC236}">
                <a16:creationId xmlns:a16="http://schemas.microsoft.com/office/drawing/2014/main" id="{00937550-CA96-4B8E-994B-4351B193F9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3508" y="5040698"/>
            <a:ext cx="436601" cy="828812"/>
          </a:xfrm>
          <a:prstGeom prst="rect">
            <a:avLst/>
          </a:prstGeom>
        </p:spPr>
      </p:pic>
      <p:sp>
        <p:nvSpPr>
          <p:cNvPr id="15" name="object 13">
            <a:extLst>
              <a:ext uri="{FF2B5EF4-FFF2-40B4-BE49-F238E27FC236}">
                <a16:creationId xmlns:a16="http://schemas.microsoft.com/office/drawing/2014/main" id="{22E38798-B4CB-4C05-B231-816BB764F888}"/>
              </a:ext>
            </a:extLst>
          </p:cNvPr>
          <p:cNvSpPr>
            <a:spLocks noGrp="1"/>
          </p:cNvSpPr>
          <p:nvPr/>
        </p:nvSpPr>
        <p:spPr>
          <a:xfrm>
            <a:off x="3675429" y="4877830"/>
            <a:ext cx="1351178" cy="1104188"/>
          </a:xfrm>
          <a:custGeom>
            <a:avLst/>
            <a:gdLst/>
            <a:ahLst/>
            <a:cxnLst/>
            <a:rect l="l" t="t" r="r" b="b"/>
            <a:pathLst>
              <a:path w="1535429" h="1254760">
                <a:moveTo>
                  <a:pt x="1340078" y="1253489"/>
                </a:moveTo>
                <a:lnTo>
                  <a:pt x="195313" y="1253489"/>
                </a:lnTo>
                <a:lnTo>
                  <a:pt x="173774" y="1250950"/>
                </a:lnTo>
                <a:lnTo>
                  <a:pt x="163233" y="1248410"/>
                </a:lnTo>
                <a:lnTo>
                  <a:pt x="152895" y="1244600"/>
                </a:lnTo>
                <a:lnTo>
                  <a:pt x="142773" y="1242060"/>
                </a:lnTo>
                <a:lnTo>
                  <a:pt x="104736" y="1223010"/>
                </a:lnTo>
                <a:lnTo>
                  <a:pt x="71246" y="1197610"/>
                </a:lnTo>
                <a:lnTo>
                  <a:pt x="63690" y="1191260"/>
                </a:lnTo>
                <a:lnTo>
                  <a:pt x="37109" y="1158239"/>
                </a:lnTo>
                <a:lnTo>
                  <a:pt x="17030" y="1121410"/>
                </a:lnTo>
                <a:lnTo>
                  <a:pt x="13131" y="1112519"/>
                </a:lnTo>
                <a:lnTo>
                  <a:pt x="2425" y="1070610"/>
                </a:lnTo>
                <a:lnTo>
                  <a:pt x="0" y="1042669"/>
                </a:lnTo>
                <a:lnTo>
                  <a:pt x="0" y="210820"/>
                </a:lnTo>
                <a:lnTo>
                  <a:pt x="4343" y="172720"/>
                </a:lnTo>
                <a:lnTo>
                  <a:pt x="17030" y="132079"/>
                </a:lnTo>
                <a:lnTo>
                  <a:pt x="21399" y="123189"/>
                </a:lnTo>
                <a:lnTo>
                  <a:pt x="26200" y="113029"/>
                </a:lnTo>
                <a:lnTo>
                  <a:pt x="49644" y="78739"/>
                </a:lnTo>
                <a:lnTo>
                  <a:pt x="79146" y="49529"/>
                </a:lnTo>
                <a:lnTo>
                  <a:pt x="113855" y="25400"/>
                </a:lnTo>
                <a:lnTo>
                  <a:pt x="152895" y="8889"/>
                </a:lnTo>
                <a:lnTo>
                  <a:pt x="195313" y="0"/>
                </a:lnTo>
                <a:lnTo>
                  <a:pt x="1340078" y="0"/>
                </a:lnTo>
                <a:lnTo>
                  <a:pt x="1382496" y="8889"/>
                </a:lnTo>
                <a:lnTo>
                  <a:pt x="1419190" y="24129"/>
                </a:lnTo>
                <a:lnTo>
                  <a:pt x="212826" y="24129"/>
                </a:lnTo>
                <a:lnTo>
                  <a:pt x="207568" y="25400"/>
                </a:lnTo>
                <a:lnTo>
                  <a:pt x="198272" y="25400"/>
                </a:lnTo>
                <a:lnTo>
                  <a:pt x="189260" y="26515"/>
                </a:lnTo>
                <a:lnTo>
                  <a:pt x="183597" y="27939"/>
                </a:lnTo>
                <a:lnTo>
                  <a:pt x="179171" y="27939"/>
                </a:lnTo>
                <a:lnTo>
                  <a:pt x="169252" y="30479"/>
                </a:lnTo>
                <a:lnTo>
                  <a:pt x="169875" y="30479"/>
                </a:lnTo>
                <a:lnTo>
                  <a:pt x="160146" y="33020"/>
                </a:lnTo>
                <a:lnTo>
                  <a:pt x="160743" y="33020"/>
                </a:lnTo>
                <a:lnTo>
                  <a:pt x="151218" y="36829"/>
                </a:lnTo>
                <a:lnTo>
                  <a:pt x="151803" y="36829"/>
                </a:lnTo>
                <a:lnTo>
                  <a:pt x="142493" y="39370"/>
                </a:lnTo>
                <a:lnTo>
                  <a:pt x="143065" y="39370"/>
                </a:lnTo>
                <a:lnTo>
                  <a:pt x="133984" y="43179"/>
                </a:lnTo>
                <a:lnTo>
                  <a:pt x="134543" y="43179"/>
                </a:lnTo>
                <a:lnTo>
                  <a:pt x="125704" y="48260"/>
                </a:lnTo>
                <a:lnTo>
                  <a:pt x="126250" y="48260"/>
                </a:lnTo>
                <a:lnTo>
                  <a:pt x="117665" y="52070"/>
                </a:lnTo>
                <a:lnTo>
                  <a:pt x="118186" y="52070"/>
                </a:lnTo>
                <a:lnTo>
                  <a:pt x="109867" y="57150"/>
                </a:lnTo>
                <a:lnTo>
                  <a:pt x="110375" y="57150"/>
                </a:lnTo>
                <a:lnTo>
                  <a:pt x="103944" y="62229"/>
                </a:lnTo>
                <a:lnTo>
                  <a:pt x="102819" y="62229"/>
                </a:lnTo>
                <a:lnTo>
                  <a:pt x="95072" y="68579"/>
                </a:lnTo>
                <a:lnTo>
                  <a:pt x="95542" y="68579"/>
                </a:lnTo>
                <a:lnTo>
                  <a:pt x="88099" y="74929"/>
                </a:lnTo>
                <a:lnTo>
                  <a:pt x="88557" y="74929"/>
                </a:lnTo>
                <a:lnTo>
                  <a:pt x="81432" y="81279"/>
                </a:lnTo>
                <a:lnTo>
                  <a:pt x="81864" y="81279"/>
                </a:lnTo>
                <a:lnTo>
                  <a:pt x="75069" y="87629"/>
                </a:lnTo>
                <a:lnTo>
                  <a:pt x="75476" y="87629"/>
                </a:lnTo>
                <a:lnTo>
                  <a:pt x="70110" y="93979"/>
                </a:lnTo>
                <a:lnTo>
                  <a:pt x="69430" y="93979"/>
                </a:lnTo>
                <a:lnTo>
                  <a:pt x="63334" y="101600"/>
                </a:lnTo>
                <a:lnTo>
                  <a:pt x="63703" y="101600"/>
                </a:lnTo>
                <a:lnTo>
                  <a:pt x="57988" y="109220"/>
                </a:lnTo>
                <a:lnTo>
                  <a:pt x="58331" y="109220"/>
                </a:lnTo>
                <a:lnTo>
                  <a:pt x="53759" y="116839"/>
                </a:lnTo>
                <a:lnTo>
                  <a:pt x="53314" y="116839"/>
                </a:lnTo>
                <a:lnTo>
                  <a:pt x="49080" y="124460"/>
                </a:lnTo>
                <a:lnTo>
                  <a:pt x="48666" y="124460"/>
                </a:lnTo>
                <a:lnTo>
                  <a:pt x="44145" y="133350"/>
                </a:lnTo>
                <a:lnTo>
                  <a:pt x="44411" y="133350"/>
                </a:lnTo>
                <a:lnTo>
                  <a:pt x="40309" y="142239"/>
                </a:lnTo>
                <a:lnTo>
                  <a:pt x="40551" y="142239"/>
                </a:lnTo>
                <a:lnTo>
                  <a:pt x="36880" y="151129"/>
                </a:lnTo>
                <a:lnTo>
                  <a:pt x="37096" y="151129"/>
                </a:lnTo>
                <a:lnTo>
                  <a:pt x="33870" y="160020"/>
                </a:lnTo>
                <a:lnTo>
                  <a:pt x="34061" y="160020"/>
                </a:lnTo>
                <a:lnTo>
                  <a:pt x="31292" y="168910"/>
                </a:lnTo>
                <a:lnTo>
                  <a:pt x="31457" y="168910"/>
                </a:lnTo>
                <a:lnTo>
                  <a:pt x="29446" y="177800"/>
                </a:lnTo>
                <a:lnTo>
                  <a:pt x="29286" y="177800"/>
                </a:lnTo>
                <a:lnTo>
                  <a:pt x="27584" y="187960"/>
                </a:lnTo>
                <a:lnTo>
                  <a:pt x="26108" y="199426"/>
                </a:lnTo>
                <a:lnTo>
                  <a:pt x="26003" y="200660"/>
                </a:lnTo>
                <a:lnTo>
                  <a:pt x="25895" y="201929"/>
                </a:lnTo>
                <a:lnTo>
                  <a:pt x="25657" y="205739"/>
                </a:lnTo>
                <a:lnTo>
                  <a:pt x="25577" y="207010"/>
                </a:lnTo>
                <a:lnTo>
                  <a:pt x="25434" y="210820"/>
                </a:lnTo>
                <a:lnTo>
                  <a:pt x="25387" y="1042669"/>
                </a:lnTo>
                <a:lnTo>
                  <a:pt x="25565" y="1046480"/>
                </a:lnTo>
                <a:lnTo>
                  <a:pt x="25869" y="1051560"/>
                </a:lnTo>
                <a:lnTo>
                  <a:pt x="26276" y="1056639"/>
                </a:lnTo>
                <a:lnTo>
                  <a:pt x="27421" y="1065536"/>
                </a:lnTo>
                <a:lnTo>
                  <a:pt x="27688" y="1066778"/>
                </a:lnTo>
                <a:lnTo>
                  <a:pt x="29155" y="1075668"/>
                </a:lnTo>
                <a:lnTo>
                  <a:pt x="31351" y="1085380"/>
                </a:lnTo>
                <a:lnTo>
                  <a:pt x="31457" y="1085850"/>
                </a:lnTo>
                <a:lnTo>
                  <a:pt x="31638" y="1085850"/>
                </a:lnTo>
                <a:lnTo>
                  <a:pt x="34061" y="1094739"/>
                </a:lnTo>
                <a:lnTo>
                  <a:pt x="34274" y="1094739"/>
                </a:lnTo>
                <a:lnTo>
                  <a:pt x="37096" y="1103630"/>
                </a:lnTo>
                <a:lnTo>
                  <a:pt x="37339" y="1103630"/>
                </a:lnTo>
                <a:lnTo>
                  <a:pt x="40551" y="1112519"/>
                </a:lnTo>
                <a:lnTo>
                  <a:pt x="40895" y="1112519"/>
                </a:lnTo>
                <a:lnTo>
                  <a:pt x="44411" y="1120139"/>
                </a:lnTo>
                <a:lnTo>
                  <a:pt x="44145" y="1120139"/>
                </a:lnTo>
                <a:lnTo>
                  <a:pt x="48666" y="1129030"/>
                </a:lnTo>
                <a:lnTo>
                  <a:pt x="48374" y="1129030"/>
                </a:lnTo>
                <a:lnTo>
                  <a:pt x="53314" y="1136650"/>
                </a:lnTo>
                <a:lnTo>
                  <a:pt x="52997" y="1136650"/>
                </a:lnTo>
                <a:lnTo>
                  <a:pt x="58331" y="1144269"/>
                </a:lnTo>
                <a:lnTo>
                  <a:pt x="57988" y="1144269"/>
                </a:lnTo>
                <a:lnTo>
                  <a:pt x="63703" y="1151889"/>
                </a:lnTo>
                <a:lnTo>
                  <a:pt x="63334" y="1151889"/>
                </a:lnTo>
                <a:lnTo>
                  <a:pt x="69430" y="1159510"/>
                </a:lnTo>
                <a:lnTo>
                  <a:pt x="69037" y="1159510"/>
                </a:lnTo>
                <a:lnTo>
                  <a:pt x="75476" y="1167130"/>
                </a:lnTo>
                <a:lnTo>
                  <a:pt x="76202" y="1167130"/>
                </a:lnTo>
                <a:lnTo>
                  <a:pt x="81864" y="1173480"/>
                </a:lnTo>
                <a:lnTo>
                  <a:pt x="82619" y="1173480"/>
                </a:lnTo>
                <a:lnTo>
                  <a:pt x="88557" y="1179830"/>
                </a:lnTo>
                <a:lnTo>
                  <a:pt x="88099" y="1179830"/>
                </a:lnTo>
                <a:lnTo>
                  <a:pt x="95542" y="1186180"/>
                </a:lnTo>
                <a:lnTo>
                  <a:pt x="96621" y="1186180"/>
                </a:lnTo>
                <a:lnTo>
                  <a:pt x="102819" y="1191260"/>
                </a:lnTo>
                <a:lnTo>
                  <a:pt x="102336" y="1191260"/>
                </a:lnTo>
                <a:lnTo>
                  <a:pt x="110375" y="1196339"/>
                </a:lnTo>
                <a:lnTo>
                  <a:pt x="109867" y="1196339"/>
                </a:lnTo>
                <a:lnTo>
                  <a:pt x="118186" y="1201419"/>
                </a:lnTo>
                <a:lnTo>
                  <a:pt x="117665" y="1201419"/>
                </a:lnTo>
                <a:lnTo>
                  <a:pt x="126250" y="1206500"/>
                </a:lnTo>
                <a:lnTo>
                  <a:pt x="125704" y="1206500"/>
                </a:lnTo>
                <a:lnTo>
                  <a:pt x="134543" y="1210310"/>
                </a:lnTo>
                <a:lnTo>
                  <a:pt x="133984" y="1210310"/>
                </a:lnTo>
                <a:lnTo>
                  <a:pt x="143065" y="1214119"/>
                </a:lnTo>
                <a:lnTo>
                  <a:pt x="142493" y="1214119"/>
                </a:lnTo>
                <a:lnTo>
                  <a:pt x="151803" y="1217930"/>
                </a:lnTo>
                <a:lnTo>
                  <a:pt x="151218" y="1217930"/>
                </a:lnTo>
                <a:lnTo>
                  <a:pt x="160743" y="1220469"/>
                </a:lnTo>
                <a:lnTo>
                  <a:pt x="160146" y="1220469"/>
                </a:lnTo>
                <a:lnTo>
                  <a:pt x="169875" y="1223010"/>
                </a:lnTo>
                <a:lnTo>
                  <a:pt x="169252" y="1223010"/>
                </a:lnTo>
                <a:lnTo>
                  <a:pt x="179171" y="1225550"/>
                </a:lnTo>
                <a:lnTo>
                  <a:pt x="178549" y="1225550"/>
                </a:lnTo>
                <a:lnTo>
                  <a:pt x="188645" y="1226819"/>
                </a:lnTo>
                <a:lnTo>
                  <a:pt x="188010" y="1226819"/>
                </a:lnTo>
                <a:lnTo>
                  <a:pt x="197323" y="1227972"/>
                </a:lnTo>
                <a:lnTo>
                  <a:pt x="202984" y="1229360"/>
                </a:lnTo>
                <a:lnTo>
                  <a:pt x="1419190" y="1229360"/>
                </a:lnTo>
                <a:lnTo>
                  <a:pt x="1412151" y="1233169"/>
                </a:lnTo>
                <a:lnTo>
                  <a:pt x="1402511" y="1238250"/>
                </a:lnTo>
                <a:lnTo>
                  <a:pt x="1392618" y="1242060"/>
                </a:lnTo>
                <a:lnTo>
                  <a:pt x="1382496" y="1244600"/>
                </a:lnTo>
                <a:lnTo>
                  <a:pt x="1372158" y="1248410"/>
                </a:lnTo>
                <a:lnTo>
                  <a:pt x="1361617" y="1250950"/>
                </a:lnTo>
                <a:lnTo>
                  <a:pt x="1340078" y="1253489"/>
                </a:lnTo>
                <a:close/>
              </a:path>
              <a:path w="1535429" h="1254760">
                <a:moveTo>
                  <a:pt x="212509" y="25400"/>
                </a:moveTo>
                <a:lnTo>
                  <a:pt x="212826" y="24129"/>
                </a:lnTo>
                <a:lnTo>
                  <a:pt x="217792" y="24129"/>
                </a:lnTo>
                <a:lnTo>
                  <a:pt x="212509" y="25400"/>
                </a:lnTo>
                <a:close/>
              </a:path>
              <a:path w="1535429" h="1254760">
                <a:moveTo>
                  <a:pt x="1322882" y="25400"/>
                </a:moveTo>
                <a:lnTo>
                  <a:pt x="1317599" y="24129"/>
                </a:lnTo>
                <a:lnTo>
                  <a:pt x="1322565" y="24129"/>
                </a:lnTo>
                <a:lnTo>
                  <a:pt x="1322882" y="25400"/>
                </a:lnTo>
                <a:close/>
              </a:path>
              <a:path w="1535429" h="1254760">
                <a:moveTo>
                  <a:pt x="1356842" y="29210"/>
                </a:moveTo>
                <a:lnTo>
                  <a:pt x="1346131" y="26515"/>
                </a:lnTo>
                <a:lnTo>
                  <a:pt x="1337119" y="25400"/>
                </a:lnTo>
                <a:lnTo>
                  <a:pt x="1327823" y="25400"/>
                </a:lnTo>
                <a:lnTo>
                  <a:pt x="1322565" y="24129"/>
                </a:lnTo>
                <a:lnTo>
                  <a:pt x="1419190" y="24129"/>
                </a:lnTo>
                <a:lnTo>
                  <a:pt x="1421536" y="25400"/>
                </a:lnTo>
                <a:lnTo>
                  <a:pt x="1426095" y="27939"/>
                </a:lnTo>
                <a:lnTo>
                  <a:pt x="1356220" y="27939"/>
                </a:lnTo>
                <a:lnTo>
                  <a:pt x="1356842" y="29210"/>
                </a:lnTo>
                <a:close/>
              </a:path>
              <a:path w="1535429" h="1254760">
                <a:moveTo>
                  <a:pt x="178549" y="29210"/>
                </a:moveTo>
                <a:lnTo>
                  <a:pt x="179171" y="27939"/>
                </a:lnTo>
                <a:lnTo>
                  <a:pt x="183597" y="27939"/>
                </a:lnTo>
                <a:lnTo>
                  <a:pt x="178549" y="29210"/>
                </a:lnTo>
                <a:close/>
              </a:path>
              <a:path w="1535429" h="1254760">
                <a:moveTo>
                  <a:pt x="1433055" y="63500"/>
                </a:moveTo>
                <a:lnTo>
                  <a:pt x="1425016" y="57150"/>
                </a:lnTo>
                <a:lnTo>
                  <a:pt x="1425524" y="57150"/>
                </a:lnTo>
                <a:lnTo>
                  <a:pt x="1417205" y="52070"/>
                </a:lnTo>
                <a:lnTo>
                  <a:pt x="1417739" y="52070"/>
                </a:lnTo>
                <a:lnTo>
                  <a:pt x="1409153" y="48260"/>
                </a:lnTo>
                <a:lnTo>
                  <a:pt x="1409687" y="48260"/>
                </a:lnTo>
                <a:lnTo>
                  <a:pt x="1400848" y="43179"/>
                </a:lnTo>
                <a:lnTo>
                  <a:pt x="1401406" y="43179"/>
                </a:lnTo>
                <a:lnTo>
                  <a:pt x="1392326" y="39370"/>
                </a:lnTo>
                <a:lnTo>
                  <a:pt x="1392897" y="39370"/>
                </a:lnTo>
                <a:lnTo>
                  <a:pt x="1383588" y="36829"/>
                </a:lnTo>
                <a:lnTo>
                  <a:pt x="1384172" y="36829"/>
                </a:lnTo>
                <a:lnTo>
                  <a:pt x="1374647" y="33020"/>
                </a:lnTo>
                <a:lnTo>
                  <a:pt x="1375257" y="33020"/>
                </a:lnTo>
                <a:lnTo>
                  <a:pt x="1365529" y="30479"/>
                </a:lnTo>
                <a:lnTo>
                  <a:pt x="1366139" y="30479"/>
                </a:lnTo>
                <a:lnTo>
                  <a:pt x="1356220" y="27939"/>
                </a:lnTo>
                <a:lnTo>
                  <a:pt x="1426095" y="27939"/>
                </a:lnTo>
                <a:lnTo>
                  <a:pt x="1464144" y="55879"/>
                </a:lnTo>
                <a:lnTo>
                  <a:pt x="1470441" y="62229"/>
                </a:lnTo>
                <a:lnTo>
                  <a:pt x="1432572" y="62229"/>
                </a:lnTo>
                <a:lnTo>
                  <a:pt x="1433055" y="63500"/>
                </a:lnTo>
                <a:close/>
              </a:path>
              <a:path w="1535429" h="1254760">
                <a:moveTo>
                  <a:pt x="102336" y="63500"/>
                </a:moveTo>
                <a:lnTo>
                  <a:pt x="102819" y="62229"/>
                </a:lnTo>
                <a:lnTo>
                  <a:pt x="103944" y="62229"/>
                </a:lnTo>
                <a:lnTo>
                  <a:pt x="102336" y="63500"/>
                </a:lnTo>
                <a:close/>
              </a:path>
              <a:path w="1535429" h="1254760">
                <a:moveTo>
                  <a:pt x="1466354" y="95250"/>
                </a:moveTo>
                <a:lnTo>
                  <a:pt x="1459915" y="87629"/>
                </a:lnTo>
                <a:lnTo>
                  <a:pt x="1460322" y="87629"/>
                </a:lnTo>
                <a:lnTo>
                  <a:pt x="1453527" y="81279"/>
                </a:lnTo>
                <a:lnTo>
                  <a:pt x="1453959" y="81279"/>
                </a:lnTo>
                <a:lnTo>
                  <a:pt x="1446834" y="74929"/>
                </a:lnTo>
                <a:lnTo>
                  <a:pt x="1447291" y="74929"/>
                </a:lnTo>
                <a:lnTo>
                  <a:pt x="1439849" y="68579"/>
                </a:lnTo>
                <a:lnTo>
                  <a:pt x="1440319" y="68579"/>
                </a:lnTo>
                <a:lnTo>
                  <a:pt x="1432572" y="62229"/>
                </a:lnTo>
                <a:lnTo>
                  <a:pt x="1470441" y="62229"/>
                </a:lnTo>
                <a:lnTo>
                  <a:pt x="1471701" y="63500"/>
                </a:lnTo>
                <a:lnTo>
                  <a:pt x="1478914" y="71120"/>
                </a:lnTo>
                <a:lnTo>
                  <a:pt x="1485747" y="78739"/>
                </a:lnTo>
                <a:lnTo>
                  <a:pt x="1492211" y="86360"/>
                </a:lnTo>
                <a:lnTo>
                  <a:pt x="1497415" y="93979"/>
                </a:lnTo>
                <a:lnTo>
                  <a:pt x="1465973" y="93979"/>
                </a:lnTo>
                <a:lnTo>
                  <a:pt x="1466354" y="95250"/>
                </a:lnTo>
                <a:close/>
              </a:path>
              <a:path w="1535429" h="1254760">
                <a:moveTo>
                  <a:pt x="69037" y="95250"/>
                </a:moveTo>
                <a:lnTo>
                  <a:pt x="69430" y="93979"/>
                </a:lnTo>
                <a:lnTo>
                  <a:pt x="70110" y="93979"/>
                </a:lnTo>
                <a:lnTo>
                  <a:pt x="69037" y="95250"/>
                </a:lnTo>
                <a:close/>
              </a:path>
              <a:path w="1535429" h="1254760">
                <a:moveTo>
                  <a:pt x="1482394" y="118110"/>
                </a:moveTo>
                <a:lnTo>
                  <a:pt x="1477060" y="109220"/>
                </a:lnTo>
                <a:lnTo>
                  <a:pt x="1477403" y="109220"/>
                </a:lnTo>
                <a:lnTo>
                  <a:pt x="1471688" y="101600"/>
                </a:lnTo>
                <a:lnTo>
                  <a:pt x="1472056" y="101600"/>
                </a:lnTo>
                <a:lnTo>
                  <a:pt x="1465973" y="93979"/>
                </a:lnTo>
                <a:lnTo>
                  <a:pt x="1497415" y="93979"/>
                </a:lnTo>
                <a:lnTo>
                  <a:pt x="1498282" y="95250"/>
                </a:lnTo>
                <a:lnTo>
                  <a:pt x="1503946" y="104139"/>
                </a:lnTo>
                <a:lnTo>
                  <a:pt x="1509191" y="113029"/>
                </a:lnTo>
                <a:lnTo>
                  <a:pt x="1510992" y="116839"/>
                </a:lnTo>
                <a:lnTo>
                  <a:pt x="1482077" y="116839"/>
                </a:lnTo>
                <a:lnTo>
                  <a:pt x="1482394" y="118110"/>
                </a:lnTo>
                <a:close/>
              </a:path>
              <a:path w="1535429" h="1254760">
                <a:moveTo>
                  <a:pt x="52997" y="118110"/>
                </a:moveTo>
                <a:lnTo>
                  <a:pt x="53314" y="116839"/>
                </a:lnTo>
                <a:lnTo>
                  <a:pt x="53759" y="116839"/>
                </a:lnTo>
                <a:lnTo>
                  <a:pt x="52997" y="118110"/>
                </a:lnTo>
                <a:close/>
              </a:path>
              <a:path w="1535429" h="1254760">
                <a:moveTo>
                  <a:pt x="1487017" y="125729"/>
                </a:moveTo>
                <a:lnTo>
                  <a:pt x="1482077" y="116839"/>
                </a:lnTo>
                <a:lnTo>
                  <a:pt x="1510992" y="116839"/>
                </a:lnTo>
                <a:lnTo>
                  <a:pt x="1513992" y="123189"/>
                </a:lnTo>
                <a:lnTo>
                  <a:pt x="1514616" y="124460"/>
                </a:lnTo>
                <a:lnTo>
                  <a:pt x="1486725" y="124460"/>
                </a:lnTo>
                <a:lnTo>
                  <a:pt x="1487017" y="125729"/>
                </a:lnTo>
                <a:close/>
              </a:path>
              <a:path w="1535429" h="1254760">
                <a:moveTo>
                  <a:pt x="48374" y="125729"/>
                </a:moveTo>
                <a:lnTo>
                  <a:pt x="48666" y="124460"/>
                </a:lnTo>
                <a:lnTo>
                  <a:pt x="49080" y="124460"/>
                </a:lnTo>
                <a:lnTo>
                  <a:pt x="48374" y="125729"/>
                </a:lnTo>
                <a:close/>
              </a:path>
              <a:path w="1535429" h="1254760">
                <a:moveTo>
                  <a:pt x="1506328" y="179053"/>
                </a:moveTo>
                <a:lnTo>
                  <a:pt x="1506066" y="178332"/>
                </a:lnTo>
                <a:lnTo>
                  <a:pt x="1503946" y="168910"/>
                </a:lnTo>
                <a:lnTo>
                  <a:pt x="1504099" y="168910"/>
                </a:lnTo>
                <a:lnTo>
                  <a:pt x="1501330" y="160020"/>
                </a:lnTo>
                <a:lnTo>
                  <a:pt x="1501520" y="160020"/>
                </a:lnTo>
                <a:lnTo>
                  <a:pt x="1498295" y="151129"/>
                </a:lnTo>
                <a:lnTo>
                  <a:pt x="1498511" y="151129"/>
                </a:lnTo>
                <a:lnTo>
                  <a:pt x="1494840" y="142239"/>
                </a:lnTo>
                <a:lnTo>
                  <a:pt x="1495082" y="142239"/>
                </a:lnTo>
                <a:lnTo>
                  <a:pt x="1490979" y="133350"/>
                </a:lnTo>
                <a:lnTo>
                  <a:pt x="1491246" y="133350"/>
                </a:lnTo>
                <a:lnTo>
                  <a:pt x="1486725" y="124460"/>
                </a:lnTo>
                <a:lnTo>
                  <a:pt x="1514616" y="124460"/>
                </a:lnTo>
                <a:lnTo>
                  <a:pt x="1528622" y="162560"/>
                </a:lnTo>
                <a:lnTo>
                  <a:pt x="1531900" y="177800"/>
                </a:lnTo>
                <a:lnTo>
                  <a:pt x="1506105" y="177800"/>
                </a:lnTo>
                <a:lnTo>
                  <a:pt x="1506328" y="179053"/>
                </a:lnTo>
                <a:close/>
              </a:path>
              <a:path w="1535429" h="1254760">
                <a:moveTo>
                  <a:pt x="29163" y="179053"/>
                </a:moveTo>
                <a:lnTo>
                  <a:pt x="29286" y="177800"/>
                </a:lnTo>
                <a:lnTo>
                  <a:pt x="29326" y="178332"/>
                </a:lnTo>
                <a:lnTo>
                  <a:pt x="29163" y="179053"/>
                </a:lnTo>
                <a:close/>
              </a:path>
              <a:path w="1535429" h="1254760">
                <a:moveTo>
                  <a:pt x="1529835" y="1085850"/>
                </a:moveTo>
                <a:lnTo>
                  <a:pt x="1503946" y="1085850"/>
                </a:lnTo>
                <a:lnTo>
                  <a:pt x="1505631" y="1078363"/>
                </a:lnTo>
                <a:lnTo>
                  <a:pt x="1508092" y="1064496"/>
                </a:lnTo>
                <a:lnTo>
                  <a:pt x="1509064" y="1056639"/>
                </a:lnTo>
                <a:lnTo>
                  <a:pt x="1509496" y="1051560"/>
                </a:lnTo>
                <a:lnTo>
                  <a:pt x="1509734" y="1047750"/>
                </a:lnTo>
                <a:lnTo>
                  <a:pt x="1510004" y="1042669"/>
                </a:lnTo>
                <a:lnTo>
                  <a:pt x="1509969" y="210820"/>
                </a:lnTo>
                <a:lnTo>
                  <a:pt x="1509826" y="207010"/>
                </a:lnTo>
                <a:lnTo>
                  <a:pt x="1509521" y="201929"/>
                </a:lnTo>
                <a:lnTo>
                  <a:pt x="1509407" y="200660"/>
                </a:lnTo>
                <a:lnTo>
                  <a:pt x="1509296" y="199426"/>
                </a:lnTo>
                <a:lnTo>
                  <a:pt x="1508964" y="196850"/>
                </a:lnTo>
                <a:lnTo>
                  <a:pt x="1507909" y="187960"/>
                </a:lnTo>
                <a:lnTo>
                  <a:pt x="1506328" y="179053"/>
                </a:lnTo>
                <a:lnTo>
                  <a:pt x="1506158" y="178332"/>
                </a:lnTo>
                <a:lnTo>
                  <a:pt x="1506105" y="177800"/>
                </a:lnTo>
                <a:lnTo>
                  <a:pt x="1531900" y="177800"/>
                </a:lnTo>
                <a:lnTo>
                  <a:pt x="1532966" y="184150"/>
                </a:lnTo>
                <a:lnTo>
                  <a:pt x="1534337" y="194310"/>
                </a:lnTo>
                <a:lnTo>
                  <a:pt x="1535188" y="205739"/>
                </a:lnTo>
                <a:lnTo>
                  <a:pt x="1535404" y="210820"/>
                </a:lnTo>
                <a:lnTo>
                  <a:pt x="1535404" y="1042669"/>
                </a:lnTo>
                <a:lnTo>
                  <a:pt x="1531048" y="1080769"/>
                </a:lnTo>
                <a:lnTo>
                  <a:pt x="1529947" y="1085380"/>
                </a:lnTo>
                <a:lnTo>
                  <a:pt x="1529835" y="1085850"/>
                </a:lnTo>
                <a:close/>
              </a:path>
              <a:path w="1535429" h="1254760">
                <a:moveTo>
                  <a:pt x="1527644" y="1094739"/>
                </a:moveTo>
                <a:lnTo>
                  <a:pt x="1501330" y="1094739"/>
                </a:lnTo>
                <a:lnTo>
                  <a:pt x="1504819" y="1081937"/>
                </a:lnTo>
                <a:lnTo>
                  <a:pt x="1504052" y="1085380"/>
                </a:lnTo>
                <a:lnTo>
                  <a:pt x="1503946" y="1085850"/>
                </a:lnTo>
                <a:lnTo>
                  <a:pt x="1529835" y="1085850"/>
                </a:lnTo>
                <a:lnTo>
                  <a:pt x="1528622" y="1090930"/>
                </a:lnTo>
                <a:lnTo>
                  <a:pt x="1527644" y="1094739"/>
                </a:lnTo>
                <a:close/>
              </a:path>
              <a:path w="1535429" h="1254760">
                <a:moveTo>
                  <a:pt x="31638" y="1085850"/>
                </a:moveTo>
                <a:lnTo>
                  <a:pt x="31457" y="1085850"/>
                </a:lnTo>
                <a:lnTo>
                  <a:pt x="31396" y="1085380"/>
                </a:lnTo>
                <a:lnTo>
                  <a:pt x="31638" y="1085850"/>
                </a:lnTo>
                <a:close/>
              </a:path>
              <a:path w="1535429" h="1254760">
                <a:moveTo>
                  <a:pt x="34274" y="1094739"/>
                </a:moveTo>
                <a:lnTo>
                  <a:pt x="34061" y="1094739"/>
                </a:lnTo>
                <a:lnTo>
                  <a:pt x="33870" y="1093469"/>
                </a:lnTo>
                <a:lnTo>
                  <a:pt x="34274" y="1094739"/>
                </a:lnTo>
                <a:close/>
              </a:path>
              <a:path w="1535429" h="1254760">
                <a:moveTo>
                  <a:pt x="1525260" y="1103630"/>
                </a:moveTo>
                <a:lnTo>
                  <a:pt x="1498295" y="1103630"/>
                </a:lnTo>
                <a:lnTo>
                  <a:pt x="1501520" y="1093469"/>
                </a:lnTo>
                <a:lnTo>
                  <a:pt x="1501330" y="1094739"/>
                </a:lnTo>
                <a:lnTo>
                  <a:pt x="1527644" y="1094739"/>
                </a:lnTo>
                <a:lnTo>
                  <a:pt x="1525689" y="1102360"/>
                </a:lnTo>
                <a:lnTo>
                  <a:pt x="1525260" y="1103630"/>
                </a:lnTo>
                <a:close/>
              </a:path>
              <a:path w="1535429" h="1254760">
                <a:moveTo>
                  <a:pt x="37339" y="1103630"/>
                </a:moveTo>
                <a:lnTo>
                  <a:pt x="37096" y="1103630"/>
                </a:lnTo>
                <a:lnTo>
                  <a:pt x="36880" y="1102360"/>
                </a:lnTo>
                <a:lnTo>
                  <a:pt x="37339" y="1103630"/>
                </a:lnTo>
                <a:close/>
              </a:path>
              <a:path w="1535429" h="1254760">
                <a:moveTo>
                  <a:pt x="1522260" y="1112519"/>
                </a:moveTo>
                <a:lnTo>
                  <a:pt x="1494840" y="1112519"/>
                </a:lnTo>
                <a:lnTo>
                  <a:pt x="1498511" y="1102360"/>
                </a:lnTo>
                <a:lnTo>
                  <a:pt x="1498295" y="1103630"/>
                </a:lnTo>
                <a:lnTo>
                  <a:pt x="1525260" y="1103630"/>
                </a:lnTo>
                <a:lnTo>
                  <a:pt x="1522260" y="1112519"/>
                </a:lnTo>
                <a:close/>
              </a:path>
              <a:path w="1535429" h="1254760">
                <a:moveTo>
                  <a:pt x="40895" y="1112519"/>
                </a:moveTo>
                <a:lnTo>
                  <a:pt x="40551" y="1112519"/>
                </a:lnTo>
                <a:lnTo>
                  <a:pt x="40309" y="1111250"/>
                </a:lnTo>
                <a:lnTo>
                  <a:pt x="40895" y="1112519"/>
                </a:lnTo>
                <a:close/>
              </a:path>
              <a:path w="1535429" h="1254760">
                <a:moveTo>
                  <a:pt x="1492211" y="1167130"/>
                </a:moveTo>
                <a:lnTo>
                  <a:pt x="1459915" y="1167130"/>
                </a:lnTo>
                <a:lnTo>
                  <a:pt x="1466354" y="1159510"/>
                </a:lnTo>
                <a:lnTo>
                  <a:pt x="1465973" y="1159510"/>
                </a:lnTo>
                <a:lnTo>
                  <a:pt x="1472056" y="1151889"/>
                </a:lnTo>
                <a:lnTo>
                  <a:pt x="1471688" y="1151889"/>
                </a:lnTo>
                <a:lnTo>
                  <a:pt x="1477403" y="1144269"/>
                </a:lnTo>
                <a:lnTo>
                  <a:pt x="1477060" y="1144269"/>
                </a:lnTo>
                <a:lnTo>
                  <a:pt x="1482394" y="1136650"/>
                </a:lnTo>
                <a:lnTo>
                  <a:pt x="1482077" y="1136650"/>
                </a:lnTo>
                <a:lnTo>
                  <a:pt x="1487017" y="1129030"/>
                </a:lnTo>
                <a:lnTo>
                  <a:pt x="1486725" y="1129030"/>
                </a:lnTo>
                <a:lnTo>
                  <a:pt x="1491246" y="1120139"/>
                </a:lnTo>
                <a:lnTo>
                  <a:pt x="1490979" y="1120139"/>
                </a:lnTo>
                <a:lnTo>
                  <a:pt x="1495082" y="1111250"/>
                </a:lnTo>
                <a:lnTo>
                  <a:pt x="1494840" y="1112519"/>
                </a:lnTo>
                <a:lnTo>
                  <a:pt x="1522260" y="1112519"/>
                </a:lnTo>
                <a:lnTo>
                  <a:pt x="1518361" y="1121410"/>
                </a:lnTo>
                <a:lnTo>
                  <a:pt x="1513992" y="1131569"/>
                </a:lnTo>
                <a:lnTo>
                  <a:pt x="1509191" y="1140460"/>
                </a:lnTo>
                <a:lnTo>
                  <a:pt x="1503946" y="1149350"/>
                </a:lnTo>
                <a:lnTo>
                  <a:pt x="1498282" y="1158239"/>
                </a:lnTo>
                <a:lnTo>
                  <a:pt x="1492211" y="1167130"/>
                </a:lnTo>
                <a:close/>
              </a:path>
              <a:path w="1535429" h="1254760">
                <a:moveTo>
                  <a:pt x="76202" y="1167130"/>
                </a:moveTo>
                <a:lnTo>
                  <a:pt x="75476" y="1167130"/>
                </a:lnTo>
                <a:lnTo>
                  <a:pt x="75069" y="1165860"/>
                </a:lnTo>
                <a:lnTo>
                  <a:pt x="76202" y="1167130"/>
                </a:lnTo>
                <a:close/>
              </a:path>
              <a:path w="1535429" h="1254760">
                <a:moveTo>
                  <a:pt x="1487594" y="1173480"/>
                </a:moveTo>
                <a:lnTo>
                  <a:pt x="1453527" y="1173480"/>
                </a:lnTo>
                <a:lnTo>
                  <a:pt x="1460322" y="1165860"/>
                </a:lnTo>
                <a:lnTo>
                  <a:pt x="1459915" y="1167130"/>
                </a:lnTo>
                <a:lnTo>
                  <a:pt x="1492211" y="1167130"/>
                </a:lnTo>
                <a:lnTo>
                  <a:pt x="1487594" y="1173480"/>
                </a:lnTo>
                <a:close/>
              </a:path>
              <a:path w="1535429" h="1254760">
                <a:moveTo>
                  <a:pt x="82619" y="1173480"/>
                </a:moveTo>
                <a:lnTo>
                  <a:pt x="81864" y="1173480"/>
                </a:lnTo>
                <a:lnTo>
                  <a:pt x="81432" y="1172210"/>
                </a:lnTo>
                <a:lnTo>
                  <a:pt x="82619" y="1173480"/>
                </a:lnTo>
                <a:close/>
              </a:path>
              <a:path w="1535429" h="1254760">
                <a:moveTo>
                  <a:pt x="1476510" y="1186180"/>
                </a:moveTo>
                <a:lnTo>
                  <a:pt x="1439849" y="1186180"/>
                </a:lnTo>
                <a:lnTo>
                  <a:pt x="1447291" y="1179830"/>
                </a:lnTo>
                <a:lnTo>
                  <a:pt x="1446834" y="1179830"/>
                </a:lnTo>
                <a:lnTo>
                  <a:pt x="1453959" y="1172210"/>
                </a:lnTo>
                <a:lnTo>
                  <a:pt x="1453527" y="1173480"/>
                </a:lnTo>
                <a:lnTo>
                  <a:pt x="1487594" y="1173480"/>
                </a:lnTo>
                <a:lnTo>
                  <a:pt x="1485747" y="1176019"/>
                </a:lnTo>
                <a:lnTo>
                  <a:pt x="1478914" y="1183639"/>
                </a:lnTo>
                <a:lnTo>
                  <a:pt x="1476510" y="1186180"/>
                </a:lnTo>
                <a:close/>
              </a:path>
              <a:path w="1535429" h="1254760">
                <a:moveTo>
                  <a:pt x="96621" y="1186180"/>
                </a:moveTo>
                <a:lnTo>
                  <a:pt x="95542" y="1186180"/>
                </a:lnTo>
                <a:lnTo>
                  <a:pt x="95072" y="1184910"/>
                </a:lnTo>
                <a:lnTo>
                  <a:pt x="96621" y="1186180"/>
                </a:lnTo>
                <a:close/>
              </a:path>
              <a:path w="1535429" h="1254760">
                <a:moveTo>
                  <a:pt x="1419190" y="1229360"/>
                </a:moveTo>
                <a:lnTo>
                  <a:pt x="1332407" y="1229360"/>
                </a:lnTo>
                <a:lnTo>
                  <a:pt x="1338068" y="1227972"/>
                </a:lnTo>
                <a:lnTo>
                  <a:pt x="1347381" y="1226819"/>
                </a:lnTo>
                <a:lnTo>
                  <a:pt x="1346746" y="1226819"/>
                </a:lnTo>
                <a:lnTo>
                  <a:pt x="1356842" y="1225550"/>
                </a:lnTo>
                <a:lnTo>
                  <a:pt x="1356220" y="1225550"/>
                </a:lnTo>
                <a:lnTo>
                  <a:pt x="1366139" y="1223010"/>
                </a:lnTo>
                <a:lnTo>
                  <a:pt x="1365529" y="1223010"/>
                </a:lnTo>
                <a:lnTo>
                  <a:pt x="1375257" y="1220469"/>
                </a:lnTo>
                <a:lnTo>
                  <a:pt x="1374647" y="1220469"/>
                </a:lnTo>
                <a:lnTo>
                  <a:pt x="1384172" y="1217930"/>
                </a:lnTo>
                <a:lnTo>
                  <a:pt x="1383588" y="1217930"/>
                </a:lnTo>
                <a:lnTo>
                  <a:pt x="1392897" y="1214119"/>
                </a:lnTo>
                <a:lnTo>
                  <a:pt x="1392326" y="1214119"/>
                </a:lnTo>
                <a:lnTo>
                  <a:pt x="1401406" y="1210310"/>
                </a:lnTo>
                <a:lnTo>
                  <a:pt x="1400848" y="1210310"/>
                </a:lnTo>
                <a:lnTo>
                  <a:pt x="1409687" y="1206500"/>
                </a:lnTo>
                <a:lnTo>
                  <a:pt x="1409153" y="1206500"/>
                </a:lnTo>
                <a:lnTo>
                  <a:pt x="1417739" y="1201419"/>
                </a:lnTo>
                <a:lnTo>
                  <a:pt x="1417205" y="1201419"/>
                </a:lnTo>
                <a:lnTo>
                  <a:pt x="1425524" y="1196339"/>
                </a:lnTo>
                <a:lnTo>
                  <a:pt x="1425016" y="1196339"/>
                </a:lnTo>
                <a:lnTo>
                  <a:pt x="1433055" y="1191260"/>
                </a:lnTo>
                <a:lnTo>
                  <a:pt x="1432572" y="1191260"/>
                </a:lnTo>
                <a:lnTo>
                  <a:pt x="1440319" y="1184910"/>
                </a:lnTo>
                <a:lnTo>
                  <a:pt x="1439849" y="1186180"/>
                </a:lnTo>
                <a:lnTo>
                  <a:pt x="1476510" y="1186180"/>
                </a:lnTo>
                <a:lnTo>
                  <a:pt x="1471701" y="1191260"/>
                </a:lnTo>
                <a:lnTo>
                  <a:pt x="1464144" y="1197610"/>
                </a:lnTo>
                <a:lnTo>
                  <a:pt x="1456245" y="1205230"/>
                </a:lnTo>
                <a:lnTo>
                  <a:pt x="1448028" y="1211580"/>
                </a:lnTo>
                <a:lnTo>
                  <a:pt x="1439494" y="1217930"/>
                </a:lnTo>
                <a:lnTo>
                  <a:pt x="1430654" y="1223010"/>
                </a:lnTo>
                <a:lnTo>
                  <a:pt x="1421747" y="1227972"/>
                </a:lnTo>
                <a:lnTo>
                  <a:pt x="1419190" y="1229360"/>
                </a:lnTo>
                <a:close/>
              </a:path>
              <a:path w="1535429" h="1254760">
                <a:moveTo>
                  <a:pt x="1328953" y="1254760"/>
                </a:moveTo>
                <a:lnTo>
                  <a:pt x="206438" y="1254760"/>
                </a:lnTo>
                <a:lnTo>
                  <a:pt x="200901" y="1253489"/>
                </a:lnTo>
                <a:lnTo>
                  <a:pt x="1334490" y="1253489"/>
                </a:lnTo>
                <a:lnTo>
                  <a:pt x="1328953" y="1254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16" name="object 14">
            <a:extLst>
              <a:ext uri="{FF2B5EF4-FFF2-40B4-BE49-F238E27FC236}">
                <a16:creationId xmlns:a16="http://schemas.microsoft.com/office/drawing/2014/main" id="{EB7A13A2-9D41-4CB0-A99C-6E73923E95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3108" y="5029813"/>
            <a:ext cx="436601" cy="828812"/>
          </a:xfrm>
          <a:prstGeom prst="rect">
            <a:avLst/>
          </a:prstGeom>
        </p:spPr>
      </p:pic>
      <p:pic>
        <p:nvPicPr>
          <p:cNvPr id="17" name="object 15">
            <a:extLst>
              <a:ext uri="{FF2B5EF4-FFF2-40B4-BE49-F238E27FC236}">
                <a16:creationId xmlns:a16="http://schemas.microsoft.com/office/drawing/2014/main" id="{E29988EF-BB12-40FC-8715-E85A4D6D2F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0924" y="5029813"/>
            <a:ext cx="436601" cy="828812"/>
          </a:xfrm>
          <a:prstGeom prst="rect">
            <a:avLst/>
          </a:prstGeom>
        </p:spPr>
      </p:pic>
      <p:sp>
        <p:nvSpPr>
          <p:cNvPr id="18" name="object 16">
            <a:extLst>
              <a:ext uri="{FF2B5EF4-FFF2-40B4-BE49-F238E27FC236}">
                <a16:creationId xmlns:a16="http://schemas.microsoft.com/office/drawing/2014/main" id="{A8DFE15F-2DE0-4D5F-8222-C7CE9BBE2CD9}"/>
              </a:ext>
            </a:extLst>
          </p:cNvPr>
          <p:cNvSpPr>
            <a:spLocks noGrp="1"/>
          </p:cNvSpPr>
          <p:nvPr/>
        </p:nvSpPr>
        <p:spPr>
          <a:xfrm>
            <a:off x="3234245" y="3779844"/>
            <a:ext cx="334721" cy="397306"/>
          </a:xfrm>
          <a:prstGeom prst="rect">
            <a:avLst/>
          </a:prstGeom>
        </p:spPr>
        <p:txBody>
          <a:bodyPr vert="horz" wrap="square" lIns="0" tIns="10617" rIns="0" bIns="0">
            <a:spAutoFit/>
          </a:bodyPr>
          <a:lstStyle/>
          <a:p>
            <a:pPr>
              <a:lnSpc>
                <a:spcPct val="100000"/>
              </a:lnSpc>
              <a:spcBef>
                <a:spcPts val="84"/>
              </a:spcBef>
              <a:buNone/>
            </a:pPr>
            <a:r>
              <a:rPr sz="2464" b="1" dirty="0">
                <a:latin typeface="Calibri"/>
                <a:ea typeface="Calibri"/>
                <a:cs typeface="Calibri"/>
              </a:rPr>
              <a:t>…</a:t>
            </a:r>
            <a:endParaRPr sz="2464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object 20">
            <a:extLst>
              <a:ext uri="{FF2B5EF4-FFF2-40B4-BE49-F238E27FC236}">
                <a16:creationId xmlns:a16="http://schemas.microsoft.com/office/drawing/2014/main" id="{706705AB-C403-43E4-A963-1EAB56214828}"/>
              </a:ext>
            </a:extLst>
          </p:cNvPr>
          <p:cNvSpPr>
            <a:spLocks noGrp="1"/>
          </p:cNvSpPr>
          <p:nvPr/>
        </p:nvSpPr>
        <p:spPr>
          <a:xfrm>
            <a:off x="5500023" y="4066251"/>
            <a:ext cx="401777" cy="1254506"/>
          </a:xfrm>
          <a:custGeom>
            <a:avLst/>
            <a:gdLst/>
            <a:ahLst/>
            <a:cxnLst/>
            <a:rect l="l" t="t" r="r" b="b"/>
            <a:pathLst>
              <a:path w="456564" h="1425575">
                <a:moveTo>
                  <a:pt x="214985" y="394817"/>
                </a:moveTo>
                <a:lnTo>
                  <a:pt x="214985" y="0"/>
                </a:lnTo>
                <a:lnTo>
                  <a:pt x="241092" y="77152"/>
                </a:lnTo>
                <a:lnTo>
                  <a:pt x="240385" y="77152"/>
                </a:lnTo>
                <a:lnTo>
                  <a:pt x="215658" y="81229"/>
                </a:lnTo>
                <a:lnTo>
                  <a:pt x="240385" y="154302"/>
                </a:lnTo>
                <a:lnTo>
                  <a:pt x="240385" y="382117"/>
                </a:lnTo>
                <a:lnTo>
                  <a:pt x="227685" y="382117"/>
                </a:lnTo>
                <a:lnTo>
                  <a:pt x="214985" y="394817"/>
                </a:lnTo>
                <a:close/>
              </a:path>
              <a:path w="456564" h="1425575">
                <a:moveTo>
                  <a:pt x="240385" y="154302"/>
                </a:moveTo>
                <a:lnTo>
                  <a:pt x="215658" y="81229"/>
                </a:lnTo>
                <a:lnTo>
                  <a:pt x="240385" y="77152"/>
                </a:lnTo>
                <a:lnTo>
                  <a:pt x="240385" y="154302"/>
                </a:lnTo>
                <a:close/>
              </a:path>
              <a:path w="456564" h="1425575">
                <a:moveTo>
                  <a:pt x="429266" y="712489"/>
                </a:moveTo>
                <a:lnTo>
                  <a:pt x="240385" y="154302"/>
                </a:lnTo>
                <a:lnTo>
                  <a:pt x="240385" y="77152"/>
                </a:lnTo>
                <a:lnTo>
                  <a:pt x="241092" y="77152"/>
                </a:lnTo>
                <a:lnTo>
                  <a:pt x="454702" y="708418"/>
                </a:lnTo>
                <a:lnTo>
                  <a:pt x="430644" y="708418"/>
                </a:lnTo>
                <a:lnTo>
                  <a:pt x="429266" y="712489"/>
                </a:lnTo>
                <a:close/>
              </a:path>
              <a:path w="456564" h="1425575">
                <a:moveTo>
                  <a:pt x="214985" y="1042860"/>
                </a:moveTo>
                <a:lnTo>
                  <a:pt x="0" y="1042860"/>
                </a:lnTo>
                <a:lnTo>
                  <a:pt x="0" y="382117"/>
                </a:lnTo>
                <a:lnTo>
                  <a:pt x="214985" y="382117"/>
                </a:lnTo>
                <a:lnTo>
                  <a:pt x="214985" y="394817"/>
                </a:lnTo>
                <a:lnTo>
                  <a:pt x="25400" y="394817"/>
                </a:lnTo>
                <a:lnTo>
                  <a:pt x="12700" y="407517"/>
                </a:lnTo>
                <a:lnTo>
                  <a:pt x="25400" y="407517"/>
                </a:lnTo>
                <a:lnTo>
                  <a:pt x="25400" y="1017460"/>
                </a:lnTo>
                <a:lnTo>
                  <a:pt x="12700" y="1017460"/>
                </a:lnTo>
                <a:lnTo>
                  <a:pt x="25400" y="1030160"/>
                </a:lnTo>
                <a:lnTo>
                  <a:pt x="214985" y="1030160"/>
                </a:lnTo>
                <a:lnTo>
                  <a:pt x="214985" y="1042860"/>
                </a:lnTo>
                <a:close/>
              </a:path>
              <a:path w="456564" h="1425575">
                <a:moveTo>
                  <a:pt x="240385" y="407517"/>
                </a:moveTo>
                <a:lnTo>
                  <a:pt x="25400" y="407517"/>
                </a:lnTo>
                <a:lnTo>
                  <a:pt x="25400" y="394817"/>
                </a:lnTo>
                <a:lnTo>
                  <a:pt x="214985" y="394817"/>
                </a:lnTo>
                <a:lnTo>
                  <a:pt x="227685" y="382117"/>
                </a:lnTo>
                <a:lnTo>
                  <a:pt x="240385" y="382117"/>
                </a:lnTo>
                <a:lnTo>
                  <a:pt x="240385" y="407517"/>
                </a:lnTo>
                <a:close/>
              </a:path>
              <a:path w="456564" h="1425575">
                <a:moveTo>
                  <a:pt x="25400" y="407517"/>
                </a:moveTo>
                <a:lnTo>
                  <a:pt x="12700" y="407517"/>
                </a:lnTo>
                <a:lnTo>
                  <a:pt x="25400" y="394817"/>
                </a:lnTo>
                <a:lnTo>
                  <a:pt x="25400" y="407517"/>
                </a:lnTo>
                <a:close/>
              </a:path>
              <a:path w="456564" h="1425575">
                <a:moveTo>
                  <a:pt x="430644" y="716559"/>
                </a:moveTo>
                <a:lnTo>
                  <a:pt x="429266" y="712489"/>
                </a:lnTo>
                <a:lnTo>
                  <a:pt x="430644" y="708418"/>
                </a:lnTo>
                <a:lnTo>
                  <a:pt x="430644" y="716559"/>
                </a:lnTo>
                <a:close/>
              </a:path>
              <a:path w="456564" h="1425575">
                <a:moveTo>
                  <a:pt x="454707" y="716559"/>
                </a:moveTo>
                <a:lnTo>
                  <a:pt x="430644" y="716559"/>
                </a:lnTo>
                <a:lnTo>
                  <a:pt x="430644" y="708418"/>
                </a:lnTo>
                <a:lnTo>
                  <a:pt x="454702" y="708418"/>
                </a:lnTo>
                <a:lnTo>
                  <a:pt x="456080" y="712489"/>
                </a:lnTo>
                <a:lnTo>
                  <a:pt x="454707" y="716559"/>
                </a:lnTo>
                <a:close/>
              </a:path>
              <a:path w="456564" h="1425575">
                <a:moveTo>
                  <a:pt x="241093" y="1347825"/>
                </a:moveTo>
                <a:lnTo>
                  <a:pt x="240385" y="1347825"/>
                </a:lnTo>
                <a:lnTo>
                  <a:pt x="240385" y="1270686"/>
                </a:lnTo>
                <a:lnTo>
                  <a:pt x="429266" y="712489"/>
                </a:lnTo>
                <a:lnTo>
                  <a:pt x="430644" y="716559"/>
                </a:lnTo>
                <a:lnTo>
                  <a:pt x="454707" y="716559"/>
                </a:lnTo>
                <a:lnTo>
                  <a:pt x="241093" y="1347825"/>
                </a:lnTo>
                <a:close/>
              </a:path>
              <a:path w="456564" h="1425575">
                <a:moveTo>
                  <a:pt x="25400" y="1030160"/>
                </a:moveTo>
                <a:lnTo>
                  <a:pt x="12700" y="1017460"/>
                </a:lnTo>
                <a:lnTo>
                  <a:pt x="25400" y="1017460"/>
                </a:lnTo>
                <a:lnTo>
                  <a:pt x="25400" y="1030160"/>
                </a:lnTo>
                <a:close/>
              </a:path>
              <a:path w="456564" h="1425575">
                <a:moveTo>
                  <a:pt x="240385" y="1042860"/>
                </a:moveTo>
                <a:lnTo>
                  <a:pt x="227685" y="1042860"/>
                </a:lnTo>
                <a:lnTo>
                  <a:pt x="214985" y="1030160"/>
                </a:lnTo>
                <a:lnTo>
                  <a:pt x="25400" y="1030160"/>
                </a:lnTo>
                <a:lnTo>
                  <a:pt x="25400" y="1017460"/>
                </a:lnTo>
                <a:lnTo>
                  <a:pt x="240385" y="1017460"/>
                </a:lnTo>
                <a:lnTo>
                  <a:pt x="240385" y="1042860"/>
                </a:lnTo>
                <a:close/>
              </a:path>
              <a:path w="456564" h="1425575">
                <a:moveTo>
                  <a:pt x="214985" y="1424978"/>
                </a:moveTo>
                <a:lnTo>
                  <a:pt x="214985" y="1030160"/>
                </a:lnTo>
                <a:lnTo>
                  <a:pt x="227685" y="1042860"/>
                </a:lnTo>
                <a:lnTo>
                  <a:pt x="240385" y="1042860"/>
                </a:lnTo>
                <a:lnTo>
                  <a:pt x="240385" y="1270686"/>
                </a:lnTo>
                <a:lnTo>
                  <a:pt x="215658" y="1343761"/>
                </a:lnTo>
                <a:lnTo>
                  <a:pt x="240385" y="1347825"/>
                </a:lnTo>
                <a:lnTo>
                  <a:pt x="241093" y="1347825"/>
                </a:lnTo>
                <a:lnTo>
                  <a:pt x="214985" y="1424978"/>
                </a:lnTo>
                <a:close/>
              </a:path>
              <a:path w="456564" h="1425575">
                <a:moveTo>
                  <a:pt x="240385" y="1347825"/>
                </a:moveTo>
                <a:lnTo>
                  <a:pt x="215658" y="1343761"/>
                </a:lnTo>
                <a:lnTo>
                  <a:pt x="240385" y="1270686"/>
                </a:lnTo>
                <a:lnTo>
                  <a:pt x="240385" y="1347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0" name="object 17">
            <a:extLst>
              <a:ext uri="{FF2B5EF4-FFF2-40B4-BE49-F238E27FC236}">
                <a16:creationId xmlns:a16="http://schemas.microsoft.com/office/drawing/2014/main" id="{A151A310-E702-417A-BA60-2E1C31396178}"/>
              </a:ext>
            </a:extLst>
          </p:cNvPr>
          <p:cNvSpPr>
            <a:spLocks noGrp="1"/>
          </p:cNvSpPr>
          <p:nvPr/>
        </p:nvSpPr>
        <p:spPr>
          <a:xfrm>
            <a:off x="3230993" y="5151038"/>
            <a:ext cx="334721" cy="397306"/>
          </a:xfrm>
          <a:prstGeom prst="rect">
            <a:avLst/>
          </a:prstGeom>
        </p:spPr>
        <p:txBody>
          <a:bodyPr vert="horz" wrap="square" lIns="0" tIns="10617" rIns="0" bIns="0">
            <a:spAutoFit/>
          </a:bodyPr>
          <a:lstStyle/>
          <a:p>
            <a:pPr>
              <a:lnSpc>
                <a:spcPct val="100000"/>
              </a:lnSpc>
              <a:spcBef>
                <a:spcPts val="84"/>
              </a:spcBef>
              <a:buNone/>
            </a:pPr>
            <a:r>
              <a:rPr sz="2464" b="1">
                <a:latin typeface="Calibri"/>
                <a:ea typeface="Calibri"/>
                <a:cs typeface="Calibri"/>
              </a:rPr>
              <a:t>…</a:t>
            </a:r>
            <a:endParaRPr sz="2464">
              <a:latin typeface="Calibri"/>
              <a:ea typeface="Calibri"/>
              <a:cs typeface="Calibri"/>
            </a:endParaRPr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1DBA2D1E-B54E-43BA-957C-AB7E8C9D0984}"/>
              </a:ext>
            </a:extLst>
          </p:cNvPr>
          <p:cNvSpPr>
            <a:spLocks noGrp="1"/>
          </p:cNvSpPr>
          <p:nvPr/>
        </p:nvSpPr>
        <p:spPr>
          <a:xfrm>
            <a:off x="2633814" y="5999297"/>
            <a:ext cx="1515466" cy="515214"/>
          </a:xfrm>
          <a:custGeom>
            <a:avLst/>
            <a:gdLst/>
            <a:ahLst/>
            <a:cxnLst/>
            <a:rect l="l" t="t" r="r" b="b"/>
            <a:pathLst>
              <a:path w="1722120" h="585470">
                <a:moveTo>
                  <a:pt x="1722120" y="585215"/>
                </a:moveTo>
                <a:lnTo>
                  <a:pt x="0" y="585215"/>
                </a:lnTo>
                <a:lnTo>
                  <a:pt x="0" y="0"/>
                </a:lnTo>
                <a:lnTo>
                  <a:pt x="1722120" y="0"/>
                </a:lnTo>
                <a:lnTo>
                  <a:pt x="1722120" y="5852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2" name="object 19">
            <a:extLst>
              <a:ext uri="{FF2B5EF4-FFF2-40B4-BE49-F238E27FC236}">
                <a16:creationId xmlns:a16="http://schemas.microsoft.com/office/drawing/2014/main" id="{04A51358-66BC-42FB-9E0D-3A667311CA3B}"/>
              </a:ext>
            </a:extLst>
          </p:cNvPr>
          <p:cNvSpPr>
            <a:spLocks noGrp="1"/>
          </p:cNvSpPr>
          <p:nvPr/>
        </p:nvSpPr>
        <p:spPr>
          <a:xfrm>
            <a:off x="2982238" y="6018352"/>
            <a:ext cx="891325" cy="236372"/>
          </a:xfrm>
          <a:prstGeom prst="rect">
            <a:avLst/>
          </a:prstGeom>
        </p:spPr>
        <p:txBody>
          <a:bodyPr vert="horz" wrap="square" lIns="0" tIns="10617" rIns="0" bIns="0">
            <a:spAutoFit/>
          </a:bodyPr>
          <a:lstStyle/>
          <a:p>
            <a:pPr>
              <a:lnSpc>
                <a:spcPct val="100000"/>
              </a:lnSpc>
              <a:spcBef>
                <a:spcPts val="84"/>
              </a:spcBef>
              <a:buNone/>
            </a:pPr>
            <a:r>
              <a:rPr sz="1408">
                <a:latin typeface="Calibri"/>
                <a:ea typeface="Calibri"/>
                <a:cs typeface="Calibri"/>
              </a:rPr>
              <a:t>Monolithic</a:t>
            </a: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88025181-6B5E-408B-98AA-5E6DEEF23984}"/>
              </a:ext>
            </a:extLst>
          </p:cNvPr>
          <p:cNvSpPr>
            <a:spLocks noGrp="1"/>
          </p:cNvSpPr>
          <p:nvPr/>
        </p:nvSpPr>
        <p:spPr>
          <a:xfrm>
            <a:off x="6391633" y="3791813"/>
            <a:ext cx="269900" cy="1193596"/>
          </a:xfrm>
          <a:custGeom>
            <a:avLst/>
            <a:gdLst/>
            <a:ahLst/>
            <a:cxnLst/>
            <a:rect l="l" t="t" r="r" b="b"/>
            <a:pathLst>
              <a:path w="306704" h="1356360">
                <a:moveTo>
                  <a:pt x="306324" y="1356360"/>
                </a:moveTo>
                <a:lnTo>
                  <a:pt x="0" y="1356360"/>
                </a:lnTo>
                <a:lnTo>
                  <a:pt x="0" y="0"/>
                </a:lnTo>
                <a:lnTo>
                  <a:pt x="306324" y="0"/>
                </a:lnTo>
                <a:lnTo>
                  <a:pt x="306324" y="135636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438AA9D4-FDDB-4E18-B100-8B18EE50A122}"/>
              </a:ext>
            </a:extLst>
          </p:cNvPr>
          <p:cNvSpPr>
            <a:spLocks noGrp="1"/>
          </p:cNvSpPr>
          <p:nvPr/>
        </p:nvSpPr>
        <p:spPr>
          <a:xfrm>
            <a:off x="6380971" y="3780101"/>
            <a:ext cx="291134" cy="1216507"/>
          </a:xfrm>
          <a:custGeom>
            <a:avLst/>
            <a:gdLst/>
            <a:ahLst/>
            <a:cxnLst/>
            <a:rect l="l" t="t" r="r" b="b"/>
            <a:pathLst>
              <a:path w="330834" h="1382395">
                <a:moveTo>
                  <a:pt x="330428" y="1382128"/>
                </a:moveTo>
                <a:lnTo>
                  <a:pt x="0" y="1382128"/>
                </a:lnTo>
                <a:lnTo>
                  <a:pt x="0" y="0"/>
                </a:lnTo>
                <a:lnTo>
                  <a:pt x="330428" y="0"/>
                </a:lnTo>
                <a:lnTo>
                  <a:pt x="330428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1356728"/>
                </a:lnTo>
                <a:lnTo>
                  <a:pt x="12700" y="1356728"/>
                </a:lnTo>
                <a:lnTo>
                  <a:pt x="25400" y="1369428"/>
                </a:lnTo>
                <a:lnTo>
                  <a:pt x="330428" y="1369428"/>
                </a:lnTo>
                <a:lnTo>
                  <a:pt x="330428" y="1382128"/>
                </a:lnTo>
                <a:close/>
              </a:path>
              <a:path w="330834" h="1382395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330834" h="1382395">
                <a:moveTo>
                  <a:pt x="305028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305028" y="12700"/>
                </a:lnTo>
                <a:lnTo>
                  <a:pt x="305028" y="25400"/>
                </a:lnTo>
                <a:close/>
              </a:path>
              <a:path w="330834" h="1382395">
                <a:moveTo>
                  <a:pt x="305028" y="1369428"/>
                </a:moveTo>
                <a:lnTo>
                  <a:pt x="305028" y="12700"/>
                </a:lnTo>
                <a:lnTo>
                  <a:pt x="317728" y="25400"/>
                </a:lnTo>
                <a:lnTo>
                  <a:pt x="330428" y="25400"/>
                </a:lnTo>
                <a:lnTo>
                  <a:pt x="330428" y="1356728"/>
                </a:lnTo>
                <a:lnTo>
                  <a:pt x="317728" y="1356728"/>
                </a:lnTo>
                <a:lnTo>
                  <a:pt x="305028" y="1369428"/>
                </a:lnTo>
                <a:close/>
              </a:path>
              <a:path w="330834" h="1382395">
                <a:moveTo>
                  <a:pt x="330428" y="25400"/>
                </a:moveTo>
                <a:lnTo>
                  <a:pt x="317728" y="25400"/>
                </a:lnTo>
                <a:lnTo>
                  <a:pt x="305028" y="12700"/>
                </a:lnTo>
                <a:lnTo>
                  <a:pt x="330428" y="12700"/>
                </a:lnTo>
                <a:lnTo>
                  <a:pt x="330428" y="25400"/>
                </a:lnTo>
                <a:close/>
              </a:path>
              <a:path w="330834" h="1382395">
                <a:moveTo>
                  <a:pt x="25400" y="1369428"/>
                </a:moveTo>
                <a:lnTo>
                  <a:pt x="12700" y="1356728"/>
                </a:lnTo>
                <a:lnTo>
                  <a:pt x="25400" y="1356728"/>
                </a:lnTo>
                <a:lnTo>
                  <a:pt x="25400" y="1369428"/>
                </a:lnTo>
                <a:close/>
              </a:path>
              <a:path w="330834" h="1382395">
                <a:moveTo>
                  <a:pt x="305028" y="1369428"/>
                </a:moveTo>
                <a:lnTo>
                  <a:pt x="25400" y="1369428"/>
                </a:lnTo>
                <a:lnTo>
                  <a:pt x="25400" y="1356728"/>
                </a:lnTo>
                <a:lnTo>
                  <a:pt x="305028" y="1356728"/>
                </a:lnTo>
                <a:lnTo>
                  <a:pt x="305028" y="1369428"/>
                </a:lnTo>
                <a:close/>
              </a:path>
              <a:path w="330834" h="1382395">
                <a:moveTo>
                  <a:pt x="330428" y="1369428"/>
                </a:moveTo>
                <a:lnTo>
                  <a:pt x="305028" y="1369428"/>
                </a:lnTo>
                <a:lnTo>
                  <a:pt x="317728" y="1356728"/>
                </a:lnTo>
                <a:lnTo>
                  <a:pt x="330428" y="1356728"/>
                </a:lnTo>
                <a:lnTo>
                  <a:pt x="330428" y="13694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F03C6844-F2A4-4358-904C-FA9759B59D7C}"/>
              </a:ext>
            </a:extLst>
          </p:cNvPr>
          <p:cNvSpPr>
            <a:spLocks noGrp="1"/>
          </p:cNvSpPr>
          <p:nvPr/>
        </p:nvSpPr>
        <p:spPr>
          <a:xfrm>
            <a:off x="6930764" y="3798518"/>
            <a:ext cx="268224" cy="1193596"/>
          </a:xfrm>
          <a:custGeom>
            <a:avLst/>
            <a:gdLst/>
            <a:ahLst/>
            <a:cxnLst/>
            <a:rect l="l" t="t" r="r" b="b"/>
            <a:pathLst>
              <a:path w="304800" h="1356360">
                <a:moveTo>
                  <a:pt x="304800" y="1356360"/>
                </a:moveTo>
                <a:lnTo>
                  <a:pt x="0" y="1356360"/>
                </a:lnTo>
                <a:lnTo>
                  <a:pt x="0" y="0"/>
                </a:lnTo>
                <a:lnTo>
                  <a:pt x="304800" y="0"/>
                </a:lnTo>
                <a:lnTo>
                  <a:pt x="304800" y="135636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93CA958E-7166-455D-BFF5-1C84064CBE3D}"/>
              </a:ext>
            </a:extLst>
          </p:cNvPr>
          <p:cNvSpPr>
            <a:spLocks noGrp="1"/>
          </p:cNvSpPr>
          <p:nvPr/>
        </p:nvSpPr>
        <p:spPr>
          <a:xfrm>
            <a:off x="6919621" y="3787320"/>
            <a:ext cx="291134" cy="1216507"/>
          </a:xfrm>
          <a:custGeom>
            <a:avLst/>
            <a:gdLst/>
            <a:ahLst/>
            <a:cxnLst/>
            <a:rect l="l" t="t" r="r" b="b"/>
            <a:pathLst>
              <a:path w="330834" h="1382395">
                <a:moveTo>
                  <a:pt x="330428" y="1382128"/>
                </a:moveTo>
                <a:lnTo>
                  <a:pt x="0" y="1382128"/>
                </a:lnTo>
                <a:lnTo>
                  <a:pt x="0" y="0"/>
                </a:lnTo>
                <a:lnTo>
                  <a:pt x="330428" y="0"/>
                </a:lnTo>
                <a:lnTo>
                  <a:pt x="330428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1356728"/>
                </a:lnTo>
                <a:lnTo>
                  <a:pt x="12700" y="1356728"/>
                </a:lnTo>
                <a:lnTo>
                  <a:pt x="25400" y="1369428"/>
                </a:lnTo>
                <a:lnTo>
                  <a:pt x="330428" y="1369428"/>
                </a:lnTo>
                <a:lnTo>
                  <a:pt x="330428" y="1382128"/>
                </a:lnTo>
                <a:close/>
              </a:path>
              <a:path w="330834" h="1382395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330834" h="1382395">
                <a:moveTo>
                  <a:pt x="305028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305028" y="12700"/>
                </a:lnTo>
                <a:lnTo>
                  <a:pt x="305028" y="25400"/>
                </a:lnTo>
                <a:close/>
              </a:path>
              <a:path w="330834" h="1382395">
                <a:moveTo>
                  <a:pt x="305028" y="1369428"/>
                </a:moveTo>
                <a:lnTo>
                  <a:pt x="305028" y="12700"/>
                </a:lnTo>
                <a:lnTo>
                  <a:pt x="317728" y="25400"/>
                </a:lnTo>
                <a:lnTo>
                  <a:pt x="330428" y="25400"/>
                </a:lnTo>
                <a:lnTo>
                  <a:pt x="330428" y="1356728"/>
                </a:lnTo>
                <a:lnTo>
                  <a:pt x="317728" y="1356728"/>
                </a:lnTo>
                <a:lnTo>
                  <a:pt x="305028" y="1369428"/>
                </a:lnTo>
                <a:close/>
              </a:path>
              <a:path w="330834" h="1382395">
                <a:moveTo>
                  <a:pt x="330428" y="25400"/>
                </a:moveTo>
                <a:lnTo>
                  <a:pt x="317728" y="25400"/>
                </a:lnTo>
                <a:lnTo>
                  <a:pt x="305028" y="12700"/>
                </a:lnTo>
                <a:lnTo>
                  <a:pt x="330428" y="12700"/>
                </a:lnTo>
                <a:lnTo>
                  <a:pt x="330428" y="25400"/>
                </a:lnTo>
                <a:close/>
              </a:path>
              <a:path w="330834" h="1382395">
                <a:moveTo>
                  <a:pt x="25400" y="1369428"/>
                </a:moveTo>
                <a:lnTo>
                  <a:pt x="12700" y="1356728"/>
                </a:lnTo>
                <a:lnTo>
                  <a:pt x="25400" y="1356728"/>
                </a:lnTo>
                <a:lnTo>
                  <a:pt x="25400" y="1369428"/>
                </a:lnTo>
                <a:close/>
              </a:path>
              <a:path w="330834" h="1382395">
                <a:moveTo>
                  <a:pt x="305028" y="1369428"/>
                </a:moveTo>
                <a:lnTo>
                  <a:pt x="25400" y="1369428"/>
                </a:lnTo>
                <a:lnTo>
                  <a:pt x="25400" y="1356728"/>
                </a:lnTo>
                <a:lnTo>
                  <a:pt x="305028" y="1356728"/>
                </a:lnTo>
                <a:lnTo>
                  <a:pt x="305028" y="1369428"/>
                </a:lnTo>
                <a:close/>
              </a:path>
              <a:path w="330834" h="1382395">
                <a:moveTo>
                  <a:pt x="330428" y="1369428"/>
                </a:moveTo>
                <a:lnTo>
                  <a:pt x="305028" y="1369428"/>
                </a:lnTo>
                <a:lnTo>
                  <a:pt x="317728" y="1356728"/>
                </a:lnTo>
                <a:lnTo>
                  <a:pt x="330428" y="1356728"/>
                </a:lnTo>
                <a:lnTo>
                  <a:pt x="330428" y="13694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EF25E1D0-D7E4-416B-936A-74793581EC9A}"/>
              </a:ext>
            </a:extLst>
          </p:cNvPr>
          <p:cNvSpPr>
            <a:spLocks noGrp="1"/>
          </p:cNvSpPr>
          <p:nvPr/>
        </p:nvSpPr>
        <p:spPr>
          <a:xfrm>
            <a:off x="9564723" y="3876303"/>
            <a:ext cx="268224" cy="1193596"/>
          </a:xfrm>
          <a:custGeom>
            <a:avLst/>
            <a:gdLst/>
            <a:ahLst/>
            <a:cxnLst/>
            <a:rect l="l" t="t" r="r" b="b"/>
            <a:pathLst>
              <a:path w="304800" h="1356360">
                <a:moveTo>
                  <a:pt x="304800" y="1356360"/>
                </a:moveTo>
                <a:lnTo>
                  <a:pt x="0" y="1356360"/>
                </a:lnTo>
                <a:lnTo>
                  <a:pt x="0" y="0"/>
                </a:lnTo>
                <a:lnTo>
                  <a:pt x="304800" y="0"/>
                </a:lnTo>
                <a:lnTo>
                  <a:pt x="304800" y="135636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0B28FC9C-B633-4647-AF71-35D02E1284FB}"/>
              </a:ext>
            </a:extLst>
          </p:cNvPr>
          <p:cNvSpPr>
            <a:spLocks noGrp="1"/>
          </p:cNvSpPr>
          <p:nvPr/>
        </p:nvSpPr>
        <p:spPr>
          <a:xfrm>
            <a:off x="9553916" y="3865418"/>
            <a:ext cx="291134" cy="1216507"/>
          </a:xfrm>
          <a:custGeom>
            <a:avLst/>
            <a:gdLst/>
            <a:ahLst/>
            <a:cxnLst/>
            <a:rect l="l" t="t" r="r" b="b"/>
            <a:pathLst>
              <a:path w="330834" h="1382395">
                <a:moveTo>
                  <a:pt x="330415" y="1382128"/>
                </a:moveTo>
                <a:lnTo>
                  <a:pt x="0" y="1382128"/>
                </a:lnTo>
                <a:lnTo>
                  <a:pt x="0" y="0"/>
                </a:lnTo>
                <a:lnTo>
                  <a:pt x="330415" y="0"/>
                </a:lnTo>
                <a:lnTo>
                  <a:pt x="330415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1356728"/>
                </a:lnTo>
                <a:lnTo>
                  <a:pt x="12700" y="1356728"/>
                </a:lnTo>
                <a:lnTo>
                  <a:pt x="25400" y="1369428"/>
                </a:lnTo>
                <a:lnTo>
                  <a:pt x="330415" y="1369428"/>
                </a:lnTo>
                <a:lnTo>
                  <a:pt x="330415" y="1382128"/>
                </a:lnTo>
                <a:close/>
              </a:path>
              <a:path w="330834" h="1382395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330834" h="1382395">
                <a:moveTo>
                  <a:pt x="305015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305015" y="12700"/>
                </a:lnTo>
                <a:lnTo>
                  <a:pt x="305015" y="25400"/>
                </a:lnTo>
                <a:close/>
              </a:path>
              <a:path w="330834" h="1382395">
                <a:moveTo>
                  <a:pt x="305015" y="1369428"/>
                </a:moveTo>
                <a:lnTo>
                  <a:pt x="305015" y="12700"/>
                </a:lnTo>
                <a:lnTo>
                  <a:pt x="317715" y="25400"/>
                </a:lnTo>
                <a:lnTo>
                  <a:pt x="330415" y="25400"/>
                </a:lnTo>
                <a:lnTo>
                  <a:pt x="330415" y="1356728"/>
                </a:lnTo>
                <a:lnTo>
                  <a:pt x="317715" y="1356728"/>
                </a:lnTo>
                <a:lnTo>
                  <a:pt x="305015" y="1369428"/>
                </a:lnTo>
                <a:close/>
              </a:path>
              <a:path w="330834" h="1382395">
                <a:moveTo>
                  <a:pt x="330415" y="25400"/>
                </a:moveTo>
                <a:lnTo>
                  <a:pt x="317715" y="25400"/>
                </a:lnTo>
                <a:lnTo>
                  <a:pt x="305015" y="12700"/>
                </a:lnTo>
                <a:lnTo>
                  <a:pt x="330415" y="12700"/>
                </a:lnTo>
                <a:lnTo>
                  <a:pt x="330415" y="25400"/>
                </a:lnTo>
                <a:close/>
              </a:path>
              <a:path w="330834" h="1382395">
                <a:moveTo>
                  <a:pt x="25400" y="1369428"/>
                </a:moveTo>
                <a:lnTo>
                  <a:pt x="12700" y="1356728"/>
                </a:lnTo>
                <a:lnTo>
                  <a:pt x="25400" y="1356728"/>
                </a:lnTo>
                <a:lnTo>
                  <a:pt x="25400" y="1369428"/>
                </a:lnTo>
                <a:close/>
              </a:path>
              <a:path w="330834" h="1382395">
                <a:moveTo>
                  <a:pt x="305015" y="1369428"/>
                </a:moveTo>
                <a:lnTo>
                  <a:pt x="25400" y="1369428"/>
                </a:lnTo>
                <a:lnTo>
                  <a:pt x="25400" y="1356728"/>
                </a:lnTo>
                <a:lnTo>
                  <a:pt x="305015" y="1356728"/>
                </a:lnTo>
                <a:lnTo>
                  <a:pt x="305015" y="1369428"/>
                </a:lnTo>
                <a:close/>
              </a:path>
              <a:path w="330834" h="1382395">
                <a:moveTo>
                  <a:pt x="330415" y="1369428"/>
                </a:moveTo>
                <a:lnTo>
                  <a:pt x="305015" y="1369428"/>
                </a:lnTo>
                <a:lnTo>
                  <a:pt x="317715" y="1356728"/>
                </a:lnTo>
                <a:lnTo>
                  <a:pt x="330415" y="1356728"/>
                </a:lnTo>
                <a:lnTo>
                  <a:pt x="330415" y="13694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3E053FCA-622A-4F73-AE79-3903F4FE0D3E}"/>
              </a:ext>
            </a:extLst>
          </p:cNvPr>
          <p:cNvSpPr>
            <a:spLocks noGrp="1"/>
          </p:cNvSpPr>
          <p:nvPr/>
        </p:nvSpPr>
        <p:spPr>
          <a:xfrm>
            <a:off x="8973290" y="3862892"/>
            <a:ext cx="268224" cy="1195273"/>
          </a:xfrm>
          <a:custGeom>
            <a:avLst/>
            <a:gdLst/>
            <a:ahLst/>
            <a:cxnLst/>
            <a:rect l="l" t="t" r="r" b="b"/>
            <a:pathLst>
              <a:path w="304800" h="1358264">
                <a:moveTo>
                  <a:pt x="304800" y="1357884"/>
                </a:moveTo>
                <a:lnTo>
                  <a:pt x="0" y="1357884"/>
                </a:lnTo>
                <a:lnTo>
                  <a:pt x="0" y="0"/>
                </a:lnTo>
                <a:lnTo>
                  <a:pt x="304800" y="0"/>
                </a:lnTo>
                <a:lnTo>
                  <a:pt x="304800" y="1357884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EC738410-E24D-4238-B2F5-F9BCBB8B5BF3}"/>
              </a:ext>
            </a:extLst>
          </p:cNvPr>
          <p:cNvSpPr>
            <a:spLocks noGrp="1"/>
          </p:cNvSpPr>
          <p:nvPr/>
        </p:nvSpPr>
        <p:spPr>
          <a:xfrm>
            <a:off x="8962114" y="3852298"/>
            <a:ext cx="291134" cy="1216507"/>
          </a:xfrm>
          <a:custGeom>
            <a:avLst/>
            <a:gdLst/>
            <a:ahLst/>
            <a:cxnLst/>
            <a:rect l="l" t="t" r="r" b="b"/>
            <a:pathLst>
              <a:path w="330834" h="1382395">
                <a:moveTo>
                  <a:pt x="330428" y="1382141"/>
                </a:moveTo>
                <a:lnTo>
                  <a:pt x="0" y="1382141"/>
                </a:lnTo>
                <a:lnTo>
                  <a:pt x="0" y="0"/>
                </a:lnTo>
                <a:lnTo>
                  <a:pt x="330428" y="0"/>
                </a:lnTo>
                <a:lnTo>
                  <a:pt x="330428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1356741"/>
                </a:lnTo>
                <a:lnTo>
                  <a:pt x="12700" y="1356741"/>
                </a:lnTo>
                <a:lnTo>
                  <a:pt x="25400" y="1369441"/>
                </a:lnTo>
                <a:lnTo>
                  <a:pt x="330428" y="1369441"/>
                </a:lnTo>
                <a:lnTo>
                  <a:pt x="330428" y="1382141"/>
                </a:lnTo>
                <a:close/>
              </a:path>
              <a:path w="330834" h="1382395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330834" h="1382395">
                <a:moveTo>
                  <a:pt x="305028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305028" y="12700"/>
                </a:lnTo>
                <a:lnTo>
                  <a:pt x="305028" y="25400"/>
                </a:lnTo>
                <a:close/>
              </a:path>
              <a:path w="330834" h="1382395">
                <a:moveTo>
                  <a:pt x="305028" y="1369441"/>
                </a:moveTo>
                <a:lnTo>
                  <a:pt x="305028" y="12700"/>
                </a:lnTo>
                <a:lnTo>
                  <a:pt x="317728" y="25400"/>
                </a:lnTo>
                <a:lnTo>
                  <a:pt x="330428" y="25400"/>
                </a:lnTo>
                <a:lnTo>
                  <a:pt x="330428" y="1356741"/>
                </a:lnTo>
                <a:lnTo>
                  <a:pt x="317728" y="1356741"/>
                </a:lnTo>
                <a:lnTo>
                  <a:pt x="305028" y="1369441"/>
                </a:lnTo>
                <a:close/>
              </a:path>
              <a:path w="330834" h="1382395">
                <a:moveTo>
                  <a:pt x="330428" y="25400"/>
                </a:moveTo>
                <a:lnTo>
                  <a:pt x="317728" y="25400"/>
                </a:lnTo>
                <a:lnTo>
                  <a:pt x="305028" y="12700"/>
                </a:lnTo>
                <a:lnTo>
                  <a:pt x="330428" y="12700"/>
                </a:lnTo>
                <a:lnTo>
                  <a:pt x="330428" y="25400"/>
                </a:lnTo>
                <a:close/>
              </a:path>
              <a:path w="330834" h="1382395">
                <a:moveTo>
                  <a:pt x="25400" y="1369441"/>
                </a:moveTo>
                <a:lnTo>
                  <a:pt x="12700" y="1356741"/>
                </a:lnTo>
                <a:lnTo>
                  <a:pt x="25400" y="1356741"/>
                </a:lnTo>
                <a:lnTo>
                  <a:pt x="25400" y="1369441"/>
                </a:lnTo>
                <a:close/>
              </a:path>
              <a:path w="330834" h="1382395">
                <a:moveTo>
                  <a:pt x="305028" y="1369441"/>
                </a:moveTo>
                <a:lnTo>
                  <a:pt x="25400" y="1369441"/>
                </a:lnTo>
                <a:lnTo>
                  <a:pt x="25400" y="1356741"/>
                </a:lnTo>
                <a:lnTo>
                  <a:pt x="305028" y="1356741"/>
                </a:lnTo>
                <a:lnTo>
                  <a:pt x="305028" y="1369441"/>
                </a:lnTo>
                <a:close/>
              </a:path>
              <a:path w="330834" h="1382395">
                <a:moveTo>
                  <a:pt x="330428" y="1369441"/>
                </a:moveTo>
                <a:lnTo>
                  <a:pt x="305028" y="1369441"/>
                </a:lnTo>
                <a:lnTo>
                  <a:pt x="317728" y="1356741"/>
                </a:lnTo>
                <a:lnTo>
                  <a:pt x="330428" y="1356741"/>
                </a:lnTo>
                <a:lnTo>
                  <a:pt x="330428" y="13694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03A94752-B1D9-4D9C-9C9D-E38DAC8FE930}"/>
              </a:ext>
            </a:extLst>
          </p:cNvPr>
          <p:cNvSpPr>
            <a:spLocks noGrp="1"/>
          </p:cNvSpPr>
          <p:nvPr/>
        </p:nvSpPr>
        <p:spPr>
          <a:xfrm>
            <a:off x="6175713" y="2371566"/>
            <a:ext cx="3871925" cy="1655165"/>
          </a:xfrm>
          <a:custGeom>
            <a:avLst/>
            <a:gdLst/>
            <a:ahLst/>
            <a:cxnLst/>
            <a:rect l="l" t="t" r="r" b="b"/>
            <a:pathLst>
              <a:path w="4399915" h="1880870">
                <a:moveTo>
                  <a:pt x="4399788" y="1880615"/>
                </a:moveTo>
                <a:lnTo>
                  <a:pt x="0" y="1880615"/>
                </a:lnTo>
                <a:lnTo>
                  <a:pt x="0" y="0"/>
                </a:lnTo>
                <a:lnTo>
                  <a:pt x="4399788" y="0"/>
                </a:lnTo>
                <a:lnTo>
                  <a:pt x="4399788" y="1880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/>
          <a:lstStyle/>
          <a:p>
            <a:endParaRPr dirty="0">
              <a:latin typeface="Calibri"/>
              <a:ea typeface="Calibri"/>
              <a:cs typeface="Calibri"/>
            </a:endParaRPr>
          </a:p>
        </p:txBody>
      </p:sp>
      <p:sp>
        <p:nvSpPr>
          <p:cNvPr id="32" name="object 31">
            <a:extLst>
              <a:ext uri="{FF2B5EF4-FFF2-40B4-BE49-F238E27FC236}">
                <a16:creationId xmlns:a16="http://schemas.microsoft.com/office/drawing/2014/main" id="{8EE010E5-DA01-48DB-854E-95D8AD37D5C7}"/>
              </a:ext>
            </a:extLst>
          </p:cNvPr>
          <p:cNvSpPr>
            <a:spLocks noGrp="1"/>
          </p:cNvSpPr>
          <p:nvPr/>
        </p:nvSpPr>
        <p:spPr>
          <a:xfrm>
            <a:off x="6163911" y="2359866"/>
            <a:ext cx="3894836" cy="1678634"/>
          </a:xfrm>
          <a:custGeom>
            <a:avLst/>
            <a:gdLst/>
            <a:ahLst/>
            <a:cxnLst/>
            <a:rect l="l" t="t" r="r" b="b"/>
            <a:pathLst>
              <a:path w="4425950" h="1907539">
                <a:moveTo>
                  <a:pt x="4425416" y="1906981"/>
                </a:moveTo>
                <a:lnTo>
                  <a:pt x="0" y="1906981"/>
                </a:lnTo>
                <a:lnTo>
                  <a:pt x="0" y="0"/>
                </a:lnTo>
                <a:lnTo>
                  <a:pt x="4425416" y="0"/>
                </a:lnTo>
                <a:lnTo>
                  <a:pt x="4425416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1881581"/>
                </a:lnTo>
                <a:lnTo>
                  <a:pt x="12700" y="1881581"/>
                </a:lnTo>
                <a:lnTo>
                  <a:pt x="25400" y="1894281"/>
                </a:lnTo>
                <a:lnTo>
                  <a:pt x="4425416" y="1894281"/>
                </a:lnTo>
                <a:lnTo>
                  <a:pt x="4425416" y="1906981"/>
                </a:lnTo>
                <a:close/>
              </a:path>
              <a:path w="4425950" h="1907539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4425950" h="1907539">
                <a:moveTo>
                  <a:pt x="4400016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4400016" y="12700"/>
                </a:lnTo>
                <a:lnTo>
                  <a:pt x="4400016" y="25400"/>
                </a:lnTo>
                <a:close/>
              </a:path>
              <a:path w="4425950" h="1907539">
                <a:moveTo>
                  <a:pt x="4400016" y="1894281"/>
                </a:moveTo>
                <a:lnTo>
                  <a:pt x="4400016" y="12700"/>
                </a:lnTo>
                <a:lnTo>
                  <a:pt x="4412716" y="25400"/>
                </a:lnTo>
                <a:lnTo>
                  <a:pt x="4425416" y="25400"/>
                </a:lnTo>
                <a:lnTo>
                  <a:pt x="4425416" y="1881581"/>
                </a:lnTo>
                <a:lnTo>
                  <a:pt x="4412716" y="1881581"/>
                </a:lnTo>
                <a:lnTo>
                  <a:pt x="4400016" y="1894281"/>
                </a:lnTo>
                <a:close/>
              </a:path>
              <a:path w="4425950" h="1907539">
                <a:moveTo>
                  <a:pt x="4425416" y="25400"/>
                </a:moveTo>
                <a:lnTo>
                  <a:pt x="4412716" y="25400"/>
                </a:lnTo>
                <a:lnTo>
                  <a:pt x="4400016" y="12700"/>
                </a:lnTo>
                <a:lnTo>
                  <a:pt x="4425416" y="12700"/>
                </a:lnTo>
                <a:lnTo>
                  <a:pt x="4425416" y="25400"/>
                </a:lnTo>
                <a:close/>
              </a:path>
              <a:path w="4425950" h="1907539">
                <a:moveTo>
                  <a:pt x="25400" y="1894281"/>
                </a:moveTo>
                <a:lnTo>
                  <a:pt x="12700" y="1881581"/>
                </a:lnTo>
                <a:lnTo>
                  <a:pt x="25400" y="1881581"/>
                </a:lnTo>
                <a:lnTo>
                  <a:pt x="25400" y="1894281"/>
                </a:lnTo>
                <a:close/>
              </a:path>
              <a:path w="4425950" h="1907539">
                <a:moveTo>
                  <a:pt x="4400016" y="1894281"/>
                </a:moveTo>
                <a:lnTo>
                  <a:pt x="25400" y="1894281"/>
                </a:lnTo>
                <a:lnTo>
                  <a:pt x="25400" y="1881581"/>
                </a:lnTo>
                <a:lnTo>
                  <a:pt x="4400016" y="1881581"/>
                </a:lnTo>
                <a:lnTo>
                  <a:pt x="4400016" y="1894281"/>
                </a:lnTo>
                <a:close/>
              </a:path>
              <a:path w="4425950" h="1907539">
                <a:moveTo>
                  <a:pt x="4425416" y="1894281"/>
                </a:moveTo>
                <a:lnTo>
                  <a:pt x="4400016" y="1894281"/>
                </a:lnTo>
                <a:lnTo>
                  <a:pt x="4412716" y="1881581"/>
                </a:lnTo>
                <a:lnTo>
                  <a:pt x="4425416" y="1881581"/>
                </a:lnTo>
                <a:lnTo>
                  <a:pt x="4425416" y="18942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3" name="object 32">
            <a:extLst>
              <a:ext uri="{FF2B5EF4-FFF2-40B4-BE49-F238E27FC236}">
                <a16:creationId xmlns:a16="http://schemas.microsoft.com/office/drawing/2014/main" id="{B059700B-619F-4C9D-9587-565B3E2287E4}"/>
              </a:ext>
            </a:extLst>
          </p:cNvPr>
          <p:cNvSpPr>
            <a:spLocks noGrp="1"/>
          </p:cNvSpPr>
          <p:nvPr/>
        </p:nvSpPr>
        <p:spPr>
          <a:xfrm>
            <a:off x="6174372" y="4737302"/>
            <a:ext cx="3873601" cy="1557375"/>
          </a:xfrm>
          <a:custGeom>
            <a:avLst/>
            <a:gdLst/>
            <a:ahLst/>
            <a:cxnLst/>
            <a:rect l="l" t="t" r="r" b="b"/>
            <a:pathLst>
              <a:path w="4401820" h="1769745">
                <a:moveTo>
                  <a:pt x="4401312" y="1769364"/>
                </a:moveTo>
                <a:lnTo>
                  <a:pt x="0" y="1769364"/>
                </a:lnTo>
                <a:lnTo>
                  <a:pt x="0" y="0"/>
                </a:lnTo>
                <a:lnTo>
                  <a:pt x="4401312" y="0"/>
                </a:lnTo>
                <a:lnTo>
                  <a:pt x="4401312" y="17693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4" name="object 33">
            <a:extLst>
              <a:ext uri="{FF2B5EF4-FFF2-40B4-BE49-F238E27FC236}">
                <a16:creationId xmlns:a16="http://schemas.microsoft.com/office/drawing/2014/main" id="{84EF9E3A-5E0D-4F1B-87C5-4328DC4A57AA}"/>
              </a:ext>
            </a:extLst>
          </p:cNvPr>
          <p:cNvSpPr>
            <a:spLocks noGrp="1"/>
          </p:cNvSpPr>
          <p:nvPr/>
        </p:nvSpPr>
        <p:spPr>
          <a:xfrm>
            <a:off x="6162760" y="2675241"/>
            <a:ext cx="3895954" cy="3631081"/>
          </a:xfrm>
          <a:custGeom>
            <a:avLst/>
            <a:gdLst/>
            <a:ahLst/>
            <a:cxnLst/>
            <a:rect l="l" t="t" r="r" b="b"/>
            <a:pathLst>
              <a:path w="4427220" h="4126229">
                <a:moveTo>
                  <a:pt x="1986902" y="228600"/>
                </a:moveTo>
                <a:lnTo>
                  <a:pt x="1986673" y="215900"/>
                </a:lnTo>
                <a:lnTo>
                  <a:pt x="1986292" y="215900"/>
                </a:lnTo>
                <a:lnTo>
                  <a:pt x="1985759" y="203200"/>
                </a:lnTo>
                <a:lnTo>
                  <a:pt x="1985086" y="203200"/>
                </a:lnTo>
                <a:lnTo>
                  <a:pt x="1984273" y="190500"/>
                </a:lnTo>
                <a:lnTo>
                  <a:pt x="1983308" y="190500"/>
                </a:lnTo>
                <a:lnTo>
                  <a:pt x="1982190" y="177800"/>
                </a:lnTo>
                <a:lnTo>
                  <a:pt x="1979574" y="165100"/>
                </a:lnTo>
                <a:lnTo>
                  <a:pt x="1976412" y="152400"/>
                </a:lnTo>
                <a:lnTo>
                  <a:pt x="1972716" y="152400"/>
                </a:lnTo>
                <a:lnTo>
                  <a:pt x="1968512" y="139700"/>
                </a:lnTo>
                <a:lnTo>
                  <a:pt x="1963801" y="127000"/>
                </a:lnTo>
                <a:lnTo>
                  <a:pt x="1961578" y="121577"/>
                </a:lnTo>
                <a:lnTo>
                  <a:pt x="1961578" y="1117600"/>
                </a:lnTo>
                <a:lnTo>
                  <a:pt x="1961299" y="1130300"/>
                </a:lnTo>
                <a:lnTo>
                  <a:pt x="1960956" y="1130300"/>
                </a:lnTo>
                <a:lnTo>
                  <a:pt x="1960473" y="1143000"/>
                </a:lnTo>
                <a:lnTo>
                  <a:pt x="1959864" y="1143000"/>
                </a:lnTo>
                <a:lnTo>
                  <a:pt x="1959140" y="1155700"/>
                </a:lnTo>
                <a:lnTo>
                  <a:pt x="1959178" y="1143000"/>
                </a:lnTo>
                <a:lnTo>
                  <a:pt x="1958276" y="1155700"/>
                </a:lnTo>
                <a:lnTo>
                  <a:pt x="1957285" y="1155700"/>
                </a:lnTo>
                <a:lnTo>
                  <a:pt x="1954898" y="1168400"/>
                </a:lnTo>
                <a:lnTo>
                  <a:pt x="1955063" y="1168400"/>
                </a:lnTo>
                <a:lnTo>
                  <a:pt x="1952066" y="1181100"/>
                </a:lnTo>
                <a:lnTo>
                  <a:pt x="1952256" y="1181100"/>
                </a:lnTo>
                <a:lnTo>
                  <a:pt x="1948751" y="1193800"/>
                </a:lnTo>
                <a:lnTo>
                  <a:pt x="1945233" y="1193800"/>
                </a:lnTo>
                <a:lnTo>
                  <a:pt x="1940788" y="1206500"/>
                </a:lnTo>
                <a:lnTo>
                  <a:pt x="1941055" y="1206500"/>
                </a:lnTo>
                <a:lnTo>
                  <a:pt x="1936140" y="1219200"/>
                </a:lnTo>
                <a:lnTo>
                  <a:pt x="1936432" y="1219200"/>
                </a:lnTo>
                <a:lnTo>
                  <a:pt x="1931085" y="1231900"/>
                </a:lnTo>
                <a:lnTo>
                  <a:pt x="1925967" y="1231900"/>
                </a:lnTo>
                <a:lnTo>
                  <a:pt x="1919770" y="1244600"/>
                </a:lnTo>
                <a:lnTo>
                  <a:pt x="1920125" y="1244600"/>
                </a:lnTo>
                <a:lnTo>
                  <a:pt x="1913534" y="1257300"/>
                </a:lnTo>
                <a:lnTo>
                  <a:pt x="1913915" y="1244600"/>
                </a:lnTo>
                <a:lnTo>
                  <a:pt x="1906930" y="1257300"/>
                </a:lnTo>
                <a:lnTo>
                  <a:pt x="1907336" y="1257300"/>
                </a:lnTo>
                <a:lnTo>
                  <a:pt x="1899983" y="1270000"/>
                </a:lnTo>
                <a:lnTo>
                  <a:pt x="1893138" y="1270000"/>
                </a:lnTo>
                <a:lnTo>
                  <a:pt x="1885073" y="1282700"/>
                </a:lnTo>
                <a:lnTo>
                  <a:pt x="1877631" y="1282700"/>
                </a:lnTo>
                <a:lnTo>
                  <a:pt x="1868919" y="1295400"/>
                </a:lnTo>
                <a:lnTo>
                  <a:pt x="1860931" y="1295400"/>
                </a:lnTo>
                <a:lnTo>
                  <a:pt x="1851621" y="1308100"/>
                </a:lnTo>
                <a:lnTo>
                  <a:pt x="1852168" y="1295400"/>
                </a:lnTo>
                <a:lnTo>
                  <a:pt x="1842579" y="1308100"/>
                </a:lnTo>
                <a:lnTo>
                  <a:pt x="1833867" y="1308100"/>
                </a:lnTo>
                <a:lnTo>
                  <a:pt x="1823770" y="1320800"/>
                </a:lnTo>
                <a:lnTo>
                  <a:pt x="1824355" y="1308100"/>
                </a:lnTo>
                <a:lnTo>
                  <a:pt x="1814029" y="1320800"/>
                </a:lnTo>
                <a:lnTo>
                  <a:pt x="412750" y="1320800"/>
                </a:lnTo>
                <a:lnTo>
                  <a:pt x="402424" y="1308100"/>
                </a:lnTo>
                <a:lnTo>
                  <a:pt x="403021" y="1320800"/>
                </a:lnTo>
                <a:lnTo>
                  <a:pt x="392938" y="1308100"/>
                </a:lnTo>
                <a:lnTo>
                  <a:pt x="384225" y="1308100"/>
                </a:lnTo>
                <a:lnTo>
                  <a:pt x="374637" y="1295400"/>
                </a:lnTo>
                <a:lnTo>
                  <a:pt x="375183" y="1308100"/>
                </a:lnTo>
                <a:lnTo>
                  <a:pt x="365874" y="1295400"/>
                </a:lnTo>
                <a:lnTo>
                  <a:pt x="357886" y="1295400"/>
                </a:lnTo>
                <a:lnTo>
                  <a:pt x="349161" y="1282700"/>
                </a:lnTo>
                <a:lnTo>
                  <a:pt x="341731" y="1282700"/>
                </a:lnTo>
                <a:lnTo>
                  <a:pt x="333667" y="1270000"/>
                </a:lnTo>
                <a:lnTo>
                  <a:pt x="326821" y="1270000"/>
                </a:lnTo>
                <a:lnTo>
                  <a:pt x="319455" y="1257300"/>
                </a:lnTo>
                <a:lnTo>
                  <a:pt x="319862" y="1257300"/>
                </a:lnTo>
                <a:lnTo>
                  <a:pt x="312877" y="1244600"/>
                </a:lnTo>
                <a:lnTo>
                  <a:pt x="313270" y="1257300"/>
                </a:lnTo>
                <a:lnTo>
                  <a:pt x="306666" y="1244600"/>
                </a:lnTo>
                <a:lnTo>
                  <a:pt x="307035" y="1244600"/>
                </a:lnTo>
                <a:lnTo>
                  <a:pt x="300837" y="1231900"/>
                </a:lnTo>
                <a:lnTo>
                  <a:pt x="295719" y="1231900"/>
                </a:lnTo>
                <a:lnTo>
                  <a:pt x="290360" y="1219200"/>
                </a:lnTo>
                <a:lnTo>
                  <a:pt x="290652" y="1219200"/>
                </a:lnTo>
                <a:lnTo>
                  <a:pt x="285750" y="1206500"/>
                </a:lnTo>
                <a:lnTo>
                  <a:pt x="286016" y="1206500"/>
                </a:lnTo>
                <a:lnTo>
                  <a:pt x="281571" y="1193800"/>
                </a:lnTo>
                <a:lnTo>
                  <a:pt x="278041" y="1193800"/>
                </a:lnTo>
                <a:lnTo>
                  <a:pt x="274548" y="1181100"/>
                </a:lnTo>
                <a:lnTo>
                  <a:pt x="274739" y="1181100"/>
                </a:lnTo>
                <a:lnTo>
                  <a:pt x="271741" y="1168400"/>
                </a:lnTo>
                <a:lnTo>
                  <a:pt x="271894" y="1168400"/>
                </a:lnTo>
                <a:lnTo>
                  <a:pt x="269417" y="1155700"/>
                </a:lnTo>
                <a:lnTo>
                  <a:pt x="268478" y="1155700"/>
                </a:lnTo>
                <a:lnTo>
                  <a:pt x="267614" y="1143000"/>
                </a:lnTo>
                <a:lnTo>
                  <a:pt x="267665" y="1155700"/>
                </a:lnTo>
                <a:lnTo>
                  <a:pt x="266890" y="1143000"/>
                </a:lnTo>
                <a:lnTo>
                  <a:pt x="266293" y="1143000"/>
                </a:lnTo>
                <a:lnTo>
                  <a:pt x="265823" y="1130300"/>
                </a:lnTo>
                <a:lnTo>
                  <a:pt x="265493" y="1130300"/>
                </a:lnTo>
                <a:lnTo>
                  <a:pt x="265290" y="1117600"/>
                </a:lnTo>
                <a:lnTo>
                  <a:pt x="265226" y="228600"/>
                </a:lnTo>
                <a:lnTo>
                  <a:pt x="265506" y="215900"/>
                </a:lnTo>
                <a:lnTo>
                  <a:pt x="265849" y="215900"/>
                </a:lnTo>
                <a:lnTo>
                  <a:pt x="266319" y="203200"/>
                </a:lnTo>
                <a:lnTo>
                  <a:pt x="266928" y="203200"/>
                </a:lnTo>
                <a:lnTo>
                  <a:pt x="267665" y="190500"/>
                </a:lnTo>
                <a:lnTo>
                  <a:pt x="269519" y="190500"/>
                </a:lnTo>
                <a:lnTo>
                  <a:pt x="271894" y="177800"/>
                </a:lnTo>
                <a:lnTo>
                  <a:pt x="271741" y="177800"/>
                </a:lnTo>
                <a:lnTo>
                  <a:pt x="274739" y="165100"/>
                </a:lnTo>
                <a:lnTo>
                  <a:pt x="274548" y="165100"/>
                </a:lnTo>
                <a:lnTo>
                  <a:pt x="278041" y="152400"/>
                </a:lnTo>
                <a:lnTo>
                  <a:pt x="281571" y="152400"/>
                </a:lnTo>
                <a:lnTo>
                  <a:pt x="286016" y="139700"/>
                </a:lnTo>
                <a:lnTo>
                  <a:pt x="285750" y="139700"/>
                </a:lnTo>
                <a:lnTo>
                  <a:pt x="290652" y="127000"/>
                </a:lnTo>
                <a:lnTo>
                  <a:pt x="290360" y="127000"/>
                </a:lnTo>
                <a:lnTo>
                  <a:pt x="295719" y="114300"/>
                </a:lnTo>
                <a:lnTo>
                  <a:pt x="300837" y="114300"/>
                </a:lnTo>
                <a:lnTo>
                  <a:pt x="307035" y="101600"/>
                </a:lnTo>
                <a:lnTo>
                  <a:pt x="306666" y="101600"/>
                </a:lnTo>
                <a:lnTo>
                  <a:pt x="313270" y="88900"/>
                </a:lnTo>
                <a:lnTo>
                  <a:pt x="312877" y="101600"/>
                </a:lnTo>
                <a:lnTo>
                  <a:pt x="319862" y="88900"/>
                </a:lnTo>
                <a:lnTo>
                  <a:pt x="319455" y="88900"/>
                </a:lnTo>
                <a:lnTo>
                  <a:pt x="326821" y="76200"/>
                </a:lnTo>
                <a:lnTo>
                  <a:pt x="333667" y="76200"/>
                </a:lnTo>
                <a:lnTo>
                  <a:pt x="341731" y="63500"/>
                </a:lnTo>
                <a:lnTo>
                  <a:pt x="349161" y="63500"/>
                </a:lnTo>
                <a:lnTo>
                  <a:pt x="357886" y="50800"/>
                </a:lnTo>
                <a:lnTo>
                  <a:pt x="365874" y="50800"/>
                </a:lnTo>
                <a:lnTo>
                  <a:pt x="375183" y="38100"/>
                </a:lnTo>
                <a:lnTo>
                  <a:pt x="392938" y="38100"/>
                </a:lnTo>
                <a:lnTo>
                  <a:pt x="403021" y="25400"/>
                </a:lnTo>
                <a:lnTo>
                  <a:pt x="402424" y="38100"/>
                </a:lnTo>
                <a:lnTo>
                  <a:pt x="412750" y="25400"/>
                </a:lnTo>
                <a:lnTo>
                  <a:pt x="463842" y="25400"/>
                </a:lnTo>
                <a:lnTo>
                  <a:pt x="469531" y="12700"/>
                </a:lnTo>
                <a:lnTo>
                  <a:pt x="469214" y="25400"/>
                </a:lnTo>
                <a:lnTo>
                  <a:pt x="474954" y="12700"/>
                </a:lnTo>
                <a:lnTo>
                  <a:pt x="1751850" y="12700"/>
                </a:lnTo>
                <a:lnTo>
                  <a:pt x="1757578" y="25400"/>
                </a:lnTo>
                <a:lnTo>
                  <a:pt x="1757260" y="12700"/>
                </a:lnTo>
                <a:lnTo>
                  <a:pt x="1762963" y="25400"/>
                </a:lnTo>
                <a:lnTo>
                  <a:pt x="1814029" y="25400"/>
                </a:lnTo>
                <a:lnTo>
                  <a:pt x="1824355" y="38100"/>
                </a:lnTo>
                <a:lnTo>
                  <a:pt x="1823770" y="25400"/>
                </a:lnTo>
                <a:lnTo>
                  <a:pt x="1833867" y="38100"/>
                </a:lnTo>
                <a:lnTo>
                  <a:pt x="1851621" y="38100"/>
                </a:lnTo>
                <a:lnTo>
                  <a:pt x="1860931" y="50800"/>
                </a:lnTo>
                <a:lnTo>
                  <a:pt x="1868919" y="50800"/>
                </a:lnTo>
                <a:lnTo>
                  <a:pt x="1877631" y="63500"/>
                </a:lnTo>
                <a:lnTo>
                  <a:pt x="1885073" y="63500"/>
                </a:lnTo>
                <a:lnTo>
                  <a:pt x="1893138" y="76200"/>
                </a:lnTo>
                <a:lnTo>
                  <a:pt x="1899983" y="76200"/>
                </a:lnTo>
                <a:lnTo>
                  <a:pt x="1907336" y="88900"/>
                </a:lnTo>
                <a:lnTo>
                  <a:pt x="1906930" y="88900"/>
                </a:lnTo>
                <a:lnTo>
                  <a:pt x="1913915" y="101600"/>
                </a:lnTo>
                <a:lnTo>
                  <a:pt x="1913534" y="88900"/>
                </a:lnTo>
                <a:lnTo>
                  <a:pt x="1920125" y="101600"/>
                </a:lnTo>
                <a:lnTo>
                  <a:pt x="1919770" y="101600"/>
                </a:lnTo>
                <a:lnTo>
                  <a:pt x="1925967" y="114300"/>
                </a:lnTo>
                <a:lnTo>
                  <a:pt x="1931085" y="114300"/>
                </a:lnTo>
                <a:lnTo>
                  <a:pt x="1936432" y="127000"/>
                </a:lnTo>
                <a:lnTo>
                  <a:pt x="1936140" y="127000"/>
                </a:lnTo>
                <a:lnTo>
                  <a:pt x="1941055" y="139700"/>
                </a:lnTo>
                <a:lnTo>
                  <a:pt x="1940788" y="139700"/>
                </a:lnTo>
                <a:lnTo>
                  <a:pt x="1945233" y="152400"/>
                </a:lnTo>
                <a:lnTo>
                  <a:pt x="1948751" y="152400"/>
                </a:lnTo>
                <a:lnTo>
                  <a:pt x="1952256" y="165100"/>
                </a:lnTo>
                <a:lnTo>
                  <a:pt x="1952066" y="165100"/>
                </a:lnTo>
                <a:lnTo>
                  <a:pt x="1955063" y="177800"/>
                </a:lnTo>
                <a:lnTo>
                  <a:pt x="1954898" y="177800"/>
                </a:lnTo>
                <a:lnTo>
                  <a:pt x="1957387" y="190500"/>
                </a:lnTo>
                <a:lnTo>
                  <a:pt x="1959178" y="190500"/>
                </a:lnTo>
                <a:lnTo>
                  <a:pt x="1959914" y="203200"/>
                </a:lnTo>
                <a:lnTo>
                  <a:pt x="1960511" y="203200"/>
                </a:lnTo>
                <a:lnTo>
                  <a:pt x="1960968" y="215900"/>
                </a:lnTo>
                <a:lnTo>
                  <a:pt x="1961311" y="215900"/>
                </a:lnTo>
                <a:lnTo>
                  <a:pt x="1961515" y="228600"/>
                </a:lnTo>
                <a:lnTo>
                  <a:pt x="1961578" y="1117600"/>
                </a:lnTo>
                <a:lnTo>
                  <a:pt x="1961578" y="121577"/>
                </a:lnTo>
                <a:lnTo>
                  <a:pt x="1958606" y="114300"/>
                </a:lnTo>
                <a:lnTo>
                  <a:pt x="1952955" y="101600"/>
                </a:lnTo>
                <a:lnTo>
                  <a:pt x="1946846" y="101600"/>
                </a:lnTo>
                <a:lnTo>
                  <a:pt x="1940293" y="88900"/>
                </a:lnTo>
                <a:lnTo>
                  <a:pt x="1933321" y="76200"/>
                </a:lnTo>
                <a:lnTo>
                  <a:pt x="1925929" y="76200"/>
                </a:lnTo>
                <a:lnTo>
                  <a:pt x="1918157" y="63500"/>
                </a:lnTo>
                <a:lnTo>
                  <a:pt x="1910003" y="50800"/>
                </a:lnTo>
                <a:lnTo>
                  <a:pt x="1901469" y="50800"/>
                </a:lnTo>
                <a:lnTo>
                  <a:pt x="1892604" y="38100"/>
                </a:lnTo>
                <a:lnTo>
                  <a:pt x="1883384" y="38100"/>
                </a:lnTo>
                <a:lnTo>
                  <a:pt x="1873859" y="25400"/>
                </a:lnTo>
                <a:lnTo>
                  <a:pt x="1864017" y="25400"/>
                </a:lnTo>
                <a:lnTo>
                  <a:pt x="1853882" y="12700"/>
                </a:lnTo>
                <a:lnTo>
                  <a:pt x="1832800" y="12700"/>
                </a:lnTo>
                <a:lnTo>
                  <a:pt x="1821878" y="0"/>
                </a:lnTo>
                <a:lnTo>
                  <a:pt x="404926" y="0"/>
                </a:lnTo>
                <a:lnTo>
                  <a:pt x="394004" y="12700"/>
                </a:lnTo>
                <a:lnTo>
                  <a:pt x="372922" y="12700"/>
                </a:lnTo>
                <a:lnTo>
                  <a:pt x="362788" y="25400"/>
                </a:lnTo>
                <a:lnTo>
                  <a:pt x="352945" y="25400"/>
                </a:lnTo>
                <a:lnTo>
                  <a:pt x="343408" y="38100"/>
                </a:lnTo>
                <a:lnTo>
                  <a:pt x="334200" y="38100"/>
                </a:lnTo>
                <a:lnTo>
                  <a:pt x="325323" y="50800"/>
                </a:lnTo>
                <a:lnTo>
                  <a:pt x="316801" y="50800"/>
                </a:lnTo>
                <a:lnTo>
                  <a:pt x="308648" y="63500"/>
                </a:lnTo>
                <a:lnTo>
                  <a:pt x="300863" y="76200"/>
                </a:lnTo>
                <a:lnTo>
                  <a:pt x="293484" y="76200"/>
                </a:lnTo>
                <a:lnTo>
                  <a:pt x="286512" y="88900"/>
                </a:lnTo>
                <a:lnTo>
                  <a:pt x="279958" y="101600"/>
                </a:lnTo>
                <a:lnTo>
                  <a:pt x="273850" y="101600"/>
                </a:lnTo>
                <a:lnTo>
                  <a:pt x="268185" y="114300"/>
                </a:lnTo>
                <a:lnTo>
                  <a:pt x="263004" y="127000"/>
                </a:lnTo>
                <a:lnTo>
                  <a:pt x="258292" y="139700"/>
                </a:lnTo>
                <a:lnTo>
                  <a:pt x="254088" y="152400"/>
                </a:lnTo>
                <a:lnTo>
                  <a:pt x="250393" y="152400"/>
                </a:lnTo>
                <a:lnTo>
                  <a:pt x="247218" y="165100"/>
                </a:lnTo>
                <a:lnTo>
                  <a:pt x="244614" y="177800"/>
                </a:lnTo>
                <a:lnTo>
                  <a:pt x="243497" y="190500"/>
                </a:lnTo>
                <a:lnTo>
                  <a:pt x="242531" y="190500"/>
                </a:lnTo>
                <a:lnTo>
                  <a:pt x="241719" y="203200"/>
                </a:lnTo>
                <a:lnTo>
                  <a:pt x="241033" y="203200"/>
                </a:lnTo>
                <a:lnTo>
                  <a:pt x="240512" y="215900"/>
                </a:lnTo>
                <a:lnTo>
                  <a:pt x="240131" y="215900"/>
                </a:lnTo>
                <a:lnTo>
                  <a:pt x="239903" y="228600"/>
                </a:lnTo>
                <a:lnTo>
                  <a:pt x="239903" y="1117600"/>
                </a:lnTo>
                <a:lnTo>
                  <a:pt x="240131" y="1130300"/>
                </a:lnTo>
                <a:lnTo>
                  <a:pt x="240512" y="1130300"/>
                </a:lnTo>
                <a:lnTo>
                  <a:pt x="241033" y="1143000"/>
                </a:lnTo>
                <a:lnTo>
                  <a:pt x="241719" y="1143000"/>
                </a:lnTo>
                <a:lnTo>
                  <a:pt x="242531" y="1155700"/>
                </a:lnTo>
                <a:lnTo>
                  <a:pt x="243497" y="1155700"/>
                </a:lnTo>
                <a:lnTo>
                  <a:pt x="244614" y="1168400"/>
                </a:lnTo>
                <a:lnTo>
                  <a:pt x="247218" y="1181100"/>
                </a:lnTo>
                <a:lnTo>
                  <a:pt x="250393" y="1181100"/>
                </a:lnTo>
                <a:lnTo>
                  <a:pt x="254088" y="1193800"/>
                </a:lnTo>
                <a:lnTo>
                  <a:pt x="258292" y="1206500"/>
                </a:lnTo>
                <a:lnTo>
                  <a:pt x="263004" y="1219200"/>
                </a:lnTo>
                <a:lnTo>
                  <a:pt x="268185" y="1231900"/>
                </a:lnTo>
                <a:lnTo>
                  <a:pt x="273850" y="1244600"/>
                </a:lnTo>
                <a:lnTo>
                  <a:pt x="279958" y="1244600"/>
                </a:lnTo>
                <a:lnTo>
                  <a:pt x="286512" y="1257300"/>
                </a:lnTo>
                <a:lnTo>
                  <a:pt x="293484" y="1270000"/>
                </a:lnTo>
                <a:lnTo>
                  <a:pt x="300863" y="1270000"/>
                </a:lnTo>
                <a:lnTo>
                  <a:pt x="308648" y="1282700"/>
                </a:lnTo>
                <a:lnTo>
                  <a:pt x="316801" y="1295400"/>
                </a:lnTo>
                <a:lnTo>
                  <a:pt x="325323" y="1295400"/>
                </a:lnTo>
                <a:lnTo>
                  <a:pt x="334200" y="1308100"/>
                </a:lnTo>
                <a:lnTo>
                  <a:pt x="343408" y="1308100"/>
                </a:lnTo>
                <a:lnTo>
                  <a:pt x="352945" y="1320800"/>
                </a:lnTo>
                <a:lnTo>
                  <a:pt x="362788" y="1320800"/>
                </a:lnTo>
                <a:lnTo>
                  <a:pt x="372922" y="1333500"/>
                </a:lnTo>
                <a:lnTo>
                  <a:pt x="394004" y="1333500"/>
                </a:lnTo>
                <a:lnTo>
                  <a:pt x="404926" y="1346200"/>
                </a:lnTo>
                <a:lnTo>
                  <a:pt x="1821878" y="1346200"/>
                </a:lnTo>
                <a:lnTo>
                  <a:pt x="1832800" y="1333500"/>
                </a:lnTo>
                <a:lnTo>
                  <a:pt x="1853882" y="1333500"/>
                </a:lnTo>
                <a:lnTo>
                  <a:pt x="1864017" y="1320800"/>
                </a:lnTo>
                <a:lnTo>
                  <a:pt x="1873859" y="1320800"/>
                </a:lnTo>
                <a:lnTo>
                  <a:pt x="1883384" y="1308100"/>
                </a:lnTo>
                <a:lnTo>
                  <a:pt x="1892604" y="1308100"/>
                </a:lnTo>
                <a:lnTo>
                  <a:pt x="1901469" y="1295400"/>
                </a:lnTo>
                <a:lnTo>
                  <a:pt x="1910003" y="1295400"/>
                </a:lnTo>
                <a:lnTo>
                  <a:pt x="1918157" y="1282700"/>
                </a:lnTo>
                <a:lnTo>
                  <a:pt x="1925929" y="1270000"/>
                </a:lnTo>
                <a:lnTo>
                  <a:pt x="1933321" y="1270000"/>
                </a:lnTo>
                <a:lnTo>
                  <a:pt x="1940293" y="1257300"/>
                </a:lnTo>
                <a:lnTo>
                  <a:pt x="1946846" y="1244600"/>
                </a:lnTo>
                <a:lnTo>
                  <a:pt x="1952955" y="1244600"/>
                </a:lnTo>
                <a:lnTo>
                  <a:pt x="1968512" y="1206500"/>
                </a:lnTo>
                <a:lnTo>
                  <a:pt x="1976412" y="1181100"/>
                </a:lnTo>
                <a:lnTo>
                  <a:pt x="1979574" y="1181100"/>
                </a:lnTo>
                <a:lnTo>
                  <a:pt x="1982190" y="1168400"/>
                </a:lnTo>
                <a:lnTo>
                  <a:pt x="1983308" y="1155700"/>
                </a:lnTo>
                <a:lnTo>
                  <a:pt x="1984273" y="1155700"/>
                </a:lnTo>
                <a:lnTo>
                  <a:pt x="1985086" y="1143000"/>
                </a:lnTo>
                <a:lnTo>
                  <a:pt x="1985759" y="1143000"/>
                </a:lnTo>
                <a:lnTo>
                  <a:pt x="1986292" y="1130300"/>
                </a:lnTo>
                <a:lnTo>
                  <a:pt x="1986673" y="1130300"/>
                </a:lnTo>
                <a:lnTo>
                  <a:pt x="1986902" y="1117600"/>
                </a:lnTo>
                <a:lnTo>
                  <a:pt x="1986902" y="228600"/>
                </a:lnTo>
                <a:close/>
              </a:path>
              <a:path w="4427220" h="4126229">
                <a:moveTo>
                  <a:pt x="4426724" y="2331174"/>
                </a:moveTo>
                <a:lnTo>
                  <a:pt x="4401324" y="2331174"/>
                </a:lnTo>
                <a:lnTo>
                  <a:pt x="4401324" y="2356574"/>
                </a:lnTo>
                <a:lnTo>
                  <a:pt x="4401324" y="4100309"/>
                </a:lnTo>
                <a:lnTo>
                  <a:pt x="25400" y="4100309"/>
                </a:lnTo>
                <a:lnTo>
                  <a:pt x="25400" y="2356574"/>
                </a:lnTo>
                <a:lnTo>
                  <a:pt x="4401324" y="2356574"/>
                </a:lnTo>
                <a:lnTo>
                  <a:pt x="4401324" y="2331174"/>
                </a:lnTo>
                <a:lnTo>
                  <a:pt x="0" y="2331174"/>
                </a:lnTo>
                <a:lnTo>
                  <a:pt x="0" y="4125709"/>
                </a:lnTo>
                <a:lnTo>
                  <a:pt x="4426724" y="4125709"/>
                </a:lnTo>
                <a:lnTo>
                  <a:pt x="4426724" y="4113009"/>
                </a:lnTo>
                <a:lnTo>
                  <a:pt x="4426724" y="4100309"/>
                </a:lnTo>
                <a:lnTo>
                  <a:pt x="4426724" y="2356574"/>
                </a:lnTo>
                <a:lnTo>
                  <a:pt x="4426724" y="2343874"/>
                </a:lnTo>
                <a:lnTo>
                  <a:pt x="4426724" y="2331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 dirty="0">
              <a:latin typeface="Calibri"/>
              <a:ea typeface="Calibri"/>
              <a:cs typeface="Calibri"/>
            </a:endParaRPr>
          </a:p>
        </p:txBody>
      </p:sp>
      <p:pic>
        <p:nvPicPr>
          <p:cNvPr id="35" name="object 34">
            <a:extLst>
              <a:ext uri="{FF2B5EF4-FFF2-40B4-BE49-F238E27FC236}">
                <a16:creationId xmlns:a16="http://schemas.microsoft.com/office/drawing/2014/main" id="{9E771529-F68C-4F66-BD66-86978D033C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4598" y="2768404"/>
            <a:ext cx="362962" cy="362962"/>
          </a:xfrm>
          <a:prstGeom prst="rect">
            <a:avLst/>
          </a:prstGeom>
        </p:spPr>
      </p:pic>
      <p:sp>
        <p:nvSpPr>
          <p:cNvPr id="36" name="object 35">
            <a:extLst>
              <a:ext uri="{FF2B5EF4-FFF2-40B4-BE49-F238E27FC236}">
                <a16:creationId xmlns:a16="http://schemas.microsoft.com/office/drawing/2014/main" id="{19C428EE-8634-4A1E-8458-369E5B65969E}"/>
              </a:ext>
            </a:extLst>
          </p:cNvPr>
          <p:cNvSpPr>
            <a:spLocks noGrp="1"/>
          </p:cNvSpPr>
          <p:nvPr/>
        </p:nvSpPr>
        <p:spPr>
          <a:xfrm>
            <a:off x="6375562" y="4880769"/>
            <a:ext cx="1537817" cy="1100836"/>
          </a:xfrm>
          <a:custGeom>
            <a:avLst/>
            <a:gdLst/>
            <a:ahLst/>
            <a:cxnLst/>
            <a:rect l="l" t="t" r="r" b="b"/>
            <a:pathLst>
              <a:path w="1747520" h="1250950">
                <a:moveTo>
                  <a:pt x="1552295" y="1249680"/>
                </a:moveTo>
                <a:lnTo>
                  <a:pt x="194716" y="1249680"/>
                </a:lnTo>
                <a:lnTo>
                  <a:pt x="183934" y="1248410"/>
                </a:lnTo>
                <a:lnTo>
                  <a:pt x="132486" y="1233169"/>
                </a:lnTo>
                <a:lnTo>
                  <a:pt x="95618" y="1214119"/>
                </a:lnTo>
                <a:lnTo>
                  <a:pt x="71031" y="1193800"/>
                </a:lnTo>
                <a:lnTo>
                  <a:pt x="63500" y="1187450"/>
                </a:lnTo>
                <a:lnTo>
                  <a:pt x="56311" y="1179830"/>
                </a:lnTo>
                <a:lnTo>
                  <a:pt x="49491" y="1172210"/>
                </a:lnTo>
                <a:lnTo>
                  <a:pt x="43052" y="1163319"/>
                </a:lnTo>
                <a:lnTo>
                  <a:pt x="37007" y="1154430"/>
                </a:lnTo>
                <a:lnTo>
                  <a:pt x="31356" y="1146810"/>
                </a:lnTo>
                <a:lnTo>
                  <a:pt x="26136" y="1136650"/>
                </a:lnTo>
                <a:lnTo>
                  <a:pt x="21335" y="1127760"/>
                </a:lnTo>
                <a:lnTo>
                  <a:pt x="16992" y="1117600"/>
                </a:lnTo>
                <a:lnTo>
                  <a:pt x="4381" y="1077141"/>
                </a:lnTo>
                <a:lnTo>
                  <a:pt x="0" y="1038860"/>
                </a:lnTo>
                <a:lnTo>
                  <a:pt x="0" y="210820"/>
                </a:lnTo>
                <a:lnTo>
                  <a:pt x="4343" y="172720"/>
                </a:lnTo>
                <a:lnTo>
                  <a:pt x="16992" y="132079"/>
                </a:lnTo>
                <a:lnTo>
                  <a:pt x="37007" y="95250"/>
                </a:lnTo>
                <a:lnTo>
                  <a:pt x="49491" y="78739"/>
                </a:lnTo>
                <a:lnTo>
                  <a:pt x="56311" y="69850"/>
                </a:lnTo>
                <a:lnTo>
                  <a:pt x="63500" y="62229"/>
                </a:lnTo>
                <a:lnTo>
                  <a:pt x="71031" y="55879"/>
                </a:lnTo>
                <a:lnTo>
                  <a:pt x="78905" y="48260"/>
                </a:lnTo>
                <a:lnTo>
                  <a:pt x="87109" y="41910"/>
                </a:lnTo>
                <a:lnTo>
                  <a:pt x="95618" y="36829"/>
                </a:lnTo>
                <a:lnTo>
                  <a:pt x="104419" y="30479"/>
                </a:lnTo>
                <a:lnTo>
                  <a:pt x="152438" y="8889"/>
                </a:lnTo>
                <a:lnTo>
                  <a:pt x="194716" y="0"/>
                </a:lnTo>
                <a:lnTo>
                  <a:pt x="1552295" y="0"/>
                </a:lnTo>
                <a:lnTo>
                  <a:pt x="1594573" y="8889"/>
                </a:lnTo>
                <a:lnTo>
                  <a:pt x="1631159" y="24129"/>
                </a:lnTo>
                <a:lnTo>
                  <a:pt x="212178" y="24129"/>
                </a:lnTo>
                <a:lnTo>
                  <a:pt x="206946" y="25400"/>
                </a:lnTo>
                <a:lnTo>
                  <a:pt x="197688" y="25400"/>
                </a:lnTo>
                <a:lnTo>
                  <a:pt x="188700" y="26515"/>
                </a:lnTo>
                <a:lnTo>
                  <a:pt x="183057" y="27939"/>
                </a:lnTo>
                <a:lnTo>
                  <a:pt x="178650" y="27939"/>
                </a:lnTo>
                <a:lnTo>
                  <a:pt x="168770" y="30479"/>
                </a:lnTo>
                <a:lnTo>
                  <a:pt x="169379" y="30479"/>
                </a:lnTo>
                <a:lnTo>
                  <a:pt x="159677" y="33020"/>
                </a:lnTo>
                <a:lnTo>
                  <a:pt x="160286" y="33020"/>
                </a:lnTo>
                <a:lnTo>
                  <a:pt x="150787" y="36829"/>
                </a:lnTo>
                <a:lnTo>
                  <a:pt x="151371" y="36829"/>
                </a:lnTo>
                <a:lnTo>
                  <a:pt x="142100" y="39370"/>
                </a:lnTo>
                <a:lnTo>
                  <a:pt x="142671" y="39370"/>
                </a:lnTo>
                <a:lnTo>
                  <a:pt x="133616" y="43179"/>
                </a:lnTo>
                <a:lnTo>
                  <a:pt x="134175" y="43179"/>
                </a:lnTo>
                <a:lnTo>
                  <a:pt x="125361" y="48260"/>
                </a:lnTo>
                <a:lnTo>
                  <a:pt x="125907" y="48260"/>
                </a:lnTo>
                <a:lnTo>
                  <a:pt x="117348" y="52070"/>
                </a:lnTo>
                <a:lnTo>
                  <a:pt x="117868" y="52070"/>
                </a:lnTo>
                <a:lnTo>
                  <a:pt x="109575" y="57150"/>
                </a:lnTo>
                <a:lnTo>
                  <a:pt x="110083" y="57150"/>
                </a:lnTo>
                <a:lnTo>
                  <a:pt x="103672" y="62229"/>
                </a:lnTo>
                <a:lnTo>
                  <a:pt x="102565" y="62229"/>
                </a:lnTo>
                <a:lnTo>
                  <a:pt x="94843" y="68579"/>
                </a:lnTo>
                <a:lnTo>
                  <a:pt x="95313" y="68579"/>
                </a:lnTo>
                <a:lnTo>
                  <a:pt x="89380" y="73660"/>
                </a:lnTo>
                <a:lnTo>
                  <a:pt x="88341" y="73660"/>
                </a:lnTo>
                <a:lnTo>
                  <a:pt x="82425" y="80010"/>
                </a:lnTo>
                <a:lnTo>
                  <a:pt x="81673" y="80010"/>
                </a:lnTo>
                <a:lnTo>
                  <a:pt x="74904" y="87629"/>
                </a:lnTo>
                <a:lnTo>
                  <a:pt x="75310" y="87629"/>
                </a:lnTo>
                <a:lnTo>
                  <a:pt x="69966" y="93979"/>
                </a:lnTo>
                <a:lnTo>
                  <a:pt x="69278" y="93979"/>
                </a:lnTo>
                <a:lnTo>
                  <a:pt x="63220" y="101600"/>
                </a:lnTo>
                <a:lnTo>
                  <a:pt x="63576" y="101600"/>
                </a:lnTo>
                <a:lnTo>
                  <a:pt x="57886" y="109220"/>
                </a:lnTo>
                <a:lnTo>
                  <a:pt x="58229" y="109220"/>
                </a:lnTo>
                <a:lnTo>
                  <a:pt x="52908" y="116839"/>
                </a:lnTo>
                <a:lnTo>
                  <a:pt x="53225" y="116839"/>
                </a:lnTo>
                <a:lnTo>
                  <a:pt x="49012" y="124460"/>
                </a:lnTo>
                <a:lnTo>
                  <a:pt x="48602" y="124460"/>
                </a:lnTo>
                <a:lnTo>
                  <a:pt x="44081" y="133350"/>
                </a:lnTo>
                <a:lnTo>
                  <a:pt x="44361" y="133350"/>
                </a:lnTo>
                <a:lnTo>
                  <a:pt x="40845" y="140970"/>
                </a:lnTo>
                <a:lnTo>
                  <a:pt x="40500" y="140970"/>
                </a:lnTo>
                <a:lnTo>
                  <a:pt x="37299" y="149860"/>
                </a:lnTo>
                <a:lnTo>
                  <a:pt x="37058" y="149860"/>
                </a:lnTo>
                <a:lnTo>
                  <a:pt x="34247" y="158750"/>
                </a:lnTo>
                <a:lnTo>
                  <a:pt x="34035" y="158750"/>
                </a:lnTo>
                <a:lnTo>
                  <a:pt x="31624" y="167639"/>
                </a:lnTo>
                <a:lnTo>
                  <a:pt x="31445" y="167639"/>
                </a:lnTo>
                <a:lnTo>
                  <a:pt x="29286" y="177800"/>
                </a:lnTo>
                <a:lnTo>
                  <a:pt x="27719" y="186689"/>
                </a:lnTo>
                <a:lnTo>
                  <a:pt x="27584" y="186689"/>
                </a:lnTo>
                <a:lnTo>
                  <a:pt x="26339" y="196850"/>
                </a:lnTo>
                <a:lnTo>
                  <a:pt x="25907" y="201929"/>
                </a:lnTo>
                <a:lnTo>
                  <a:pt x="25660" y="205739"/>
                </a:lnTo>
                <a:lnTo>
                  <a:pt x="25577" y="207010"/>
                </a:lnTo>
                <a:lnTo>
                  <a:pt x="25427" y="210820"/>
                </a:lnTo>
                <a:lnTo>
                  <a:pt x="25387" y="1038860"/>
                </a:lnTo>
                <a:lnTo>
                  <a:pt x="25577" y="1043939"/>
                </a:lnTo>
                <a:lnTo>
                  <a:pt x="25825" y="1047750"/>
                </a:lnTo>
                <a:lnTo>
                  <a:pt x="25907" y="1049019"/>
                </a:lnTo>
                <a:lnTo>
                  <a:pt x="26085" y="1050289"/>
                </a:lnTo>
                <a:lnTo>
                  <a:pt x="26288" y="1052830"/>
                </a:lnTo>
                <a:lnTo>
                  <a:pt x="27495" y="1062989"/>
                </a:lnTo>
                <a:lnTo>
                  <a:pt x="29064" y="1071893"/>
                </a:lnTo>
                <a:lnTo>
                  <a:pt x="29231" y="1072606"/>
                </a:lnTo>
                <a:lnTo>
                  <a:pt x="29286" y="1073150"/>
                </a:lnTo>
                <a:lnTo>
                  <a:pt x="29423" y="1073150"/>
                </a:lnTo>
                <a:lnTo>
                  <a:pt x="30256" y="1076960"/>
                </a:lnTo>
                <a:lnTo>
                  <a:pt x="31153" y="1080795"/>
                </a:lnTo>
                <a:lnTo>
                  <a:pt x="31393" y="1081639"/>
                </a:lnTo>
                <a:lnTo>
                  <a:pt x="31445" y="1082039"/>
                </a:lnTo>
                <a:lnTo>
                  <a:pt x="31624" y="1082039"/>
                </a:lnTo>
                <a:lnTo>
                  <a:pt x="34035" y="1090930"/>
                </a:lnTo>
                <a:lnTo>
                  <a:pt x="33845" y="1090930"/>
                </a:lnTo>
                <a:lnTo>
                  <a:pt x="37058" y="1099819"/>
                </a:lnTo>
                <a:lnTo>
                  <a:pt x="36842" y="1099819"/>
                </a:lnTo>
                <a:lnTo>
                  <a:pt x="40500" y="1108710"/>
                </a:lnTo>
                <a:lnTo>
                  <a:pt x="40771" y="1108710"/>
                </a:lnTo>
                <a:lnTo>
                  <a:pt x="44361" y="1117600"/>
                </a:lnTo>
                <a:lnTo>
                  <a:pt x="44727" y="1117600"/>
                </a:lnTo>
                <a:lnTo>
                  <a:pt x="48602" y="1125219"/>
                </a:lnTo>
                <a:lnTo>
                  <a:pt x="48310" y="1125219"/>
                </a:lnTo>
                <a:lnTo>
                  <a:pt x="53225" y="1132839"/>
                </a:lnTo>
                <a:lnTo>
                  <a:pt x="52908" y="1132839"/>
                </a:lnTo>
                <a:lnTo>
                  <a:pt x="58229" y="1140460"/>
                </a:lnTo>
                <a:lnTo>
                  <a:pt x="57886" y="1140460"/>
                </a:lnTo>
                <a:lnTo>
                  <a:pt x="63576" y="1148080"/>
                </a:lnTo>
                <a:lnTo>
                  <a:pt x="63220" y="1148080"/>
                </a:lnTo>
                <a:lnTo>
                  <a:pt x="69278" y="1155700"/>
                </a:lnTo>
                <a:lnTo>
                  <a:pt x="68897" y="1155700"/>
                </a:lnTo>
                <a:lnTo>
                  <a:pt x="75310" y="1163319"/>
                </a:lnTo>
                <a:lnTo>
                  <a:pt x="76032" y="1163319"/>
                </a:lnTo>
                <a:lnTo>
                  <a:pt x="81673" y="1169669"/>
                </a:lnTo>
                <a:lnTo>
                  <a:pt x="82425" y="1169669"/>
                </a:lnTo>
                <a:lnTo>
                  <a:pt x="88341" y="1176019"/>
                </a:lnTo>
                <a:lnTo>
                  <a:pt x="89132" y="1176019"/>
                </a:lnTo>
                <a:lnTo>
                  <a:pt x="95313" y="1182369"/>
                </a:lnTo>
                <a:lnTo>
                  <a:pt x="96387" y="1182369"/>
                </a:lnTo>
                <a:lnTo>
                  <a:pt x="102565" y="1187450"/>
                </a:lnTo>
                <a:lnTo>
                  <a:pt x="102069" y="1187450"/>
                </a:lnTo>
                <a:lnTo>
                  <a:pt x="110083" y="1192530"/>
                </a:lnTo>
                <a:lnTo>
                  <a:pt x="109575" y="1192530"/>
                </a:lnTo>
                <a:lnTo>
                  <a:pt x="117868" y="1197610"/>
                </a:lnTo>
                <a:lnTo>
                  <a:pt x="117348" y="1197610"/>
                </a:lnTo>
                <a:lnTo>
                  <a:pt x="125907" y="1202689"/>
                </a:lnTo>
                <a:lnTo>
                  <a:pt x="127565" y="1202689"/>
                </a:lnTo>
                <a:lnTo>
                  <a:pt x="134175" y="1206500"/>
                </a:lnTo>
                <a:lnTo>
                  <a:pt x="133616" y="1206500"/>
                </a:lnTo>
                <a:lnTo>
                  <a:pt x="142671" y="1210310"/>
                </a:lnTo>
                <a:lnTo>
                  <a:pt x="142100" y="1210310"/>
                </a:lnTo>
                <a:lnTo>
                  <a:pt x="151371" y="1214119"/>
                </a:lnTo>
                <a:lnTo>
                  <a:pt x="150787" y="1214119"/>
                </a:lnTo>
                <a:lnTo>
                  <a:pt x="160286" y="1216660"/>
                </a:lnTo>
                <a:lnTo>
                  <a:pt x="159677" y="1216660"/>
                </a:lnTo>
                <a:lnTo>
                  <a:pt x="169379" y="1219200"/>
                </a:lnTo>
                <a:lnTo>
                  <a:pt x="168770" y="1219200"/>
                </a:lnTo>
                <a:lnTo>
                  <a:pt x="178650" y="1221739"/>
                </a:lnTo>
                <a:lnTo>
                  <a:pt x="178028" y="1221739"/>
                </a:lnTo>
                <a:lnTo>
                  <a:pt x="188086" y="1223010"/>
                </a:lnTo>
                <a:lnTo>
                  <a:pt x="187451" y="1223010"/>
                </a:lnTo>
                <a:lnTo>
                  <a:pt x="197688" y="1224280"/>
                </a:lnTo>
                <a:lnTo>
                  <a:pt x="202056" y="1224280"/>
                </a:lnTo>
                <a:lnTo>
                  <a:pt x="207263" y="1225550"/>
                </a:lnTo>
                <a:lnTo>
                  <a:pt x="1631159" y="1225550"/>
                </a:lnTo>
                <a:lnTo>
                  <a:pt x="1624139" y="1229360"/>
                </a:lnTo>
                <a:lnTo>
                  <a:pt x="1614525" y="1233169"/>
                </a:lnTo>
                <a:lnTo>
                  <a:pt x="1594573" y="1240789"/>
                </a:lnTo>
                <a:lnTo>
                  <a:pt x="1563077" y="1248410"/>
                </a:lnTo>
                <a:lnTo>
                  <a:pt x="1552295" y="1249680"/>
                </a:lnTo>
                <a:close/>
              </a:path>
              <a:path w="1747520" h="1250950">
                <a:moveTo>
                  <a:pt x="1568983" y="29210"/>
                </a:moveTo>
                <a:lnTo>
                  <a:pt x="1558300" y="26515"/>
                </a:lnTo>
                <a:lnTo>
                  <a:pt x="1549323" y="25400"/>
                </a:lnTo>
                <a:lnTo>
                  <a:pt x="1540065" y="25400"/>
                </a:lnTo>
                <a:lnTo>
                  <a:pt x="1534833" y="24129"/>
                </a:lnTo>
                <a:lnTo>
                  <a:pt x="1631159" y="24129"/>
                </a:lnTo>
                <a:lnTo>
                  <a:pt x="1633499" y="25400"/>
                </a:lnTo>
                <a:lnTo>
                  <a:pt x="1638046" y="27939"/>
                </a:lnTo>
                <a:lnTo>
                  <a:pt x="1568361" y="27939"/>
                </a:lnTo>
                <a:lnTo>
                  <a:pt x="1568983" y="29210"/>
                </a:lnTo>
                <a:close/>
              </a:path>
              <a:path w="1747520" h="1250950">
                <a:moveTo>
                  <a:pt x="178028" y="29210"/>
                </a:moveTo>
                <a:lnTo>
                  <a:pt x="178650" y="27939"/>
                </a:lnTo>
                <a:lnTo>
                  <a:pt x="183057" y="27939"/>
                </a:lnTo>
                <a:lnTo>
                  <a:pt x="178028" y="29210"/>
                </a:lnTo>
                <a:close/>
              </a:path>
              <a:path w="1747520" h="1250950">
                <a:moveTo>
                  <a:pt x="1644942" y="63500"/>
                </a:moveTo>
                <a:lnTo>
                  <a:pt x="1636928" y="57150"/>
                </a:lnTo>
                <a:lnTo>
                  <a:pt x="1637436" y="57150"/>
                </a:lnTo>
                <a:lnTo>
                  <a:pt x="1629143" y="52070"/>
                </a:lnTo>
                <a:lnTo>
                  <a:pt x="1629663" y="52070"/>
                </a:lnTo>
                <a:lnTo>
                  <a:pt x="1621104" y="48260"/>
                </a:lnTo>
                <a:lnTo>
                  <a:pt x="1621650" y="48260"/>
                </a:lnTo>
                <a:lnTo>
                  <a:pt x="1612836" y="43179"/>
                </a:lnTo>
                <a:lnTo>
                  <a:pt x="1613395" y="43179"/>
                </a:lnTo>
                <a:lnTo>
                  <a:pt x="1604340" y="39370"/>
                </a:lnTo>
                <a:lnTo>
                  <a:pt x="1604911" y="39370"/>
                </a:lnTo>
                <a:lnTo>
                  <a:pt x="1595640" y="36829"/>
                </a:lnTo>
                <a:lnTo>
                  <a:pt x="1596224" y="36829"/>
                </a:lnTo>
                <a:lnTo>
                  <a:pt x="1586725" y="33020"/>
                </a:lnTo>
                <a:lnTo>
                  <a:pt x="1587334" y="33020"/>
                </a:lnTo>
                <a:lnTo>
                  <a:pt x="1577632" y="30479"/>
                </a:lnTo>
                <a:lnTo>
                  <a:pt x="1578241" y="30479"/>
                </a:lnTo>
                <a:lnTo>
                  <a:pt x="1568361" y="27939"/>
                </a:lnTo>
                <a:lnTo>
                  <a:pt x="1638046" y="27939"/>
                </a:lnTo>
                <a:lnTo>
                  <a:pt x="1642592" y="30479"/>
                </a:lnTo>
                <a:lnTo>
                  <a:pt x="1651393" y="36829"/>
                </a:lnTo>
                <a:lnTo>
                  <a:pt x="1659902" y="41910"/>
                </a:lnTo>
                <a:lnTo>
                  <a:pt x="1668106" y="48260"/>
                </a:lnTo>
                <a:lnTo>
                  <a:pt x="1675980" y="55879"/>
                </a:lnTo>
                <a:lnTo>
                  <a:pt x="1683511" y="62229"/>
                </a:lnTo>
                <a:lnTo>
                  <a:pt x="1644446" y="62229"/>
                </a:lnTo>
                <a:lnTo>
                  <a:pt x="1644942" y="63500"/>
                </a:lnTo>
                <a:close/>
              </a:path>
              <a:path w="1747520" h="1250950">
                <a:moveTo>
                  <a:pt x="102069" y="63500"/>
                </a:moveTo>
                <a:lnTo>
                  <a:pt x="102565" y="62229"/>
                </a:lnTo>
                <a:lnTo>
                  <a:pt x="103672" y="62229"/>
                </a:lnTo>
                <a:lnTo>
                  <a:pt x="102069" y="63500"/>
                </a:lnTo>
                <a:close/>
              </a:path>
              <a:path w="1747520" h="1250950">
                <a:moveTo>
                  <a:pt x="1659115" y="74929"/>
                </a:moveTo>
                <a:lnTo>
                  <a:pt x="1651698" y="68579"/>
                </a:lnTo>
                <a:lnTo>
                  <a:pt x="1652168" y="68579"/>
                </a:lnTo>
                <a:lnTo>
                  <a:pt x="1644446" y="62229"/>
                </a:lnTo>
                <a:lnTo>
                  <a:pt x="1683511" y="62229"/>
                </a:lnTo>
                <a:lnTo>
                  <a:pt x="1690700" y="69850"/>
                </a:lnTo>
                <a:lnTo>
                  <a:pt x="1693623" y="73660"/>
                </a:lnTo>
                <a:lnTo>
                  <a:pt x="1658670" y="73660"/>
                </a:lnTo>
                <a:lnTo>
                  <a:pt x="1659115" y="74929"/>
                </a:lnTo>
                <a:close/>
              </a:path>
              <a:path w="1747520" h="1250950">
                <a:moveTo>
                  <a:pt x="87896" y="74929"/>
                </a:moveTo>
                <a:lnTo>
                  <a:pt x="88341" y="73660"/>
                </a:lnTo>
                <a:lnTo>
                  <a:pt x="89380" y="73660"/>
                </a:lnTo>
                <a:lnTo>
                  <a:pt x="87896" y="74929"/>
                </a:lnTo>
                <a:close/>
              </a:path>
              <a:path w="1747520" h="1250950">
                <a:moveTo>
                  <a:pt x="1665770" y="81279"/>
                </a:moveTo>
                <a:lnTo>
                  <a:pt x="1658670" y="73660"/>
                </a:lnTo>
                <a:lnTo>
                  <a:pt x="1693623" y="73660"/>
                </a:lnTo>
                <a:lnTo>
                  <a:pt x="1697520" y="78739"/>
                </a:lnTo>
                <a:lnTo>
                  <a:pt x="1698593" y="80010"/>
                </a:lnTo>
                <a:lnTo>
                  <a:pt x="1665338" y="80010"/>
                </a:lnTo>
                <a:lnTo>
                  <a:pt x="1665770" y="81279"/>
                </a:lnTo>
                <a:close/>
              </a:path>
              <a:path w="1747520" h="1250950">
                <a:moveTo>
                  <a:pt x="81241" y="81279"/>
                </a:moveTo>
                <a:lnTo>
                  <a:pt x="81673" y="80010"/>
                </a:lnTo>
                <a:lnTo>
                  <a:pt x="82425" y="80010"/>
                </a:lnTo>
                <a:lnTo>
                  <a:pt x="81241" y="81279"/>
                </a:lnTo>
                <a:close/>
              </a:path>
              <a:path w="1747520" h="1250950">
                <a:moveTo>
                  <a:pt x="1678114" y="95250"/>
                </a:moveTo>
                <a:lnTo>
                  <a:pt x="1671688" y="87629"/>
                </a:lnTo>
                <a:lnTo>
                  <a:pt x="1672107" y="87629"/>
                </a:lnTo>
                <a:lnTo>
                  <a:pt x="1665338" y="80010"/>
                </a:lnTo>
                <a:lnTo>
                  <a:pt x="1698593" y="80010"/>
                </a:lnTo>
                <a:lnTo>
                  <a:pt x="1703958" y="86360"/>
                </a:lnTo>
                <a:lnTo>
                  <a:pt x="1709140" y="93979"/>
                </a:lnTo>
                <a:lnTo>
                  <a:pt x="1677733" y="93979"/>
                </a:lnTo>
                <a:lnTo>
                  <a:pt x="1678114" y="95250"/>
                </a:lnTo>
                <a:close/>
              </a:path>
              <a:path w="1747520" h="1250950">
                <a:moveTo>
                  <a:pt x="68897" y="95250"/>
                </a:moveTo>
                <a:lnTo>
                  <a:pt x="69278" y="93979"/>
                </a:lnTo>
                <a:lnTo>
                  <a:pt x="69966" y="93979"/>
                </a:lnTo>
                <a:lnTo>
                  <a:pt x="68897" y="95250"/>
                </a:lnTo>
                <a:close/>
              </a:path>
              <a:path w="1747520" h="1250950">
                <a:moveTo>
                  <a:pt x="1698701" y="125729"/>
                </a:moveTo>
                <a:lnTo>
                  <a:pt x="1693786" y="116839"/>
                </a:lnTo>
                <a:lnTo>
                  <a:pt x="1694103" y="116839"/>
                </a:lnTo>
                <a:lnTo>
                  <a:pt x="1688782" y="109220"/>
                </a:lnTo>
                <a:lnTo>
                  <a:pt x="1689125" y="109220"/>
                </a:lnTo>
                <a:lnTo>
                  <a:pt x="1683435" y="101600"/>
                </a:lnTo>
                <a:lnTo>
                  <a:pt x="1683791" y="101600"/>
                </a:lnTo>
                <a:lnTo>
                  <a:pt x="1677733" y="93979"/>
                </a:lnTo>
                <a:lnTo>
                  <a:pt x="1709140" y="93979"/>
                </a:lnTo>
                <a:lnTo>
                  <a:pt x="1726761" y="124460"/>
                </a:lnTo>
                <a:lnTo>
                  <a:pt x="1698409" y="124460"/>
                </a:lnTo>
                <a:lnTo>
                  <a:pt x="1698701" y="125729"/>
                </a:lnTo>
                <a:close/>
              </a:path>
              <a:path w="1747520" h="1250950">
                <a:moveTo>
                  <a:pt x="48310" y="125729"/>
                </a:moveTo>
                <a:lnTo>
                  <a:pt x="48602" y="124460"/>
                </a:lnTo>
                <a:lnTo>
                  <a:pt x="49012" y="124460"/>
                </a:lnTo>
                <a:lnTo>
                  <a:pt x="48310" y="125729"/>
                </a:lnTo>
                <a:close/>
              </a:path>
              <a:path w="1747520" h="1250950">
                <a:moveTo>
                  <a:pt x="1706752" y="142239"/>
                </a:moveTo>
                <a:lnTo>
                  <a:pt x="1702650" y="133350"/>
                </a:lnTo>
                <a:lnTo>
                  <a:pt x="1702917" y="133350"/>
                </a:lnTo>
                <a:lnTo>
                  <a:pt x="1698409" y="124460"/>
                </a:lnTo>
                <a:lnTo>
                  <a:pt x="1726761" y="124460"/>
                </a:lnTo>
                <a:lnTo>
                  <a:pt x="1730019" y="132079"/>
                </a:lnTo>
                <a:lnTo>
                  <a:pt x="1733419" y="140970"/>
                </a:lnTo>
                <a:lnTo>
                  <a:pt x="1706499" y="140970"/>
                </a:lnTo>
                <a:lnTo>
                  <a:pt x="1706752" y="142239"/>
                </a:lnTo>
                <a:close/>
              </a:path>
              <a:path w="1747520" h="1250950">
                <a:moveTo>
                  <a:pt x="40258" y="142239"/>
                </a:moveTo>
                <a:lnTo>
                  <a:pt x="40500" y="140970"/>
                </a:lnTo>
                <a:lnTo>
                  <a:pt x="40845" y="140970"/>
                </a:lnTo>
                <a:lnTo>
                  <a:pt x="40258" y="142239"/>
                </a:lnTo>
                <a:close/>
              </a:path>
              <a:path w="1747520" h="1250950">
                <a:moveTo>
                  <a:pt x="1710169" y="151129"/>
                </a:moveTo>
                <a:lnTo>
                  <a:pt x="1706499" y="140970"/>
                </a:lnTo>
                <a:lnTo>
                  <a:pt x="1733419" y="140970"/>
                </a:lnTo>
                <a:lnTo>
                  <a:pt x="1733905" y="142239"/>
                </a:lnTo>
                <a:lnTo>
                  <a:pt x="1736467" y="149860"/>
                </a:lnTo>
                <a:lnTo>
                  <a:pt x="1709953" y="149860"/>
                </a:lnTo>
                <a:lnTo>
                  <a:pt x="1710169" y="151129"/>
                </a:lnTo>
                <a:close/>
              </a:path>
              <a:path w="1747520" h="1250950">
                <a:moveTo>
                  <a:pt x="36842" y="151129"/>
                </a:moveTo>
                <a:lnTo>
                  <a:pt x="37058" y="149860"/>
                </a:lnTo>
                <a:lnTo>
                  <a:pt x="37299" y="149860"/>
                </a:lnTo>
                <a:lnTo>
                  <a:pt x="36842" y="151129"/>
                </a:lnTo>
                <a:close/>
              </a:path>
              <a:path w="1747520" h="1250950">
                <a:moveTo>
                  <a:pt x="1713166" y="160020"/>
                </a:moveTo>
                <a:lnTo>
                  <a:pt x="1709953" y="149860"/>
                </a:lnTo>
                <a:lnTo>
                  <a:pt x="1736467" y="149860"/>
                </a:lnTo>
                <a:lnTo>
                  <a:pt x="1737321" y="152400"/>
                </a:lnTo>
                <a:lnTo>
                  <a:pt x="1739147" y="158750"/>
                </a:lnTo>
                <a:lnTo>
                  <a:pt x="1712976" y="158750"/>
                </a:lnTo>
                <a:lnTo>
                  <a:pt x="1713166" y="160020"/>
                </a:lnTo>
                <a:close/>
              </a:path>
              <a:path w="1747520" h="1250950">
                <a:moveTo>
                  <a:pt x="33845" y="160020"/>
                </a:moveTo>
                <a:lnTo>
                  <a:pt x="34035" y="158750"/>
                </a:lnTo>
                <a:lnTo>
                  <a:pt x="34247" y="158750"/>
                </a:lnTo>
                <a:lnTo>
                  <a:pt x="33845" y="160020"/>
                </a:lnTo>
                <a:close/>
              </a:path>
              <a:path w="1747520" h="1250950">
                <a:moveTo>
                  <a:pt x="1715846" y="168884"/>
                </a:moveTo>
                <a:lnTo>
                  <a:pt x="1715515" y="168113"/>
                </a:lnTo>
                <a:lnTo>
                  <a:pt x="1712976" y="158750"/>
                </a:lnTo>
                <a:lnTo>
                  <a:pt x="1739147" y="158750"/>
                </a:lnTo>
                <a:lnTo>
                  <a:pt x="1740242" y="162560"/>
                </a:lnTo>
                <a:lnTo>
                  <a:pt x="1741455" y="167639"/>
                </a:lnTo>
                <a:lnTo>
                  <a:pt x="1715566" y="167639"/>
                </a:lnTo>
                <a:lnTo>
                  <a:pt x="1715846" y="168884"/>
                </a:lnTo>
                <a:close/>
              </a:path>
              <a:path w="1747520" h="1250950">
                <a:moveTo>
                  <a:pt x="31287" y="168884"/>
                </a:moveTo>
                <a:lnTo>
                  <a:pt x="31344" y="168113"/>
                </a:lnTo>
                <a:lnTo>
                  <a:pt x="31445" y="167639"/>
                </a:lnTo>
                <a:lnTo>
                  <a:pt x="31624" y="167639"/>
                </a:lnTo>
                <a:lnTo>
                  <a:pt x="31287" y="168884"/>
                </a:lnTo>
                <a:close/>
              </a:path>
              <a:path w="1747520" h="1250950">
                <a:moveTo>
                  <a:pt x="1743387" y="1073150"/>
                </a:moveTo>
                <a:lnTo>
                  <a:pt x="1717725" y="1073150"/>
                </a:lnTo>
                <a:lnTo>
                  <a:pt x="1719427" y="1062989"/>
                </a:lnTo>
                <a:lnTo>
                  <a:pt x="1720672" y="1052830"/>
                </a:lnTo>
                <a:lnTo>
                  <a:pt x="1720900" y="1050289"/>
                </a:lnTo>
                <a:lnTo>
                  <a:pt x="1721103" y="1049019"/>
                </a:lnTo>
                <a:lnTo>
                  <a:pt x="1721342" y="1045210"/>
                </a:lnTo>
                <a:lnTo>
                  <a:pt x="1721421" y="1043939"/>
                </a:lnTo>
                <a:lnTo>
                  <a:pt x="1721611" y="1038860"/>
                </a:lnTo>
                <a:lnTo>
                  <a:pt x="1721584" y="210820"/>
                </a:lnTo>
                <a:lnTo>
                  <a:pt x="1719514" y="187950"/>
                </a:lnTo>
                <a:lnTo>
                  <a:pt x="1717852" y="177800"/>
                </a:lnTo>
                <a:lnTo>
                  <a:pt x="1715846" y="168884"/>
                </a:lnTo>
                <a:lnTo>
                  <a:pt x="1715628" y="168113"/>
                </a:lnTo>
                <a:lnTo>
                  <a:pt x="1715566" y="167639"/>
                </a:lnTo>
                <a:lnTo>
                  <a:pt x="1741455" y="167639"/>
                </a:lnTo>
                <a:lnTo>
                  <a:pt x="1742668" y="172720"/>
                </a:lnTo>
                <a:lnTo>
                  <a:pt x="1747011" y="210820"/>
                </a:lnTo>
                <a:lnTo>
                  <a:pt x="1747011" y="1038860"/>
                </a:lnTo>
                <a:lnTo>
                  <a:pt x="1746839" y="1043939"/>
                </a:lnTo>
                <a:lnTo>
                  <a:pt x="1746796" y="1045210"/>
                </a:lnTo>
                <a:lnTo>
                  <a:pt x="1746624" y="1047750"/>
                </a:lnTo>
                <a:lnTo>
                  <a:pt x="1746538" y="1049019"/>
                </a:lnTo>
                <a:lnTo>
                  <a:pt x="1746453" y="1050289"/>
                </a:lnTo>
                <a:lnTo>
                  <a:pt x="1745957" y="1055369"/>
                </a:lnTo>
                <a:lnTo>
                  <a:pt x="1744586" y="1066800"/>
                </a:lnTo>
                <a:lnTo>
                  <a:pt x="1743490" y="1072606"/>
                </a:lnTo>
                <a:lnTo>
                  <a:pt x="1743387" y="1073150"/>
                </a:lnTo>
                <a:close/>
              </a:path>
              <a:path w="1747520" h="1250950">
                <a:moveTo>
                  <a:pt x="27497" y="187950"/>
                </a:moveTo>
                <a:lnTo>
                  <a:pt x="27584" y="186689"/>
                </a:lnTo>
                <a:lnTo>
                  <a:pt x="27719" y="186689"/>
                </a:lnTo>
                <a:lnTo>
                  <a:pt x="27497" y="187950"/>
                </a:lnTo>
                <a:close/>
              </a:path>
              <a:path w="1747520" h="1250950">
                <a:moveTo>
                  <a:pt x="1741590" y="1082039"/>
                </a:moveTo>
                <a:lnTo>
                  <a:pt x="1715566" y="1082039"/>
                </a:lnTo>
                <a:lnTo>
                  <a:pt x="1717849" y="1071893"/>
                </a:lnTo>
                <a:lnTo>
                  <a:pt x="1717725" y="1073150"/>
                </a:lnTo>
                <a:lnTo>
                  <a:pt x="1743387" y="1073150"/>
                </a:lnTo>
                <a:lnTo>
                  <a:pt x="1742668" y="1076960"/>
                </a:lnTo>
                <a:lnTo>
                  <a:pt x="1741675" y="1081639"/>
                </a:lnTo>
                <a:lnTo>
                  <a:pt x="1741590" y="1082039"/>
                </a:lnTo>
                <a:close/>
              </a:path>
              <a:path w="1747520" h="1250950">
                <a:moveTo>
                  <a:pt x="29423" y="1073150"/>
                </a:moveTo>
                <a:lnTo>
                  <a:pt x="29286" y="1073150"/>
                </a:lnTo>
                <a:lnTo>
                  <a:pt x="29231" y="1072606"/>
                </a:lnTo>
                <a:lnTo>
                  <a:pt x="29423" y="1073150"/>
                </a:lnTo>
                <a:close/>
              </a:path>
              <a:path w="1747520" h="1250950">
                <a:moveTo>
                  <a:pt x="31624" y="1082039"/>
                </a:moveTo>
                <a:lnTo>
                  <a:pt x="31445" y="1082039"/>
                </a:lnTo>
                <a:lnTo>
                  <a:pt x="30535" y="1078161"/>
                </a:lnTo>
                <a:lnTo>
                  <a:pt x="31516" y="1081639"/>
                </a:lnTo>
                <a:lnTo>
                  <a:pt x="31624" y="1082039"/>
                </a:lnTo>
                <a:close/>
              </a:path>
              <a:path w="1747520" h="1250950">
                <a:moveTo>
                  <a:pt x="1733905" y="1108710"/>
                </a:moveTo>
                <a:lnTo>
                  <a:pt x="1706499" y="1108710"/>
                </a:lnTo>
                <a:lnTo>
                  <a:pt x="1710169" y="1099819"/>
                </a:lnTo>
                <a:lnTo>
                  <a:pt x="1709953" y="1099819"/>
                </a:lnTo>
                <a:lnTo>
                  <a:pt x="1713166" y="1090930"/>
                </a:lnTo>
                <a:lnTo>
                  <a:pt x="1712976" y="1090930"/>
                </a:lnTo>
                <a:lnTo>
                  <a:pt x="1715724" y="1080795"/>
                </a:lnTo>
                <a:lnTo>
                  <a:pt x="1715656" y="1081639"/>
                </a:lnTo>
                <a:lnTo>
                  <a:pt x="1715566" y="1082039"/>
                </a:lnTo>
                <a:lnTo>
                  <a:pt x="1741590" y="1082039"/>
                </a:lnTo>
                <a:lnTo>
                  <a:pt x="1740242" y="1088389"/>
                </a:lnTo>
                <a:lnTo>
                  <a:pt x="1737321" y="1098550"/>
                </a:lnTo>
                <a:lnTo>
                  <a:pt x="1733905" y="1108710"/>
                </a:lnTo>
                <a:close/>
              </a:path>
              <a:path w="1747520" h="1250950">
                <a:moveTo>
                  <a:pt x="40771" y="1108710"/>
                </a:moveTo>
                <a:lnTo>
                  <a:pt x="40500" y="1108710"/>
                </a:lnTo>
                <a:lnTo>
                  <a:pt x="40258" y="1107439"/>
                </a:lnTo>
                <a:lnTo>
                  <a:pt x="40771" y="1108710"/>
                </a:lnTo>
                <a:close/>
              </a:path>
              <a:path w="1747520" h="1250950">
                <a:moveTo>
                  <a:pt x="1730019" y="1117600"/>
                </a:moveTo>
                <a:lnTo>
                  <a:pt x="1702650" y="1117600"/>
                </a:lnTo>
                <a:lnTo>
                  <a:pt x="1706752" y="1107439"/>
                </a:lnTo>
                <a:lnTo>
                  <a:pt x="1706499" y="1108710"/>
                </a:lnTo>
                <a:lnTo>
                  <a:pt x="1733905" y="1108710"/>
                </a:lnTo>
                <a:lnTo>
                  <a:pt x="1730019" y="1117600"/>
                </a:lnTo>
                <a:close/>
              </a:path>
              <a:path w="1747520" h="1250950">
                <a:moveTo>
                  <a:pt x="44727" y="1117600"/>
                </a:moveTo>
                <a:lnTo>
                  <a:pt x="44361" y="1117600"/>
                </a:lnTo>
                <a:lnTo>
                  <a:pt x="44081" y="1116330"/>
                </a:lnTo>
                <a:lnTo>
                  <a:pt x="44727" y="1117600"/>
                </a:lnTo>
                <a:close/>
              </a:path>
              <a:path w="1747520" h="1250950">
                <a:moveTo>
                  <a:pt x="1703958" y="1163319"/>
                </a:moveTo>
                <a:lnTo>
                  <a:pt x="1671688" y="1163319"/>
                </a:lnTo>
                <a:lnTo>
                  <a:pt x="1678114" y="1155700"/>
                </a:lnTo>
                <a:lnTo>
                  <a:pt x="1677733" y="1155700"/>
                </a:lnTo>
                <a:lnTo>
                  <a:pt x="1683791" y="1148080"/>
                </a:lnTo>
                <a:lnTo>
                  <a:pt x="1683435" y="1148080"/>
                </a:lnTo>
                <a:lnTo>
                  <a:pt x="1689125" y="1140460"/>
                </a:lnTo>
                <a:lnTo>
                  <a:pt x="1688782" y="1140460"/>
                </a:lnTo>
                <a:lnTo>
                  <a:pt x="1694103" y="1132839"/>
                </a:lnTo>
                <a:lnTo>
                  <a:pt x="1693786" y="1132839"/>
                </a:lnTo>
                <a:lnTo>
                  <a:pt x="1698701" y="1125219"/>
                </a:lnTo>
                <a:lnTo>
                  <a:pt x="1698409" y="1125219"/>
                </a:lnTo>
                <a:lnTo>
                  <a:pt x="1702917" y="1116330"/>
                </a:lnTo>
                <a:lnTo>
                  <a:pt x="1702650" y="1117600"/>
                </a:lnTo>
                <a:lnTo>
                  <a:pt x="1730019" y="1117600"/>
                </a:lnTo>
                <a:lnTo>
                  <a:pt x="1725676" y="1127760"/>
                </a:lnTo>
                <a:lnTo>
                  <a:pt x="1720875" y="1136650"/>
                </a:lnTo>
                <a:lnTo>
                  <a:pt x="1715655" y="1146810"/>
                </a:lnTo>
                <a:lnTo>
                  <a:pt x="1710004" y="1154430"/>
                </a:lnTo>
                <a:lnTo>
                  <a:pt x="1703958" y="1163319"/>
                </a:lnTo>
                <a:close/>
              </a:path>
              <a:path w="1747520" h="1250950">
                <a:moveTo>
                  <a:pt x="76032" y="1163319"/>
                </a:moveTo>
                <a:lnTo>
                  <a:pt x="75310" y="1163319"/>
                </a:lnTo>
                <a:lnTo>
                  <a:pt x="74904" y="1162050"/>
                </a:lnTo>
                <a:lnTo>
                  <a:pt x="76032" y="1163319"/>
                </a:lnTo>
                <a:close/>
              </a:path>
              <a:path w="1747520" h="1250950">
                <a:moveTo>
                  <a:pt x="1699359" y="1169669"/>
                </a:moveTo>
                <a:lnTo>
                  <a:pt x="1665338" y="1169669"/>
                </a:lnTo>
                <a:lnTo>
                  <a:pt x="1672107" y="1162050"/>
                </a:lnTo>
                <a:lnTo>
                  <a:pt x="1671688" y="1163319"/>
                </a:lnTo>
                <a:lnTo>
                  <a:pt x="1703958" y="1163319"/>
                </a:lnTo>
                <a:lnTo>
                  <a:pt x="1699359" y="1169669"/>
                </a:lnTo>
                <a:close/>
              </a:path>
              <a:path w="1747520" h="1250950">
                <a:moveTo>
                  <a:pt x="82425" y="1169669"/>
                </a:moveTo>
                <a:lnTo>
                  <a:pt x="81673" y="1169669"/>
                </a:lnTo>
                <a:lnTo>
                  <a:pt x="81241" y="1168400"/>
                </a:lnTo>
                <a:lnTo>
                  <a:pt x="82425" y="1169669"/>
                </a:lnTo>
                <a:close/>
              </a:path>
              <a:path w="1747520" h="1250950">
                <a:moveTo>
                  <a:pt x="1694110" y="1176019"/>
                </a:moveTo>
                <a:lnTo>
                  <a:pt x="1658670" y="1176019"/>
                </a:lnTo>
                <a:lnTo>
                  <a:pt x="1665770" y="1168400"/>
                </a:lnTo>
                <a:lnTo>
                  <a:pt x="1665338" y="1169669"/>
                </a:lnTo>
                <a:lnTo>
                  <a:pt x="1699359" y="1169669"/>
                </a:lnTo>
                <a:lnTo>
                  <a:pt x="1697520" y="1172210"/>
                </a:lnTo>
                <a:lnTo>
                  <a:pt x="1694110" y="1176019"/>
                </a:lnTo>
                <a:close/>
              </a:path>
              <a:path w="1747520" h="1250950">
                <a:moveTo>
                  <a:pt x="89132" y="1176019"/>
                </a:moveTo>
                <a:lnTo>
                  <a:pt x="88341" y="1176019"/>
                </a:lnTo>
                <a:lnTo>
                  <a:pt x="87896" y="1174750"/>
                </a:lnTo>
                <a:lnTo>
                  <a:pt x="89132" y="1176019"/>
                </a:lnTo>
                <a:close/>
              </a:path>
              <a:path w="1747520" h="1250950">
                <a:moveTo>
                  <a:pt x="1688304" y="1182369"/>
                </a:moveTo>
                <a:lnTo>
                  <a:pt x="1651698" y="1182369"/>
                </a:lnTo>
                <a:lnTo>
                  <a:pt x="1659115" y="1174750"/>
                </a:lnTo>
                <a:lnTo>
                  <a:pt x="1658670" y="1176019"/>
                </a:lnTo>
                <a:lnTo>
                  <a:pt x="1694110" y="1176019"/>
                </a:lnTo>
                <a:lnTo>
                  <a:pt x="1690700" y="1179830"/>
                </a:lnTo>
                <a:lnTo>
                  <a:pt x="1688304" y="1182369"/>
                </a:lnTo>
                <a:close/>
              </a:path>
              <a:path w="1747520" h="1250950">
                <a:moveTo>
                  <a:pt x="96387" y="1182369"/>
                </a:moveTo>
                <a:lnTo>
                  <a:pt x="95313" y="1182369"/>
                </a:lnTo>
                <a:lnTo>
                  <a:pt x="94843" y="1181100"/>
                </a:lnTo>
                <a:lnTo>
                  <a:pt x="96387" y="1182369"/>
                </a:lnTo>
                <a:close/>
              </a:path>
              <a:path w="1747520" h="1250950">
                <a:moveTo>
                  <a:pt x="1666466" y="1202689"/>
                </a:moveTo>
                <a:lnTo>
                  <a:pt x="1621104" y="1202689"/>
                </a:lnTo>
                <a:lnTo>
                  <a:pt x="1629663" y="1197610"/>
                </a:lnTo>
                <a:lnTo>
                  <a:pt x="1629143" y="1197610"/>
                </a:lnTo>
                <a:lnTo>
                  <a:pt x="1637436" y="1192530"/>
                </a:lnTo>
                <a:lnTo>
                  <a:pt x="1636928" y="1192530"/>
                </a:lnTo>
                <a:lnTo>
                  <a:pt x="1644942" y="1187450"/>
                </a:lnTo>
                <a:lnTo>
                  <a:pt x="1644446" y="1187450"/>
                </a:lnTo>
                <a:lnTo>
                  <a:pt x="1652168" y="1181100"/>
                </a:lnTo>
                <a:lnTo>
                  <a:pt x="1651698" y="1182369"/>
                </a:lnTo>
                <a:lnTo>
                  <a:pt x="1688304" y="1182369"/>
                </a:lnTo>
                <a:lnTo>
                  <a:pt x="1683511" y="1187450"/>
                </a:lnTo>
                <a:lnTo>
                  <a:pt x="1675980" y="1193800"/>
                </a:lnTo>
                <a:lnTo>
                  <a:pt x="1668106" y="1201419"/>
                </a:lnTo>
                <a:lnTo>
                  <a:pt x="1666466" y="1202689"/>
                </a:lnTo>
                <a:close/>
              </a:path>
              <a:path w="1747520" h="1250950">
                <a:moveTo>
                  <a:pt x="127565" y="1202689"/>
                </a:moveTo>
                <a:lnTo>
                  <a:pt x="125907" y="1202689"/>
                </a:lnTo>
                <a:lnTo>
                  <a:pt x="125361" y="1201419"/>
                </a:lnTo>
                <a:lnTo>
                  <a:pt x="127565" y="1202689"/>
                </a:lnTo>
                <a:close/>
              </a:path>
              <a:path w="1747520" h="1250950">
                <a:moveTo>
                  <a:pt x="1631159" y="1225550"/>
                </a:moveTo>
                <a:lnTo>
                  <a:pt x="1539748" y="1225550"/>
                </a:lnTo>
                <a:lnTo>
                  <a:pt x="1544954" y="1224280"/>
                </a:lnTo>
                <a:lnTo>
                  <a:pt x="1549323" y="1224280"/>
                </a:lnTo>
                <a:lnTo>
                  <a:pt x="1559547" y="1223010"/>
                </a:lnTo>
                <a:lnTo>
                  <a:pt x="1558925" y="1223010"/>
                </a:lnTo>
                <a:lnTo>
                  <a:pt x="1568983" y="1221739"/>
                </a:lnTo>
                <a:lnTo>
                  <a:pt x="1568361" y="1221739"/>
                </a:lnTo>
                <a:lnTo>
                  <a:pt x="1578241" y="1219200"/>
                </a:lnTo>
                <a:lnTo>
                  <a:pt x="1577632" y="1219200"/>
                </a:lnTo>
                <a:lnTo>
                  <a:pt x="1587334" y="1216660"/>
                </a:lnTo>
                <a:lnTo>
                  <a:pt x="1586725" y="1216660"/>
                </a:lnTo>
                <a:lnTo>
                  <a:pt x="1596224" y="1214119"/>
                </a:lnTo>
                <a:lnTo>
                  <a:pt x="1595640" y="1214119"/>
                </a:lnTo>
                <a:lnTo>
                  <a:pt x="1604911" y="1210310"/>
                </a:lnTo>
                <a:lnTo>
                  <a:pt x="1604340" y="1210310"/>
                </a:lnTo>
                <a:lnTo>
                  <a:pt x="1613395" y="1206500"/>
                </a:lnTo>
                <a:lnTo>
                  <a:pt x="1612836" y="1206500"/>
                </a:lnTo>
                <a:lnTo>
                  <a:pt x="1621650" y="1201419"/>
                </a:lnTo>
                <a:lnTo>
                  <a:pt x="1621104" y="1202689"/>
                </a:lnTo>
                <a:lnTo>
                  <a:pt x="1666466" y="1202689"/>
                </a:lnTo>
                <a:lnTo>
                  <a:pt x="1659902" y="1207769"/>
                </a:lnTo>
                <a:lnTo>
                  <a:pt x="1651393" y="1214119"/>
                </a:lnTo>
                <a:lnTo>
                  <a:pt x="1642592" y="1219200"/>
                </a:lnTo>
                <a:lnTo>
                  <a:pt x="1633499" y="1224280"/>
                </a:lnTo>
                <a:lnTo>
                  <a:pt x="1631159" y="1225550"/>
                </a:lnTo>
                <a:close/>
              </a:path>
              <a:path w="1747520" h="1250950">
                <a:moveTo>
                  <a:pt x="1541195" y="1250950"/>
                </a:moveTo>
                <a:lnTo>
                  <a:pt x="205816" y="1250950"/>
                </a:lnTo>
                <a:lnTo>
                  <a:pt x="200291" y="1249680"/>
                </a:lnTo>
                <a:lnTo>
                  <a:pt x="1546720" y="1249680"/>
                </a:lnTo>
                <a:lnTo>
                  <a:pt x="1541195" y="1250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37" name="object 36">
            <a:extLst>
              <a:ext uri="{FF2B5EF4-FFF2-40B4-BE49-F238E27FC236}">
                <a16:creationId xmlns:a16="http://schemas.microsoft.com/office/drawing/2014/main" id="{7ACD498B-C546-4E42-A926-6B3FFBCAAE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6296" y="4951591"/>
            <a:ext cx="362962" cy="362962"/>
          </a:xfrm>
          <a:prstGeom prst="rect">
            <a:avLst/>
          </a:prstGeom>
        </p:spPr>
      </p:pic>
      <p:pic>
        <p:nvPicPr>
          <p:cNvPr id="38" name="object 37">
            <a:extLst>
              <a:ext uri="{FF2B5EF4-FFF2-40B4-BE49-F238E27FC236}">
                <a16:creationId xmlns:a16="http://schemas.microsoft.com/office/drawing/2014/main" id="{AFCDF20C-925A-47CE-B7BA-406FC1BC57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6296" y="5580119"/>
            <a:ext cx="362962" cy="325612"/>
          </a:xfrm>
          <a:prstGeom prst="rect">
            <a:avLst/>
          </a:prstGeom>
        </p:spPr>
      </p:pic>
      <p:pic>
        <p:nvPicPr>
          <p:cNvPr id="39" name="object 38">
            <a:extLst>
              <a:ext uri="{FF2B5EF4-FFF2-40B4-BE49-F238E27FC236}">
                <a16:creationId xmlns:a16="http://schemas.microsoft.com/office/drawing/2014/main" id="{86FD63BD-03DC-4B03-92AA-7BDEBFABAAA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66906" y="2776384"/>
            <a:ext cx="362962" cy="723243"/>
          </a:xfrm>
          <a:prstGeom prst="rect">
            <a:avLst/>
          </a:prstGeom>
        </p:spPr>
      </p:pic>
      <p:pic>
        <p:nvPicPr>
          <p:cNvPr id="40" name="object 39">
            <a:extLst>
              <a:ext uri="{FF2B5EF4-FFF2-40B4-BE49-F238E27FC236}">
                <a16:creationId xmlns:a16="http://schemas.microsoft.com/office/drawing/2014/main" id="{2C37C168-5F44-46CC-8F3E-A64CAF3E0A6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4598" y="3151082"/>
            <a:ext cx="362962" cy="662702"/>
          </a:xfrm>
          <a:prstGeom prst="rect">
            <a:avLst/>
          </a:prstGeom>
        </p:spPr>
      </p:pic>
      <p:pic>
        <p:nvPicPr>
          <p:cNvPr id="41" name="object 40">
            <a:extLst>
              <a:ext uri="{FF2B5EF4-FFF2-40B4-BE49-F238E27FC236}">
                <a16:creationId xmlns:a16="http://schemas.microsoft.com/office/drawing/2014/main" id="{B0DED3CC-8D13-4053-BA55-111CCB3A0EE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61565" y="5580119"/>
            <a:ext cx="362962" cy="325612"/>
          </a:xfrm>
          <a:prstGeom prst="rect">
            <a:avLst/>
          </a:prstGeom>
        </p:spPr>
      </p:pic>
      <p:pic>
        <p:nvPicPr>
          <p:cNvPr id="42" name="object 41">
            <a:extLst>
              <a:ext uri="{FF2B5EF4-FFF2-40B4-BE49-F238E27FC236}">
                <a16:creationId xmlns:a16="http://schemas.microsoft.com/office/drawing/2014/main" id="{6AEA870B-44D2-474F-90AF-12007FF303A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39215" y="2768404"/>
            <a:ext cx="362962" cy="362962"/>
          </a:xfrm>
          <a:prstGeom prst="rect">
            <a:avLst/>
          </a:prstGeom>
        </p:spPr>
      </p:pic>
      <p:pic>
        <p:nvPicPr>
          <p:cNvPr id="43" name="object 42">
            <a:extLst>
              <a:ext uri="{FF2B5EF4-FFF2-40B4-BE49-F238E27FC236}">
                <a16:creationId xmlns:a16="http://schemas.microsoft.com/office/drawing/2014/main" id="{EC4532CC-B232-41F2-84AF-0DAA83F067D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6844" y="5580119"/>
            <a:ext cx="362962" cy="325612"/>
          </a:xfrm>
          <a:prstGeom prst="rect">
            <a:avLst/>
          </a:prstGeom>
        </p:spPr>
      </p:pic>
      <p:pic>
        <p:nvPicPr>
          <p:cNvPr id="44" name="object 43">
            <a:extLst>
              <a:ext uri="{FF2B5EF4-FFF2-40B4-BE49-F238E27FC236}">
                <a16:creationId xmlns:a16="http://schemas.microsoft.com/office/drawing/2014/main" id="{D0E45D9D-A36F-4F1F-8072-F01B2568834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39215" y="3151082"/>
            <a:ext cx="362962" cy="362962"/>
          </a:xfrm>
          <a:prstGeom prst="rect">
            <a:avLst/>
          </a:prstGeom>
        </p:spPr>
      </p:pic>
      <p:pic>
        <p:nvPicPr>
          <p:cNvPr id="45" name="object 44">
            <a:extLst>
              <a:ext uri="{FF2B5EF4-FFF2-40B4-BE49-F238E27FC236}">
                <a16:creationId xmlns:a16="http://schemas.microsoft.com/office/drawing/2014/main" id="{9E69AEAA-D4DF-4E87-BFEE-750DBB12B0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96296" y="5305558"/>
            <a:ext cx="362962" cy="325612"/>
          </a:xfrm>
          <a:prstGeom prst="rect">
            <a:avLst/>
          </a:prstGeom>
        </p:spPr>
      </p:pic>
      <p:pic>
        <p:nvPicPr>
          <p:cNvPr id="46" name="object 45">
            <a:extLst>
              <a:ext uri="{FF2B5EF4-FFF2-40B4-BE49-F238E27FC236}">
                <a16:creationId xmlns:a16="http://schemas.microsoft.com/office/drawing/2014/main" id="{29ACD5FC-93A8-430D-823E-31EA495CDB9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61565" y="5308687"/>
            <a:ext cx="362962" cy="325612"/>
          </a:xfrm>
          <a:prstGeom prst="rect">
            <a:avLst/>
          </a:prstGeom>
        </p:spPr>
      </p:pic>
      <p:pic>
        <p:nvPicPr>
          <p:cNvPr id="47" name="object 46">
            <a:extLst>
              <a:ext uri="{FF2B5EF4-FFF2-40B4-BE49-F238E27FC236}">
                <a16:creationId xmlns:a16="http://schemas.microsoft.com/office/drawing/2014/main" id="{2F40C8A8-4780-42DA-9929-917BF9F236B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26844" y="5305558"/>
            <a:ext cx="362962" cy="325612"/>
          </a:xfrm>
          <a:prstGeom prst="rect">
            <a:avLst/>
          </a:prstGeom>
        </p:spPr>
      </p:pic>
      <p:sp>
        <p:nvSpPr>
          <p:cNvPr id="48" name="object 65">
            <a:extLst>
              <a:ext uri="{FF2B5EF4-FFF2-40B4-BE49-F238E27FC236}">
                <a16:creationId xmlns:a16="http://schemas.microsoft.com/office/drawing/2014/main" id="{622EB1F3-9D3A-4459-856F-CA37F763CDC9}"/>
              </a:ext>
            </a:extLst>
          </p:cNvPr>
          <p:cNvSpPr>
            <a:spLocks noGrp="1"/>
          </p:cNvSpPr>
          <p:nvPr/>
        </p:nvSpPr>
        <p:spPr>
          <a:xfrm>
            <a:off x="6590476" y="2425301"/>
            <a:ext cx="4016959" cy="201440"/>
          </a:xfrm>
          <a:prstGeom prst="rect">
            <a:avLst/>
          </a:prstGeom>
        </p:spPr>
        <p:txBody>
          <a:bodyPr vert="horz" wrap="square" lIns="0" tIns="11735" rIns="0" bIns="0">
            <a:spAutoFit/>
          </a:bodyPr>
          <a:lstStyle/>
          <a:p>
            <a:pPr>
              <a:lnSpc>
                <a:spcPct val="100000"/>
              </a:lnSpc>
              <a:spcBef>
                <a:spcPts val="92"/>
              </a:spcBef>
              <a:buNone/>
              <a:tabLst>
                <a:tab pos="1983181" algn="l"/>
              </a:tabLst>
            </a:pPr>
            <a:r>
              <a:rPr sz="1232" baseline="0">
                <a:latin typeface="Calibri"/>
                <a:ea typeface="Calibri"/>
                <a:cs typeface="Calibri"/>
              </a:rPr>
              <a:t>Compute Node 1	Compute Node n</a:t>
            </a:r>
          </a:p>
        </p:txBody>
      </p:sp>
      <p:sp>
        <p:nvSpPr>
          <p:cNvPr id="49" name="object 47">
            <a:extLst>
              <a:ext uri="{FF2B5EF4-FFF2-40B4-BE49-F238E27FC236}">
                <a16:creationId xmlns:a16="http://schemas.microsoft.com/office/drawing/2014/main" id="{925DCFE5-1C34-46D6-8011-E834D12819BE}"/>
              </a:ext>
            </a:extLst>
          </p:cNvPr>
          <p:cNvSpPr>
            <a:spLocks noGrp="1"/>
          </p:cNvSpPr>
          <p:nvPr/>
        </p:nvSpPr>
        <p:spPr>
          <a:xfrm>
            <a:off x="6910042" y="3541952"/>
            <a:ext cx="777096" cy="201440"/>
          </a:xfrm>
          <a:prstGeom prst="rect">
            <a:avLst/>
          </a:prstGeom>
        </p:spPr>
        <p:txBody>
          <a:bodyPr vert="horz" wrap="square" lIns="0" tIns="11735" rIns="0" bIns="0">
            <a:spAutoFit/>
          </a:bodyPr>
          <a:lstStyle/>
          <a:p>
            <a:pPr>
              <a:lnSpc>
                <a:spcPct val="100000"/>
              </a:lnSpc>
              <a:spcBef>
                <a:spcPts val="92"/>
              </a:spcBef>
              <a:buNone/>
            </a:pPr>
            <a:r>
              <a:rPr sz="1232">
                <a:latin typeface="Calibri"/>
                <a:ea typeface="Calibri"/>
                <a:cs typeface="Calibri"/>
              </a:rPr>
              <a:t>Tiny Cache</a:t>
            </a:r>
          </a:p>
        </p:txBody>
      </p:sp>
      <p:sp>
        <p:nvSpPr>
          <p:cNvPr id="50" name="object 49">
            <a:extLst>
              <a:ext uri="{FF2B5EF4-FFF2-40B4-BE49-F238E27FC236}">
                <a16:creationId xmlns:a16="http://schemas.microsoft.com/office/drawing/2014/main" id="{D443B577-2E1A-4789-A632-930735086975}"/>
              </a:ext>
            </a:extLst>
          </p:cNvPr>
          <p:cNvSpPr>
            <a:spLocks noGrp="1"/>
          </p:cNvSpPr>
          <p:nvPr/>
        </p:nvSpPr>
        <p:spPr>
          <a:xfrm>
            <a:off x="8363783" y="2675242"/>
            <a:ext cx="1537817" cy="1184656"/>
          </a:xfrm>
          <a:custGeom>
            <a:avLst/>
            <a:gdLst/>
            <a:ahLst/>
            <a:cxnLst/>
            <a:rect l="l" t="t" r="r" b="b"/>
            <a:pathLst>
              <a:path w="1747520" h="1346200">
                <a:moveTo>
                  <a:pt x="1592897" y="12700"/>
                </a:moveTo>
                <a:lnTo>
                  <a:pt x="154101" y="12700"/>
                </a:lnTo>
                <a:lnTo>
                  <a:pt x="165023" y="0"/>
                </a:lnTo>
                <a:lnTo>
                  <a:pt x="1581975" y="0"/>
                </a:lnTo>
                <a:lnTo>
                  <a:pt x="1592897" y="12700"/>
                </a:lnTo>
                <a:close/>
              </a:path>
              <a:path w="1747520" h="1346200">
                <a:moveTo>
                  <a:pt x="223939" y="25400"/>
                </a:moveTo>
                <a:lnTo>
                  <a:pt x="122885" y="25400"/>
                </a:lnTo>
                <a:lnTo>
                  <a:pt x="133019" y="12700"/>
                </a:lnTo>
                <a:lnTo>
                  <a:pt x="229641" y="12700"/>
                </a:lnTo>
                <a:lnTo>
                  <a:pt x="223939" y="25400"/>
                </a:lnTo>
                <a:close/>
              </a:path>
              <a:path w="1747520" h="1346200">
                <a:moveTo>
                  <a:pt x="229323" y="25400"/>
                </a:moveTo>
                <a:lnTo>
                  <a:pt x="229641" y="12700"/>
                </a:lnTo>
                <a:lnTo>
                  <a:pt x="235051" y="12700"/>
                </a:lnTo>
                <a:lnTo>
                  <a:pt x="229323" y="25400"/>
                </a:lnTo>
                <a:close/>
              </a:path>
              <a:path w="1747520" h="1346200">
                <a:moveTo>
                  <a:pt x="1517688" y="25400"/>
                </a:moveTo>
                <a:lnTo>
                  <a:pt x="1511947" y="12700"/>
                </a:lnTo>
                <a:lnTo>
                  <a:pt x="1517370" y="12700"/>
                </a:lnTo>
                <a:lnTo>
                  <a:pt x="1517688" y="25400"/>
                </a:lnTo>
                <a:close/>
              </a:path>
              <a:path w="1747520" h="1346200">
                <a:moveTo>
                  <a:pt x="1624114" y="25400"/>
                </a:moveTo>
                <a:lnTo>
                  <a:pt x="1523072" y="25400"/>
                </a:lnTo>
                <a:lnTo>
                  <a:pt x="1517370" y="12700"/>
                </a:lnTo>
                <a:lnTo>
                  <a:pt x="1613992" y="12700"/>
                </a:lnTo>
                <a:lnTo>
                  <a:pt x="1624114" y="25400"/>
                </a:lnTo>
                <a:close/>
              </a:path>
              <a:path w="1747520" h="1346200">
                <a:moveTo>
                  <a:pt x="153035" y="38100"/>
                </a:moveTo>
                <a:lnTo>
                  <a:pt x="103517" y="38100"/>
                </a:lnTo>
                <a:lnTo>
                  <a:pt x="113042" y="25400"/>
                </a:lnTo>
                <a:lnTo>
                  <a:pt x="163131" y="25400"/>
                </a:lnTo>
                <a:lnTo>
                  <a:pt x="153035" y="38100"/>
                </a:lnTo>
                <a:close/>
              </a:path>
              <a:path w="1747520" h="1346200">
                <a:moveTo>
                  <a:pt x="162547" y="38100"/>
                </a:moveTo>
                <a:lnTo>
                  <a:pt x="163131" y="25400"/>
                </a:lnTo>
                <a:lnTo>
                  <a:pt x="172872" y="25400"/>
                </a:lnTo>
                <a:lnTo>
                  <a:pt x="162547" y="38100"/>
                </a:lnTo>
                <a:close/>
              </a:path>
              <a:path w="1747520" h="1346200">
                <a:moveTo>
                  <a:pt x="1584464" y="38100"/>
                </a:moveTo>
                <a:lnTo>
                  <a:pt x="1574139" y="25400"/>
                </a:lnTo>
                <a:lnTo>
                  <a:pt x="1583880" y="25400"/>
                </a:lnTo>
                <a:lnTo>
                  <a:pt x="1584464" y="38100"/>
                </a:lnTo>
                <a:close/>
              </a:path>
              <a:path w="1747520" h="1346200">
                <a:moveTo>
                  <a:pt x="1643494" y="38100"/>
                </a:moveTo>
                <a:lnTo>
                  <a:pt x="1593964" y="38100"/>
                </a:lnTo>
                <a:lnTo>
                  <a:pt x="1583880" y="25400"/>
                </a:lnTo>
                <a:lnTo>
                  <a:pt x="1633956" y="25400"/>
                </a:lnTo>
                <a:lnTo>
                  <a:pt x="1643494" y="38100"/>
                </a:lnTo>
                <a:close/>
              </a:path>
              <a:path w="1747520" h="1346200">
                <a:moveTo>
                  <a:pt x="125971" y="50800"/>
                </a:moveTo>
                <a:lnTo>
                  <a:pt x="85432" y="50800"/>
                </a:lnTo>
                <a:lnTo>
                  <a:pt x="94297" y="38100"/>
                </a:lnTo>
                <a:lnTo>
                  <a:pt x="135280" y="38100"/>
                </a:lnTo>
                <a:lnTo>
                  <a:pt x="125971" y="50800"/>
                </a:lnTo>
                <a:close/>
              </a:path>
              <a:path w="1747520" h="1346200">
                <a:moveTo>
                  <a:pt x="1661579" y="50800"/>
                </a:moveTo>
                <a:lnTo>
                  <a:pt x="1621027" y="50800"/>
                </a:lnTo>
                <a:lnTo>
                  <a:pt x="1611718" y="38100"/>
                </a:lnTo>
                <a:lnTo>
                  <a:pt x="1652701" y="38100"/>
                </a:lnTo>
                <a:lnTo>
                  <a:pt x="1661579" y="50800"/>
                </a:lnTo>
                <a:close/>
              </a:path>
              <a:path w="1747520" h="1346200">
                <a:moveTo>
                  <a:pt x="93764" y="76200"/>
                </a:moveTo>
                <a:lnTo>
                  <a:pt x="60972" y="76200"/>
                </a:lnTo>
                <a:lnTo>
                  <a:pt x="68745" y="63500"/>
                </a:lnTo>
                <a:lnTo>
                  <a:pt x="76898" y="50800"/>
                </a:lnTo>
                <a:lnTo>
                  <a:pt x="117983" y="50800"/>
                </a:lnTo>
                <a:lnTo>
                  <a:pt x="109270" y="63500"/>
                </a:lnTo>
                <a:lnTo>
                  <a:pt x="101828" y="63500"/>
                </a:lnTo>
                <a:lnTo>
                  <a:pt x="93764" y="76200"/>
                </a:lnTo>
                <a:close/>
              </a:path>
              <a:path w="1747520" h="1346200">
                <a:moveTo>
                  <a:pt x="1686039" y="76200"/>
                </a:moveTo>
                <a:lnTo>
                  <a:pt x="1653247" y="76200"/>
                </a:lnTo>
                <a:lnTo>
                  <a:pt x="1645183" y="63500"/>
                </a:lnTo>
                <a:lnTo>
                  <a:pt x="1637741" y="63500"/>
                </a:lnTo>
                <a:lnTo>
                  <a:pt x="1629016" y="50800"/>
                </a:lnTo>
                <a:lnTo>
                  <a:pt x="1670100" y="50800"/>
                </a:lnTo>
                <a:lnTo>
                  <a:pt x="1678254" y="63500"/>
                </a:lnTo>
                <a:lnTo>
                  <a:pt x="1686039" y="76200"/>
                </a:lnTo>
                <a:close/>
              </a:path>
              <a:path w="1747520" h="1346200">
                <a:moveTo>
                  <a:pt x="66776" y="101600"/>
                </a:moveTo>
                <a:lnTo>
                  <a:pt x="40055" y="101600"/>
                </a:lnTo>
                <a:lnTo>
                  <a:pt x="46609" y="88900"/>
                </a:lnTo>
                <a:lnTo>
                  <a:pt x="53581" y="76200"/>
                </a:lnTo>
                <a:lnTo>
                  <a:pt x="86918" y="76200"/>
                </a:lnTo>
                <a:lnTo>
                  <a:pt x="79565" y="88900"/>
                </a:lnTo>
                <a:lnTo>
                  <a:pt x="73367" y="88900"/>
                </a:lnTo>
                <a:lnTo>
                  <a:pt x="66776" y="101600"/>
                </a:lnTo>
                <a:close/>
              </a:path>
              <a:path w="1747520" h="1346200">
                <a:moveTo>
                  <a:pt x="1706943" y="101600"/>
                </a:moveTo>
                <a:lnTo>
                  <a:pt x="1680235" y="101600"/>
                </a:lnTo>
                <a:lnTo>
                  <a:pt x="1673631" y="88900"/>
                </a:lnTo>
                <a:lnTo>
                  <a:pt x="1667446" y="88900"/>
                </a:lnTo>
                <a:lnTo>
                  <a:pt x="1660080" y="76200"/>
                </a:lnTo>
                <a:lnTo>
                  <a:pt x="1693418" y="76200"/>
                </a:lnTo>
                <a:lnTo>
                  <a:pt x="1700390" y="88900"/>
                </a:lnTo>
                <a:lnTo>
                  <a:pt x="1706943" y="101600"/>
                </a:lnTo>
                <a:close/>
              </a:path>
              <a:path w="1747520" h="1346200">
                <a:moveTo>
                  <a:pt x="72986" y="101600"/>
                </a:moveTo>
                <a:lnTo>
                  <a:pt x="73367" y="88900"/>
                </a:lnTo>
                <a:lnTo>
                  <a:pt x="79971" y="88900"/>
                </a:lnTo>
                <a:lnTo>
                  <a:pt x="72986" y="101600"/>
                </a:lnTo>
                <a:close/>
              </a:path>
              <a:path w="1747520" h="1346200">
                <a:moveTo>
                  <a:pt x="1674025" y="101600"/>
                </a:moveTo>
                <a:lnTo>
                  <a:pt x="1667040" y="88900"/>
                </a:lnTo>
                <a:lnTo>
                  <a:pt x="1673631" y="88900"/>
                </a:lnTo>
                <a:lnTo>
                  <a:pt x="1674025" y="101600"/>
                </a:lnTo>
                <a:close/>
              </a:path>
              <a:path w="1747520" h="1346200">
                <a:moveTo>
                  <a:pt x="41668" y="152400"/>
                </a:moveTo>
                <a:lnTo>
                  <a:pt x="14185" y="152400"/>
                </a:lnTo>
                <a:lnTo>
                  <a:pt x="18389" y="139700"/>
                </a:lnTo>
                <a:lnTo>
                  <a:pt x="23101" y="127000"/>
                </a:lnTo>
                <a:lnTo>
                  <a:pt x="28295" y="114300"/>
                </a:lnTo>
                <a:lnTo>
                  <a:pt x="33947" y="101600"/>
                </a:lnTo>
                <a:lnTo>
                  <a:pt x="67132" y="101600"/>
                </a:lnTo>
                <a:lnTo>
                  <a:pt x="60934" y="114300"/>
                </a:lnTo>
                <a:lnTo>
                  <a:pt x="55816" y="114300"/>
                </a:lnTo>
                <a:lnTo>
                  <a:pt x="50469" y="127000"/>
                </a:lnTo>
                <a:lnTo>
                  <a:pt x="50761" y="127000"/>
                </a:lnTo>
                <a:lnTo>
                  <a:pt x="45847" y="139700"/>
                </a:lnTo>
                <a:lnTo>
                  <a:pt x="46113" y="139700"/>
                </a:lnTo>
                <a:lnTo>
                  <a:pt x="41668" y="152400"/>
                </a:lnTo>
                <a:close/>
              </a:path>
              <a:path w="1747520" h="1346200">
                <a:moveTo>
                  <a:pt x="1732813" y="152400"/>
                </a:moveTo>
                <a:lnTo>
                  <a:pt x="1705343" y="152400"/>
                </a:lnTo>
                <a:lnTo>
                  <a:pt x="1700885" y="139700"/>
                </a:lnTo>
                <a:lnTo>
                  <a:pt x="1701152" y="139700"/>
                </a:lnTo>
                <a:lnTo>
                  <a:pt x="1696250" y="127000"/>
                </a:lnTo>
                <a:lnTo>
                  <a:pt x="1696542" y="127000"/>
                </a:lnTo>
                <a:lnTo>
                  <a:pt x="1691182" y="114300"/>
                </a:lnTo>
                <a:lnTo>
                  <a:pt x="1686064" y="114300"/>
                </a:lnTo>
                <a:lnTo>
                  <a:pt x="1679867" y="101600"/>
                </a:lnTo>
                <a:lnTo>
                  <a:pt x="1713052" y="101600"/>
                </a:lnTo>
                <a:lnTo>
                  <a:pt x="1718716" y="114300"/>
                </a:lnTo>
                <a:lnTo>
                  <a:pt x="1723898" y="127000"/>
                </a:lnTo>
                <a:lnTo>
                  <a:pt x="1728609" y="139700"/>
                </a:lnTo>
                <a:lnTo>
                  <a:pt x="1732813" y="152400"/>
                </a:lnTo>
                <a:close/>
              </a:path>
              <a:path w="1747520" h="1346200">
                <a:moveTo>
                  <a:pt x="29616" y="190500"/>
                </a:moveTo>
                <a:lnTo>
                  <a:pt x="3594" y="190500"/>
                </a:lnTo>
                <a:lnTo>
                  <a:pt x="4711" y="177800"/>
                </a:lnTo>
                <a:lnTo>
                  <a:pt x="7327" y="165100"/>
                </a:lnTo>
                <a:lnTo>
                  <a:pt x="10490" y="152400"/>
                </a:lnTo>
                <a:lnTo>
                  <a:pt x="38150" y="152400"/>
                </a:lnTo>
                <a:lnTo>
                  <a:pt x="34658" y="165100"/>
                </a:lnTo>
                <a:lnTo>
                  <a:pt x="34836" y="165100"/>
                </a:lnTo>
                <a:lnTo>
                  <a:pt x="31838" y="177800"/>
                </a:lnTo>
                <a:lnTo>
                  <a:pt x="32003" y="177800"/>
                </a:lnTo>
                <a:lnTo>
                  <a:pt x="29616" y="190500"/>
                </a:lnTo>
                <a:close/>
              </a:path>
              <a:path w="1747520" h="1346200">
                <a:moveTo>
                  <a:pt x="1743405" y="190500"/>
                </a:moveTo>
                <a:lnTo>
                  <a:pt x="1717484" y="190500"/>
                </a:lnTo>
                <a:lnTo>
                  <a:pt x="1715008" y="177800"/>
                </a:lnTo>
                <a:lnTo>
                  <a:pt x="1715160" y="177800"/>
                </a:lnTo>
                <a:lnTo>
                  <a:pt x="1712163" y="165100"/>
                </a:lnTo>
                <a:lnTo>
                  <a:pt x="1712353" y="165100"/>
                </a:lnTo>
                <a:lnTo>
                  <a:pt x="1708861" y="152400"/>
                </a:lnTo>
                <a:lnTo>
                  <a:pt x="1736509" y="152400"/>
                </a:lnTo>
                <a:lnTo>
                  <a:pt x="1739684" y="165100"/>
                </a:lnTo>
                <a:lnTo>
                  <a:pt x="1742287" y="177800"/>
                </a:lnTo>
                <a:lnTo>
                  <a:pt x="1743405" y="190500"/>
                </a:lnTo>
                <a:close/>
              </a:path>
              <a:path w="1747520" h="1346200">
                <a:moveTo>
                  <a:pt x="27038" y="203200"/>
                </a:moveTo>
                <a:lnTo>
                  <a:pt x="1816" y="203200"/>
                </a:lnTo>
                <a:lnTo>
                  <a:pt x="2641" y="190500"/>
                </a:lnTo>
                <a:lnTo>
                  <a:pt x="27762" y="190500"/>
                </a:lnTo>
                <a:lnTo>
                  <a:pt x="27038" y="203200"/>
                </a:lnTo>
                <a:close/>
              </a:path>
              <a:path w="1747520" h="1346200">
                <a:moveTo>
                  <a:pt x="1745195" y="203200"/>
                </a:moveTo>
                <a:lnTo>
                  <a:pt x="1720011" y="203200"/>
                </a:lnTo>
                <a:lnTo>
                  <a:pt x="1719287" y="190500"/>
                </a:lnTo>
                <a:lnTo>
                  <a:pt x="1744370" y="190500"/>
                </a:lnTo>
                <a:lnTo>
                  <a:pt x="1745195" y="203200"/>
                </a:lnTo>
                <a:close/>
              </a:path>
              <a:path w="1747520" h="1346200">
                <a:moveTo>
                  <a:pt x="25946" y="215900"/>
                </a:moveTo>
                <a:lnTo>
                  <a:pt x="609" y="215900"/>
                </a:lnTo>
                <a:lnTo>
                  <a:pt x="1143" y="203200"/>
                </a:lnTo>
                <a:lnTo>
                  <a:pt x="26428" y="203200"/>
                </a:lnTo>
                <a:lnTo>
                  <a:pt x="25946" y="215900"/>
                </a:lnTo>
                <a:close/>
              </a:path>
              <a:path w="1747520" h="1346200">
                <a:moveTo>
                  <a:pt x="1746389" y="215900"/>
                </a:moveTo>
                <a:lnTo>
                  <a:pt x="1721078" y="215900"/>
                </a:lnTo>
                <a:lnTo>
                  <a:pt x="1720608" y="203200"/>
                </a:lnTo>
                <a:lnTo>
                  <a:pt x="1745869" y="203200"/>
                </a:lnTo>
                <a:lnTo>
                  <a:pt x="1746389" y="215900"/>
                </a:lnTo>
                <a:close/>
              </a:path>
              <a:path w="1747520" h="1346200">
                <a:moveTo>
                  <a:pt x="25590" y="1130300"/>
                </a:moveTo>
                <a:lnTo>
                  <a:pt x="228" y="1130300"/>
                </a:lnTo>
                <a:lnTo>
                  <a:pt x="0" y="1117600"/>
                </a:lnTo>
                <a:lnTo>
                  <a:pt x="0" y="228600"/>
                </a:lnTo>
                <a:lnTo>
                  <a:pt x="228" y="215900"/>
                </a:lnTo>
                <a:lnTo>
                  <a:pt x="25603" y="215900"/>
                </a:lnTo>
                <a:lnTo>
                  <a:pt x="25323" y="228600"/>
                </a:lnTo>
                <a:lnTo>
                  <a:pt x="25387" y="1117600"/>
                </a:lnTo>
                <a:lnTo>
                  <a:pt x="25590" y="1130300"/>
                </a:lnTo>
                <a:close/>
              </a:path>
              <a:path w="1747520" h="1346200">
                <a:moveTo>
                  <a:pt x="1746770" y="1130300"/>
                </a:moveTo>
                <a:lnTo>
                  <a:pt x="1721396" y="1130300"/>
                </a:lnTo>
                <a:lnTo>
                  <a:pt x="1721675" y="1117600"/>
                </a:lnTo>
                <a:lnTo>
                  <a:pt x="1721612" y="228600"/>
                </a:lnTo>
                <a:lnTo>
                  <a:pt x="1721408" y="215900"/>
                </a:lnTo>
                <a:lnTo>
                  <a:pt x="1746770" y="215900"/>
                </a:lnTo>
                <a:lnTo>
                  <a:pt x="1746999" y="228600"/>
                </a:lnTo>
                <a:lnTo>
                  <a:pt x="1746999" y="1117600"/>
                </a:lnTo>
                <a:lnTo>
                  <a:pt x="1746770" y="1130300"/>
                </a:lnTo>
                <a:close/>
              </a:path>
              <a:path w="1747520" h="1346200">
                <a:moveTo>
                  <a:pt x="26390" y="1143000"/>
                </a:moveTo>
                <a:lnTo>
                  <a:pt x="1143" y="1143000"/>
                </a:lnTo>
                <a:lnTo>
                  <a:pt x="609" y="1130300"/>
                </a:lnTo>
                <a:lnTo>
                  <a:pt x="25933" y="1130300"/>
                </a:lnTo>
                <a:lnTo>
                  <a:pt x="26390" y="1143000"/>
                </a:lnTo>
                <a:close/>
              </a:path>
              <a:path w="1747520" h="1346200">
                <a:moveTo>
                  <a:pt x="1745869" y="1143000"/>
                </a:moveTo>
                <a:lnTo>
                  <a:pt x="1720583" y="1143000"/>
                </a:lnTo>
                <a:lnTo>
                  <a:pt x="1721053" y="1130300"/>
                </a:lnTo>
                <a:lnTo>
                  <a:pt x="1746389" y="1130300"/>
                </a:lnTo>
                <a:lnTo>
                  <a:pt x="1745869" y="1143000"/>
                </a:lnTo>
                <a:close/>
              </a:path>
              <a:path w="1747520" h="1346200">
                <a:moveTo>
                  <a:pt x="27762" y="1155700"/>
                </a:moveTo>
                <a:lnTo>
                  <a:pt x="2641" y="1155700"/>
                </a:lnTo>
                <a:lnTo>
                  <a:pt x="1816" y="1143000"/>
                </a:lnTo>
                <a:lnTo>
                  <a:pt x="26987" y="1143000"/>
                </a:lnTo>
                <a:lnTo>
                  <a:pt x="27762" y="1155700"/>
                </a:lnTo>
                <a:close/>
              </a:path>
              <a:path w="1747520" h="1346200">
                <a:moveTo>
                  <a:pt x="28575" y="1155700"/>
                </a:moveTo>
                <a:lnTo>
                  <a:pt x="27762" y="1155700"/>
                </a:lnTo>
                <a:lnTo>
                  <a:pt x="27724" y="1143000"/>
                </a:lnTo>
                <a:lnTo>
                  <a:pt x="28575" y="1155700"/>
                </a:lnTo>
                <a:close/>
              </a:path>
              <a:path w="1747520" h="1346200">
                <a:moveTo>
                  <a:pt x="1719237" y="1155700"/>
                </a:moveTo>
                <a:lnTo>
                  <a:pt x="1718373" y="1155700"/>
                </a:lnTo>
                <a:lnTo>
                  <a:pt x="1719287" y="1143000"/>
                </a:lnTo>
                <a:lnTo>
                  <a:pt x="1719237" y="1155700"/>
                </a:lnTo>
                <a:close/>
              </a:path>
              <a:path w="1747520" h="1346200">
                <a:moveTo>
                  <a:pt x="1744370" y="1155700"/>
                </a:moveTo>
                <a:lnTo>
                  <a:pt x="1719237" y="1155700"/>
                </a:lnTo>
                <a:lnTo>
                  <a:pt x="1719973" y="1143000"/>
                </a:lnTo>
                <a:lnTo>
                  <a:pt x="1745195" y="1143000"/>
                </a:lnTo>
                <a:lnTo>
                  <a:pt x="1744370" y="1155700"/>
                </a:lnTo>
                <a:close/>
              </a:path>
              <a:path w="1747520" h="1346200">
                <a:moveTo>
                  <a:pt x="34836" y="1181100"/>
                </a:moveTo>
                <a:lnTo>
                  <a:pt x="7327" y="1181100"/>
                </a:lnTo>
                <a:lnTo>
                  <a:pt x="4711" y="1168400"/>
                </a:lnTo>
                <a:lnTo>
                  <a:pt x="3594" y="1155700"/>
                </a:lnTo>
                <a:lnTo>
                  <a:pt x="29514" y="1155700"/>
                </a:lnTo>
                <a:lnTo>
                  <a:pt x="32003" y="1168400"/>
                </a:lnTo>
                <a:lnTo>
                  <a:pt x="31838" y="1168400"/>
                </a:lnTo>
                <a:lnTo>
                  <a:pt x="34836" y="1181100"/>
                </a:lnTo>
                <a:close/>
              </a:path>
              <a:path w="1747520" h="1346200">
                <a:moveTo>
                  <a:pt x="1739684" y="1181100"/>
                </a:moveTo>
                <a:lnTo>
                  <a:pt x="1712163" y="1181100"/>
                </a:lnTo>
                <a:lnTo>
                  <a:pt x="1715160" y="1168400"/>
                </a:lnTo>
                <a:lnTo>
                  <a:pt x="1715008" y="1168400"/>
                </a:lnTo>
                <a:lnTo>
                  <a:pt x="1717382" y="1155700"/>
                </a:lnTo>
                <a:lnTo>
                  <a:pt x="1743405" y="1155700"/>
                </a:lnTo>
                <a:lnTo>
                  <a:pt x="1742287" y="1168400"/>
                </a:lnTo>
                <a:lnTo>
                  <a:pt x="1739684" y="1181100"/>
                </a:lnTo>
                <a:close/>
              </a:path>
              <a:path w="1747520" h="1346200">
                <a:moveTo>
                  <a:pt x="67132" y="1244600"/>
                </a:moveTo>
                <a:lnTo>
                  <a:pt x="33947" y="1244600"/>
                </a:lnTo>
                <a:lnTo>
                  <a:pt x="28295" y="1231900"/>
                </a:lnTo>
                <a:lnTo>
                  <a:pt x="23101" y="1219200"/>
                </a:lnTo>
                <a:lnTo>
                  <a:pt x="18389" y="1206500"/>
                </a:lnTo>
                <a:lnTo>
                  <a:pt x="14185" y="1193800"/>
                </a:lnTo>
                <a:lnTo>
                  <a:pt x="10490" y="1181100"/>
                </a:lnTo>
                <a:lnTo>
                  <a:pt x="34658" y="1181100"/>
                </a:lnTo>
                <a:lnTo>
                  <a:pt x="38150" y="1193800"/>
                </a:lnTo>
                <a:lnTo>
                  <a:pt x="41668" y="1193800"/>
                </a:lnTo>
                <a:lnTo>
                  <a:pt x="46113" y="1206500"/>
                </a:lnTo>
                <a:lnTo>
                  <a:pt x="45847" y="1206500"/>
                </a:lnTo>
                <a:lnTo>
                  <a:pt x="50761" y="1219200"/>
                </a:lnTo>
                <a:lnTo>
                  <a:pt x="50469" y="1219200"/>
                </a:lnTo>
                <a:lnTo>
                  <a:pt x="55816" y="1231900"/>
                </a:lnTo>
                <a:lnTo>
                  <a:pt x="60934" y="1231900"/>
                </a:lnTo>
                <a:lnTo>
                  <a:pt x="67132" y="1244600"/>
                </a:lnTo>
                <a:close/>
              </a:path>
              <a:path w="1747520" h="1346200">
                <a:moveTo>
                  <a:pt x="1713052" y="1244600"/>
                </a:moveTo>
                <a:lnTo>
                  <a:pt x="1679867" y="1244600"/>
                </a:lnTo>
                <a:lnTo>
                  <a:pt x="1686064" y="1231900"/>
                </a:lnTo>
                <a:lnTo>
                  <a:pt x="1691182" y="1231900"/>
                </a:lnTo>
                <a:lnTo>
                  <a:pt x="1696542" y="1219200"/>
                </a:lnTo>
                <a:lnTo>
                  <a:pt x="1696250" y="1219200"/>
                </a:lnTo>
                <a:lnTo>
                  <a:pt x="1701152" y="1206500"/>
                </a:lnTo>
                <a:lnTo>
                  <a:pt x="1700885" y="1206500"/>
                </a:lnTo>
                <a:lnTo>
                  <a:pt x="1705343" y="1193800"/>
                </a:lnTo>
                <a:lnTo>
                  <a:pt x="1708861" y="1193800"/>
                </a:lnTo>
                <a:lnTo>
                  <a:pt x="1712353" y="1181100"/>
                </a:lnTo>
                <a:lnTo>
                  <a:pt x="1736509" y="1181100"/>
                </a:lnTo>
                <a:lnTo>
                  <a:pt x="1732813" y="1193800"/>
                </a:lnTo>
                <a:lnTo>
                  <a:pt x="1728609" y="1206500"/>
                </a:lnTo>
                <a:lnTo>
                  <a:pt x="1723898" y="1219200"/>
                </a:lnTo>
                <a:lnTo>
                  <a:pt x="1718716" y="1231900"/>
                </a:lnTo>
                <a:lnTo>
                  <a:pt x="1713052" y="1244600"/>
                </a:lnTo>
                <a:close/>
              </a:path>
              <a:path w="1747520" h="1346200">
                <a:moveTo>
                  <a:pt x="86918" y="1270000"/>
                </a:moveTo>
                <a:lnTo>
                  <a:pt x="53581" y="1270000"/>
                </a:lnTo>
                <a:lnTo>
                  <a:pt x="46609" y="1257300"/>
                </a:lnTo>
                <a:lnTo>
                  <a:pt x="40055" y="1244600"/>
                </a:lnTo>
                <a:lnTo>
                  <a:pt x="66776" y="1244600"/>
                </a:lnTo>
                <a:lnTo>
                  <a:pt x="73367" y="1257300"/>
                </a:lnTo>
                <a:lnTo>
                  <a:pt x="79565" y="1257300"/>
                </a:lnTo>
                <a:lnTo>
                  <a:pt x="86918" y="1270000"/>
                </a:lnTo>
                <a:close/>
              </a:path>
              <a:path w="1747520" h="1346200">
                <a:moveTo>
                  <a:pt x="79971" y="1257300"/>
                </a:moveTo>
                <a:lnTo>
                  <a:pt x="73367" y="1257300"/>
                </a:lnTo>
                <a:lnTo>
                  <a:pt x="72986" y="1244600"/>
                </a:lnTo>
                <a:lnTo>
                  <a:pt x="79971" y="1257300"/>
                </a:lnTo>
                <a:close/>
              </a:path>
              <a:path w="1747520" h="1346200">
                <a:moveTo>
                  <a:pt x="1673631" y="1257300"/>
                </a:moveTo>
                <a:lnTo>
                  <a:pt x="1667040" y="1257300"/>
                </a:lnTo>
                <a:lnTo>
                  <a:pt x="1674025" y="1244600"/>
                </a:lnTo>
                <a:lnTo>
                  <a:pt x="1673631" y="1257300"/>
                </a:lnTo>
                <a:close/>
              </a:path>
              <a:path w="1747520" h="1346200">
                <a:moveTo>
                  <a:pt x="1693418" y="1270000"/>
                </a:moveTo>
                <a:lnTo>
                  <a:pt x="1660080" y="1270000"/>
                </a:lnTo>
                <a:lnTo>
                  <a:pt x="1667446" y="1257300"/>
                </a:lnTo>
                <a:lnTo>
                  <a:pt x="1673631" y="1257300"/>
                </a:lnTo>
                <a:lnTo>
                  <a:pt x="1680235" y="1244600"/>
                </a:lnTo>
                <a:lnTo>
                  <a:pt x="1706943" y="1244600"/>
                </a:lnTo>
                <a:lnTo>
                  <a:pt x="1700390" y="1257300"/>
                </a:lnTo>
                <a:lnTo>
                  <a:pt x="1693418" y="1270000"/>
                </a:lnTo>
                <a:close/>
              </a:path>
              <a:path w="1747520" h="1346200">
                <a:moveTo>
                  <a:pt x="117983" y="1295400"/>
                </a:moveTo>
                <a:lnTo>
                  <a:pt x="76898" y="1295400"/>
                </a:lnTo>
                <a:lnTo>
                  <a:pt x="68745" y="1282700"/>
                </a:lnTo>
                <a:lnTo>
                  <a:pt x="60972" y="1270000"/>
                </a:lnTo>
                <a:lnTo>
                  <a:pt x="93764" y="1270000"/>
                </a:lnTo>
                <a:lnTo>
                  <a:pt x="101828" y="1282700"/>
                </a:lnTo>
                <a:lnTo>
                  <a:pt x="109270" y="1282700"/>
                </a:lnTo>
                <a:lnTo>
                  <a:pt x="117983" y="1295400"/>
                </a:lnTo>
                <a:close/>
              </a:path>
              <a:path w="1747520" h="1346200">
                <a:moveTo>
                  <a:pt x="1670100" y="1295400"/>
                </a:moveTo>
                <a:lnTo>
                  <a:pt x="1629016" y="1295400"/>
                </a:lnTo>
                <a:lnTo>
                  <a:pt x="1637741" y="1282700"/>
                </a:lnTo>
                <a:lnTo>
                  <a:pt x="1645183" y="1282700"/>
                </a:lnTo>
                <a:lnTo>
                  <a:pt x="1653247" y="1270000"/>
                </a:lnTo>
                <a:lnTo>
                  <a:pt x="1686039" y="1270000"/>
                </a:lnTo>
                <a:lnTo>
                  <a:pt x="1678254" y="1282700"/>
                </a:lnTo>
                <a:lnTo>
                  <a:pt x="1670100" y="1295400"/>
                </a:lnTo>
                <a:close/>
              </a:path>
              <a:path w="1747520" h="1346200">
                <a:moveTo>
                  <a:pt x="135280" y="1308100"/>
                </a:moveTo>
                <a:lnTo>
                  <a:pt x="94297" y="1308100"/>
                </a:lnTo>
                <a:lnTo>
                  <a:pt x="85432" y="1295400"/>
                </a:lnTo>
                <a:lnTo>
                  <a:pt x="125971" y="1295400"/>
                </a:lnTo>
                <a:lnTo>
                  <a:pt x="135280" y="1308100"/>
                </a:lnTo>
                <a:close/>
              </a:path>
              <a:path w="1747520" h="1346200">
                <a:moveTo>
                  <a:pt x="144322" y="1308100"/>
                </a:moveTo>
                <a:lnTo>
                  <a:pt x="135280" y="1308100"/>
                </a:lnTo>
                <a:lnTo>
                  <a:pt x="134734" y="1295400"/>
                </a:lnTo>
                <a:lnTo>
                  <a:pt x="144322" y="1308100"/>
                </a:lnTo>
                <a:close/>
              </a:path>
              <a:path w="1747520" h="1346200">
                <a:moveTo>
                  <a:pt x="1611718" y="1308100"/>
                </a:moveTo>
                <a:lnTo>
                  <a:pt x="1602676" y="1308100"/>
                </a:lnTo>
                <a:lnTo>
                  <a:pt x="1612265" y="1295400"/>
                </a:lnTo>
                <a:lnTo>
                  <a:pt x="1611718" y="1308100"/>
                </a:lnTo>
                <a:close/>
              </a:path>
              <a:path w="1747520" h="1346200">
                <a:moveTo>
                  <a:pt x="1652701" y="1308100"/>
                </a:moveTo>
                <a:lnTo>
                  <a:pt x="1611718" y="1308100"/>
                </a:lnTo>
                <a:lnTo>
                  <a:pt x="1621027" y="1295400"/>
                </a:lnTo>
                <a:lnTo>
                  <a:pt x="1661579" y="1295400"/>
                </a:lnTo>
                <a:lnTo>
                  <a:pt x="1652701" y="1308100"/>
                </a:lnTo>
                <a:close/>
              </a:path>
              <a:path w="1747520" h="1346200">
                <a:moveTo>
                  <a:pt x="163131" y="1320800"/>
                </a:moveTo>
                <a:lnTo>
                  <a:pt x="113042" y="1320800"/>
                </a:lnTo>
                <a:lnTo>
                  <a:pt x="103517" y="1308100"/>
                </a:lnTo>
                <a:lnTo>
                  <a:pt x="153035" y="1308100"/>
                </a:lnTo>
                <a:lnTo>
                  <a:pt x="163131" y="1320800"/>
                </a:lnTo>
                <a:close/>
              </a:path>
              <a:path w="1747520" h="1346200">
                <a:moveTo>
                  <a:pt x="172872" y="1320800"/>
                </a:moveTo>
                <a:lnTo>
                  <a:pt x="163131" y="1320800"/>
                </a:lnTo>
                <a:lnTo>
                  <a:pt x="162547" y="1308100"/>
                </a:lnTo>
                <a:lnTo>
                  <a:pt x="172872" y="1320800"/>
                </a:lnTo>
                <a:close/>
              </a:path>
              <a:path w="1747520" h="1346200">
                <a:moveTo>
                  <a:pt x="1583880" y="1320800"/>
                </a:moveTo>
                <a:lnTo>
                  <a:pt x="1574139" y="1320800"/>
                </a:lnTo>
                <a:lnTo>
                  <a:pt x="1584464" y="1308100"/>
                </a:lnTo>
                <a:lnTo>
                  <a:pt x="1583880" y="1320800"/>
                </a:lnTo>
                <a:close/>
              </a:path>
              <a:path w="1747520" h="1346200">
                <a:moveTo>
                  <a:pt x="1633956" y="1320800"/>
                </a:moveTo>
                <a:lnTo>
                  <a:pt x="1583880" y="1320800"/>
                </a:lnTo>
                <a:lnTo>
                  <a:pt x="1593964" y="1308100"/>
                </a:lnTo>
                <a:lnTo>
                  <a:pt x="1643494" y="1308100"/>
                </a:lnTo>
                <a:lnTo>
                  <a:pt x="1633956" y="1320800"/>
                </a:lnTo>
                <a:close/>
              </a:path>
              <a:path w="1747520" h="1346200">
                <a:moveTo>
                  <a:pt x="1613992" y="1333500"/>
                </a:moveTo>
                <a:lnTo>
                  <a:pt x="133019" y="1333500"/>
                </a:lnTo>
                <a:lnTo>
                  <a:pt x="122885" y="1320800"/>
                </a:lnTo>
                <a:lnTo>
                  <a:pt x="1624114" y="1320800"/>
                </a:lnTo>
                <a:lnTo>
                  <a:pt x="1613992" y="1333500"/>
                </a:lnTo>
                <a:close/>
              </a:path>
              <a:path w="1747520" h="1346200">
                <a:moveTo>
                  <a:pt x="1581975" y="1346200"/>
                </a:moveTo>
                <a:lnTo>
                  <a:pt x="165023" y="1346200"/>
                </a:lnTo>
                <a:lnTo>
                  <a:pt x="154101" y="1333500"/>
                </a:lnTo>
                <a:lnTo>
                  <a:pt x="1592897" y="1333500"/>
                </a:lnTo>
                <a:lnTo>
                  <a:pt x="1581975" y="134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51" name="object 50">
            <a:extLst>
              <a:ext uri="{FF2B5EF4-FFF2-40B4-BE49-F238E27FC236}">
                <a16:creationId xmlns:a16="http://schemas.microsoft.com/office/drawing/2014/main" id="{0A7A85CD-4658-4BE6-B299-B0E8A492322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84507" y="2768405"/>
            <a:ext cx="362962" cy="362962"/>
          </a:xfrm>
          <a:prstGeom prst="rect">
            <a:avLst/>
          </a:prstGeom>
        </p:spPr>
      </p:pic>
      <p:pic>
        <p:nvPicPr>
          <p:cNvPr id="52" name="object 51">
            <a:extLst>
              <a:ext uri="{FF2B5EF4-FFF2-40B4-BE49-F238E27FC236}">
                <a16:creationId xmlns:a16="http://schemas.microsoft.com/office/drawing/2014/main" id="{486F7F7E-0B8D-499C-B1B8-0AABDA27475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56816" y="3487045"/>
            <a:ext cx="362962" cy="325612"/>
          </a:xfrm>
          <a:prstGeom prst="rect">
            <a:avLst/>
          </a:prstGeom>
        </p:spPr>
      </p:pic>
      <p:sp>
        <p:nvSpPr>
          <p:cNvPr id="53" name="object 52">
            <a:extLst>
              <a:ext uri="{FF2B5EF4-FFF2-40B4-BE49-F238E27FC236}">
                <a16:creationId xmlns:a16="http://schemas.microsoft.com/office/drawing/2014/main" id="{A006D9C2-D1E6-4A00-A282-31B667E2E1EB}"/>
              </a:ext>
            </a:extLst>
          </p:cNvPr>
          <p:cNvSpPr>
            <a:spLocks noGrp="1"/>
          </p:cNvSpPr>
          <p:nvPr/>
        </p:nvSpPr>
        <p:spPr>
          <a:xfrm>
            <a:off x="8362085" y="4881206"/>
            <a:ext cx="1537817" cy="1100836"/>
          </a:xfrm>
          <a:custGeom>
            <a:avLst/>
            <a:gdLst/>
            <a:ahLst/>
            <a:cxnLst/>
            <a:rect l="l" t="t" r="r" b="b"/>
            <a:pathLst>
              <a:path w="1747520" h="1250950">
                <a:moveTo>
                  <a:pt x="1552295" y="1249680"/>
                </a:moveTo>
                <a:lnTo>
                  <a:pt x="194716" y="1249680"/>
                </a:lnTo>
                <a:lnTo>
                  <a:pt x="183934" y="1248410"/>
                </a:lnTo>
                <a:lnTo>
                  <a:pt x="132486" y="1233169"/>
                </a:lnTo>
                <a:lnTo>
                  <a:pt x="95618" y="1214119"/>
                </a:lnTo>
                <a:lnTo>
                  <a:pt x="71031" y="1193800"/>
                </a:lnTo>
                <a:lnTo>
                  <a:pt x="63500" y="1187450"/>
                </a:lnTo>
                <a:lnTo>
                  <a:pt x="56311" y="1179830"/>
                </a:lnTo>
                <a:lnTo>
                  <a:pt x="49491" y="1172210"/>
                </a:lnTo>
                <a:lnTo>
                  <a:pt x="43052" y="1163319"/>
                </a:lnTo>
                <a:lnTo>
                  <a:pt x="37007" y="1154430"/>
                </a:lnTo>
                <a:lnTo>
                  <a:pt x="31356" y="1146810"/>
                </a:lnTo>
                <a:lnTo>
                  <a:pt x="26136" y="1136650"/>
                </a:lnTo>
                <a:lnTo>
                  <a:pt x="21335" y="1127760"/>
                </a:lnTo>
                <a:lnTo>
                  <a:pt x="16992" y="1117600"/>
                </a:lnTo>
                <a:lnTo>
                  <a:pt x="4381" y="1077141"/>
                </a:lnTo>
                <a:lnTo>
                  <a:pt x="0" y="1038860"/>
                </a:lnTo>
                <a:lnTo>
                  <a:pt x="0" y="210820"/>
                </a:lnTo>
                <a:lnTo>
                  <a:pt x="4343" y="172720"/>
                </a:lnTo>
                <a:lnTo>
                  <a:pt x="16992" y="132079"/>
                </a:lnTo>
                <a:lnTo>
                  <a:pt x="37007" y="95250"/>
                </a:lnTo>
                <a:lnTo>
                  <a:pt x="49491" y="78739"/>
                </a:lnTo>
                <a:lnTo>
                  <a:pt x="56311" y="69850"/>
                </a:lnTo>
                <a:lnTo>
                  <a:pt x="63500" y="63500"/>
                </a:lnTo>
                <a:lnTo>
                  <a:pt x="71031" y="55879"/>
                </a:lnTo>
                <a:lnTo>
                  <a:pt x="78905" y="48260"/>
                </a:lnTo>
                <a:lnTo>
                  <a:pt x="87109" y="41910"/>
                </a:lnTo>
                <a:lnTo>
                  <a:pt x="95618" y="36829"/>
                </a:lnTo>
                <a:lnTo>
                  <a:pt x="104419" y="30479"/>
                </a:lnTo>
                <a:lnTo>
                  <a:pt x="152438" y="8889"/>
                </a:lnTo>
                <a:lnTo>
                  <a:pt x="194716" y="0"/>
                </a:lnTo>
                <a:lnTo>
                  <a:pt x="1552295" y="0"/>
                </a:lnTo>
                <a:lnTo>
                  <a:pt x="1594573" y="8889"/>
                </a:lnTo>
                <a:lnTo>
                  <a:pt x="1631159" y="24129"/>
                </a:lnTo>
                <a:lnTo>
                  <a:pt x="212178" y="24129"/>
                </a:lnTo>
                <a:lnTo>
                  <a:pt x="206946" y="25400"/>
                </a:lnTo>
                <a:lnTo>
                  <a:pt x="197688" y="25400"/>
                </a:lnTo>
                <a:lnTo>
                  <a:pt x="188700" y="26515"/>
                </a:lnTo>
                <a:lnTo>
                  <a:pt x="183057" y="27939"/>
                </a:lnTo>
                <a:lnTo>
                  <a:pt x="178650" y="27939"/>
                </a:lnTo>
                <a:lnTo>
                  <a:pt x="168757" y="30479"/>
                </a:lnTo>
                <a:lnTo>
                  <a:pt x="169379" y="30479"/>
                </a:lnTo>
                <a:lnTo>
                  <a:pt x="159677" y="33020"/>
                </a:lnTo>
                <a:lnTo>
                  <a:pt x="160286" y="33020"/>
                </a:lnTo>
                <a:lnTo>
                  <a:pt x="150787" y="36829"/>
                </a:lnTo>
                <a:lnTo>
                  <a:pt x="151371" y="36829"/>
                </a:lnTo>
                <a:lnTo>
                  <a:pt x="142100" y="39370"/>
                </a:lnTo>
                <a:lnTo>
                  <a:pt x="142671" y="39370"/>
                </a:lnTo>
                <a:lnTo>
                  <a:pt x="133616" y="43179"/>
                </a:lnTo>
                <a:lnTo>
                  <a:pt x="134175" y="43179"/>
                </a:lnTo>
                <a:lnTo>
                  <a:pt x="125361" y="48260"/>
                </a:lnTo>
                <a:lnTo>
                  <a:pt x="125907" y="48260"/>
                </a:lnTo>
                <a:lnTo>
                  <a:pt x="117347" y="52070"/>
                </a:lnTo>
                <a:lnTo>
                  <a:pt x="117868" y="52070"/>
                </a:lnTo>
                <a:lnTo>
                  <a:pt x="109575" y="57150"/>
                </a:lnTo>
                <a:lnTo>
                  <a:pt x="110083" y="57150"/>
                </a:lnTo>
                <a:lnTo>
                  <a:pt x="103672" y="62229"/>
                </a:lnTo>
                <a:lnTo>
                  <a:pt x="102565" y="62229"/>
                </a:lnTo>
                <a:lnTo>
                  <a:pt x="94843" y="68579"/>
                </a:lnTo>
                <a:lnTo>
                  <a:pt x="95313" y="68579"/>
                </a:lnTo>
                <a:lnTo>
                  <a:pt x="89380" y="73660"/>
                </a:lnTo>
                <a:lnTo>
                  <a:pt x="88341" y="73660"/>
                </a:lnTo>
                <a:lnTo>
                  <a:pt x="82425" y="80010"/>
                </a:lnTo>
                <a:lnTo>
                  <a:pt x="81673" y="80010"/>
                </a:lnTo>
                <a:lnTo>
                  <a:pt x="74904" y="87629"/>
                </a:lnTo>
                <a:lnTo>
                  <a:pt x="75310" y="87629"/>
                </a:lnTo>
                <a:lnTo>
                  <a:pt x="69966" y="93979"/>
                </a:lnTo>
                <a:lnTo>
                  <a:pt x="69278" y="93979"/>
                </a:lnTo>
                <a:lnTo>
                  <a:pt x="63207" y="101600"/>
                </a:lnTo>
                <a:lnTo>
                  <a:pt x="63576" y="101600"/>
                </a:lnTo>
                <a:lnTo>
                  <a:pt x="57886" y="109220"/>
                </a:lnTo>
                <a:lnTo>
                  <a:pt x="58216" y="109220"/>
                </a:lnTo>
                <a:lnTo>
                  <a:pt x="52908" y="116839"/>
                </a:lnTo>
                <a:lnTo>
                  <a:pt x="53225" y="116839"/>
                </a:lnTo>
                <a:lnTo>
                  <a:pt x="49012" y="124460"/>
                </a:lnTo>
                <a:lnTo>
                  <a:pt x="48602" y="124460"/>
                </a:lnTo>
                <a:lnTo>
                  <a:pt x="44081" y="133350"/>
                </a:lnTo>
                <a:lnTo>
                  <a:pt x="44361" y="133350"/>
                </a:lnTo>
                <a:lnTo>
                  <a:pt x="40845" y="140970"/>
                </a:lnTo>
                <a:lnTo>
                  <a:pt x="40500" y="140970"/>
                </a:lnTo>
                <a:lnTo>
                  <a:pt x="37299" y="149860"/>
                </a:lnTo>
                <a:lnTo>
                  <a:pt x="37058" y="149860"/>
                </a:lnTo>
                <a:lnTo>
                  <a:pt x="34247" y="158750"/>
                </a:lnTo>
                <a:lnTo>
                  <a:pt x="34035" y="158750"/>
                </a:lnTo>
                <a:lnTo>
                  <a:pt x="31624" y="167639"/>
                </a:lnTo>
                <a:lnTo>
                  <a:pt x="31445" y="167639"/>
                </a:lnTo>
                <a:lnTo>
                  <a:pt x="29286" y="177800"/>
                </a:lnTo>
                <a:lnTo>
                  <a:pt x="27719" y="186689"/>
                </a:lnTo>
                <a:lnTo>
                  <a:pt x="27584" y="186689"/>
                </a:lnTo>
                <a:lnTo>
                  <a:pt x="26339" y="196850"/>
                </a:lnTo>
                <a:lnTo>
                  <a:pt x="25907" y="201929"/>
                </a:lnTo>
                <a:lnTo>
                  <a:pt x="25660" y="205739"/>
                </a:lnTo>
                <a:lnTo>
                  <a:pt x="25577" y="207010"/>
                </a:lnTo>
                <a:lnTo>
                  <a:pt x="25427" y="210820"/>
                </a:lnTo>
                <a:lnTo>
                  <a:pt x="25387" y="1038860"/>
                </a:lnTo>
                <a:lnTo>
                  <a:pt x="25577" y="1043939"/>
                </a:lnTo>
                <a:lnTo>
                  <a:pt x="25825" y="1047750"/>
                </a:lnTo>
                <a:lnTo>
                  <a:pt x="25907" y="1049019"/>
                </a:lnTo>
                <a:lnTo>
                  <a:pt x="26085" y="1050289"/>
                </a:lnTo>
                <a:lnTo>
                  <a:pt x="26288" y="1052830"/>
                </a:lnTo>
                <a:lnTo>
                  <a:pt x="27495" y="1062989"/>
                </a:lnTo>
                <a:lnTo>
                  <a:pt x="29064" y="1071893"/>
                </a:lnTo>
                <a:lnTo>
                  <a:pt x="29231" y="1072606"/>
                </a:lnTo>
                <a:lnTo>
                  <a:pt x="29286" y="1073150"/>
                </a:lnTo>
                <a:lnTo>
                  <a:pt x="29423" y="1073150"/>
                </a:lnTo>
                <a:lnTo>
                  <a:pt x="30256" y="1076960"/>
                </a:lnTo>
                <a:lnTo>
                  <a:pt x="31153" y="1080795"/>
                </a:lnTo>
                <a:lnTo>
                  <a:pt x="31393" y="1081639"/>
                </a:lnTo>
                <a:lnTo>
                  <a:pt x="31445" y="1082039"/>
                </a:lnTo>
                <a:lnTo>
                  <a:pt x="31624" y="1082039"/>
                </a:lnTo>
                <a:lnTo>
                  <a:pt x="34035" y="1090930"/>
                </a:lnTo>
                <a:lnTo>
                  <a:pt x="33845" y="1090930"/>
                </a:lnTo>
                <a:lnTo>
                  <a:pt x="37058" y="1099819"/>
                </a:lnTo>
                <a:lnTo>
                  <a:pt x="36842" y="1099819"/>
                </a:lnTo>
                <a:lnTo>
                  <a:pt x="40500" y="1108710"/>
                </a:lnTo>
                <a:lnTo>
                  <a:pt x="40771" y="1108710"/>
                </a:lnTo>
                <a:lnTo>
                  <a:pt x="44361" y="1117600"/>
                </a:lnTo>
                <a:lnTo>
                  <a:pt x="44727" y="1117600"/>
                </a:lnTo>
                <a:lnTo>
                  <a:pt x="48602" y="1125219"/>
                </a:lnTo>
                <a:lnTo>
                  <a:pt x="48310" y="1125219"/>
                </a:lnTo>
                <a:lnTo>
                  <a:pt x="53225" y="1132839"/>
                </a:lnTo>
                <a:lnTo>
                  <a:pt x="52908" y="1132839"/>
                </a:lnTo>
                <a:lnTo>
                  <a:pt x="58216" y="1140460"/>
                </a:lnTo>
                <a:lnTo>
                  <a:pt x="57886" y="1140460"/>
                </a:lnTo>
                <a:lnTo>
                  <a:pt x="63576" y="1148080"/>
                </a:lnTo>
                <a:lnTo>
                  <a:pt x="63207" y="1148080"/>
                </a:lnTo>
                <a:lnTo>
                  <a:pt x="69278" y="1155700"/>
                </a:lnTo>
                <a:lnTo>
                  <a:pt x="68897" y="1155700"/>
                </a:lnTo>
                <a:lnTo>
                  <a:pt x="75310" y="1163319"/>
                </a:lnTo>
                <a:lnTo>
                  <a:pt x="76032" y="1163319"/>
                </a:lnTo>
                <a:lnTo>
                  <a:pt x="81673" y="1169669"/>
                </a:lnTo>
                <a:lnTo>
                  <a:pt x="82425" y="1169669"/>
                </a:lnTo>
                <a:lnTo>
                  <a:pt x="88341" y="1176019"/>
                </a:lnTo>
                <a:lnTo>
                  <a:pt x="89132" y="1176019"/>
                </a:lnTo>
                <a:lnTo>
                  <a:pt x="95313" y="1182369"/>
                </a:lnTo>
                <a:lnTo>
                  <a:pt x="96387" y="1182369"/>
                </a:lnTo>
                <a:lnTo>
                  <a:pt x="102565" y="1187450"/>
                </a:lnTo>
                <a:lnTo>
                  <a:pt x="102069" y="1187450"/>
                </a:lnTo>
                <a:lnTo>
                  <a:pt x="110083" y="1192530"/>
                </a:lnTo>
                <a:lnTo>
                  <a:pt x="109575" y="1192530"/>
                </a:lnTo>
                <a:lnTo>
                  <a:pt x="117868" y="1197610"/>
                </a:lnTo>
                <a:lnTo>
                  <a:pt x="117347" y="1197610"/>
                </a:lnTo>
                <a:lnTo>
                  <a:pt x="125907" y="1202689"/>
                </a:lnTo>
                <a:lnTo>
                  <a:pt x="125361" y="1202689"/>
                </a:lnTo>
                <a:lnTo>
                  <a:pt x="134175" y="1206500"/>
                </a:lnTo>
                <a:lnTo>
                  <a:pt x="133616" y="1206500"/>
                </a:lnTo>
                <a:lnTo>
                  <a:pt x="142671" y="1210310"/>
                </a:lnTo>
                <a:lnTo>
                  <a:pt x="142100" y="1210310"/>
                </a:lnTo>
                <a:lnTo>
                  <a:pt x="151371" y="1214119"/>
                </a:lnTo>
                <a:lnTo>
                  <a:pt x="150787" y="1214119"/>
                </a:lnTo>
                <a:lnTo>
                  <a:pt x="160286" y="1216660"/>
                </a:lnTo>
                <a:lnTo>
                  <a:pt x="159677" y="1216660"/>
                </a:lnTo>
                <a:lnTo>
                  <a:pt x="169379" y="1219200"/>
                </a:lnTo>
                <a:lnTo>
                  <a:pt x="168757" y="1219200"/>
                </a:lnTo>
                <a:lnTo>
                  <a:pt x="178650" y="1221739"/>
                </a:lnTo>
                <a:lnTo>
                  <a:pt x="178028" y="1221739"/>
                </a:lnTo>
                <a:lnTo>
                  <a:pt x="188086" y="1223010"/>
                </a:lnTo>
                <a:lnTo>
                  <a:pt x="187451" y="1223010"/>
                </a:lnTo>
                <a:lnTo>
                  <a:pt x="197688" y="1224280"/>
                </a:lnTo>
                <a:lnTo>
                  <a:pt x="202056" y="1224280"/>
                </a:lnTo>
                <a:lnTo>
                  <a:pt x="207263" y="1225550"/>
                </a:lnTo>
                <a:lnTo>
                  <a:pt x="1631159" y="1225550"/>
                </a:lnTo>
                <a:lnTo>
                  <a:pt x="1624139" y="1229360"/>
                </a:lnTo>
                <a:lnTo>
                  <a:pt x="1614525" y="1233169"/>
                </a:lnTo>
                <a:lnTo>
                  <a:pt x="1594573" y="1240789"/>
                </a:lnTo>
                <a:lnTo>
                  <a:pt x="1563077" y="1248410"/>
                </a:lnTo>
                <a:lnTo>
                  <a:pt x="1552295" y="1249680"/>
                </a:lnTo>
                <a:close/>
              </a:path>
              <a:path w="1747520" h="1250950">
                <a:moveTo>
                  <a:pt x="211861" y="25400"/>
                </a:moveTo>
                <a:lnTo>
                  <a:pt x="212178" y="24129"/>
                </a:lnTo>
                <a:lnTo>
                  <a:pt x="217131" y="24129"/>
                </a:lnTo>
                <a:lnTo>
                  <a:pt x="211861" y="25400"/>
                </a:lnTo>
                <a:close/>
              </a:path>
              <a:path w="1747520" h="1250950">
                <a:moveTo>
                  <a:pt x="1535150" y="25400"/>
                </a:moveTo>
                <a:lnTo>
                  <a:pt x="1529880" y="24129"/>
                </a:lnTo>
                <a:lnTo>
                  <a:pt x="1534820" y="24129"/>
                </a:lnTo>
                <a:lnTo>
                  <a:pt x="1535150" y="25400"/>
                </a:lnTo>
                <a:close/>
              </a:path>
              <a:path w="1747520" h="1250950">
                <a:moveTo>
                  <a:pt x="1568983" y="29210"/>
                </a:moveTo>
                <a:lnTo>
                  <a:pt x="1558300" y="26515"/>
                </a:lnTo>
                <a:lnTo>
                  <a:pt x="1549323" y="25400"/>
                </a:lnTo>
                <a:lnTo>
                  <a:pt x="1540065" y="25400"/>
                </a:lnTo>
                <a:lnTo>
                  <a:pt x="1534820" y="24129"/>
                </a:lnTo>
                <a:lnTo>
                  <a:pt x="1631159" y="24129"/>
                </a:lnTo>
                <a:lnTo>
                  <a:pt x="1633499" y="25400"/>
                </a:lnTo>
                <a:lnTo>
                  <a:pt x="1638046" y="27939"/>
                </a:lnTo>
                <a:lnTo>
                  <a:pt x="1568361" y="27939"/>
                </a:lnTo>
                <a:lnTo>
                  <a:pt x="1568983" y="29210"/>
                </a:lnTo>
                <a:close/>
              </a:path>
              <a:path w="1747520" h="1250950">
                <a:moveTo>
                  <a:pt x="178028" y="29210"/>
                </a:moveTo>
                <a:lnTo>
                  <a:pt x="178650" y="27939"/>
                </a:lnTo>
                <a:lnTo>
                  <a:pt x="183057" y="27939"/>
                </a:lnTo>
                <a:lnTo>
                  <a:pt x="178028" y="29210"/>
                </a:lnTo>
                <a:close/>
              </a:path>
              <a:path w="1747520" h="1250950">
                <a:moveTo>
                  <a:pt x="1644942" y="63500"/>
                </a:moveTo>
                <a:lnTo>
                  <a:pt x="1636928" y="57150"/>
                </a:lnTo>
                <a:lnTo>
                  <a:pt x="1637436" y="57150"/>
                </a:lnTo>
                <a:lnTo>
                  <a:pt x="1629143" y="52070"/>
                </a:lnTo>
                <a:lnTo>
                  <a:pt x="1629663" y="52070"/>
                </a:lnTo>
                <a:lnTo>
                  <a:pt x="1621104" y="48260"/>
                </a:lnTo>
                <a:lnTo>
                  <a:pt x="1621650" y="48260"/>
                </a:lnTo>
                <a:lnTo>
                  <a:pt x="1612836" y="43179"/>
                </a:lnTo>
                <a:lnTo>
                  <a:pt x="1613395" y="43179"/>
                </a:lnTo>
                <a:lnTo>
                  <a:pt x="1604340" y="39370"/>
                </a:lnTo>
                <a:lnTo>
                  <a:pt x="1604911" y="39370"/>
                </a:lnTo>
                <a:lnTo>
                  <a:pt x="1595640" y="36829"/>
                </a:lnTo>
                <a:lnTo>
                  <a:pt x="1596224" y="36829"/>
                </a:lnTo>
                <a:lnTo>
                  <a:pt x="1586725" y="33020"/>
                </a:lnTo>
                <a:lnTo>
                  <a:pt x="1587334" y="33020"/>
                </a:lnTo>
                <a:lnTo>
                  <a:pt x="1577632" y="30479"/>
                </a:lnTo>
                <a:lnTo>
                  <a:pt x="1578241" y="30479"/>
                </a:lnTo>
                <a:lnTo>
                  <a:pt x="1568361" y="27939"/>
                </a:lnTo>
                <a:lnTo>
                  <a:pt x="1638046" y="27939"/>
                </a:lnTo>
                <a:lnTo>
                  <a:pt x="1642592" y="30479"/>
                </a:lnTo>
                <a:lnTo>
                  <a:pt x="1651393" y="36829"/>
                </a:lnTo>
                <a:lnTo>
                  <a:pt x="1659902" y="41910"/>
                </a:lnTo>
                <a:lnTo>
                  <a:pt x="1668106" y="48260"/>
                </a:lnTo>
                <a:lnTo>
                  <a:pt x="1675980" y="55879"/>
                </a:lnTo>
                <a:lnTo>
                  <a:pt x="1682256" y="62229"/>
                </a:lnTo>
                <a:lnTo>
                  <a:pt x="1644446" y="62229"/>
                </a:lnTo>
                <a:lnTo>
                  <a:pt x="1644942" y="63500"/>
                </a:lnTo>
                <a:close/>
              </a:path>
              <a:path w="1747520" h="1250950">
                <a:moveTo>
                  <a:pt x="102069" y="63500"/>
                </a:moveTo>
                <a:lnTo>
                  <a:pt x="102565" y="62229"/>
                </a:lnTo>
                <a:lnTo>
                  <a:pt x="103672" y="62229"/>
                </a:lnTo>
                <a:lnTo>
                  <a:pt x="102069" y="63500"/>
                </a:lnTo>
                <a:close/>
              </a:path>
              <a:path w="1747520" h="1250950">
                <a:moveTo>
                  <a:pt x="1659115" y="74929"/>
                </a:moveTo>
                <a:lnTo>
                  <a:pt x="1651698" y="68579"/>
                </a:lnTo>
                <a:lnTo>
                  <a:pt x="1652168" y="68579"/>
                </a:lnTo>
                <a:lnTo>
                  <a:pt x="1644446" y="62229"/>
                </a:lnTo>
                <a:lnTo>
                  <a:pt x="1682256" y="62229"/>
                </a:lnTo>
                <a:lnTo>
                  <a:pt x="1683511" y="63500"/>
                </a:lnTo>
                <a:lnTo>
                  <a:pt x="1690700" y="69850"/>
                </a:lnTo>
                <a:lnTo>
                  <a:pt x="1693623" y="73660"/>
                </a:lnTo>
                <a:lnTo>
                  <a:pt x="1658670" y="73660"/>
                </a:lnTo>
                <a:lnTo>
                  <a:pt x="1659115" y="74929"/>
                </a:lnTo>
                <a:close/>
              </a:path>
              <a:path w="1747520" h="1250950">
                <a:moveTo>
                  <a:pt x="87896" y="74929"/>
                </a:moveTo>
                <a:lnTo>
                  <a:pt x="88341" y="73660"/>
                </a:lnTo>
                <a:lnTo>
                  <a:pt x="89380" y="73660"/>
                </a:lnTo>
                <a:lnTo>
                  <a:pt x="87896" y="74929"/>
                </a:lnTo>
                <a:close/>
              </a:path>
              <a:path w="1747520" h="1250950">
                <a:moveTo>
                  <a:pt x="1665757" y="81279"/>
                </a:moveTo>
                <a:lnTo>
                  <a:pt x="1658670" y="73660"/>
                </a:lnTo>
                <a:lnTo>
                  <a:pt x="1693623" y="73660"/>
                </a:lnTo>
                <a:lnTo>
                  <a:pt x="1697520" y="78739"/>
                </a:lnTo>
                <a:lnTo>
                  <a:pt x="1698593" y="80010"/>
                </a:lnTo>
                <a:lnTo>
                  <a:pt x="1665338" y="80010"/>
                </a:lnTo>
                <a:lnTo>
                  <a:pt x="1665757" y="81279"/>
                </a:lnTo>
                <a:close/>
              </a:path>
              <a:path w="1747520" h="1250950">
                <a:moveTo>
                  <a:pt x="81241" y="81279"/>
                </a:moveTo>
                <a:lnTo>
                  <a:pt x="81673" y="80010"/>
                </a:lnTo>
                <a:lnTo>
                  <a:pt x="82425" y="80010"/>
                </a:lnTo>
                <a:lnTo>
                  <a:pt x="81241" y="81279"/>
                </a:lnTo>
                <a:close/>
              </a:path>
              <a:path w="1747520" h="1250950">
                <a:moveTo>
                  <a:pt x="1678114" y="95250"/>
                </a:moveTo>
                <a:lnTo>
                  <a:pt x="1671688" y="87629"/>
                </a:lnTo>
                <a:lnTo>
                  <a:pt x="1672107" y="87629"/>
                </a:lnTo>
                <a:lnTo>
                  <a:pt x="1665338" y="80010"/>
                </a:lnTo>
                <a:lnTo>
                  <a:pt x="1698593" y="80010"/>
                </a:lnTo>
                <a:lnTo>
                  <a:pt x="1703958" y="86360"/>
                </a:lnTo>
                <a:lnTo>
                  <a:pt x="1709140" y="93979"/>
                </a:lnTo>
                <a:lnTo>
                  <a:pt x="1677733" y="93979"/>
                </a:lnTo>
                <a:lnTo>
                  <a:pt x="1678114" y="95250"/>
                </a:lnTo>
                <a:close/>
              </a:path>
              <a:path w="1747520" h="1250950">
                <a:moveTo>
                  <a:pt x="68897" y="95250"/>
                </a:moveTo>
                <a:lnTo>
                  <a:pt x="69278" y="93979"/>
                </a:lnTo>
                <a:lnTo>
                  <a:pt x="69966" y="93979"/>
                </a:lnTo>
                <a:lnTo>
                  <a:pt x="68897" y="95250"/>
                </a:lnTo>
                <a:close/>
              </a:path>
              <a:path w="1747520" h="1250950">
                <a:moveTo>
                  <a:pt x="1698701" y="125729"/>
                </a:moveTo>
                <a:lnTo>
                  <a:pt x="1693786" y="116839"/>
                </a:lnTo>
                <a:lnTo>
                  <a:pt x="1694103" y="116839"/>
                </a:lnTo>
                <a:lnTo>
                  <a:pt x="1688782" y="109220"/>
                </a:lnTo>
                <a:lnTo>
                  <a:pt x="1689125" y="109220"/>
                </a:lnTo>
                <a:lnTo>
                  <a:pt x="1683435" y="101600"/>
                </a:lnTo>
                <a:lnTo>
                  <a:pt x="1683791" y="101600"/>
                </a:lnTo>
                <a:lnTo>
                  <a:pt x="1677733" y="93979"/>
                </a:lnTo>
                <a:lnTo>
                  <a:pt x="1709140" y="93979"/>
                </a:lnTo>
                <a:lnTo>
                  <a:pt x="1726761" y="124460"/>
                </a:lnTo>
                <a:lnTo>
                  <a:pt x="1698409" y="124460"/>
                </a:lnTo>
                <a:lnTo>
                  <a:pt x="1698701" y="125729"/>
                </a:lnTo>
                <a:close/>
              </a:path>
              <a:path w="1747520" h="1250950">
                <a:moveTo>
                  <a:pt x="48310" y="125729"/>
                </a:moveTo>
                <a:lnTo>
                  <a:pt x="48602" y="124460"/>
                </a:lnTo>
                <a:lnTo>
                  <a:pt x="49012" y="124460"/>
                </a:lnTo>
                <a:lnTo>
                  <a:pt x="48310" y="125729"/>
                </a:lnTo>
                <a:close/>
              </a:path>
              <a:path w="1747520" h="1250950">
                <a:moveTo>
                  <a:pt x="1706752" y="142239"/>
                </a:moveTo>
                <a:lnTo>
                  <a:pt x="1702650" y="133350"/>
                </a:lnTo>
                <a:lnTo>
                  <a:pt x="1702930" y="133350"/>
                </a:lnTo>
                <a:lnTo>
                  <a:pt x="1698409" y="124460"/>
                </a:lnTo>
                <a:lnTo>
                  <a:pt x="1726761" y="124460"/>
                </a:lnTo>
                <a:lnTo>
                  <a:pt x="1730019" y="132079"/>
                </a:lnTo>
                <a:lnTo>
                  <a:pt x="1733419" y="140970"/>
                </a:lnTo>
                <a:lnTo>
                  <a:pt x="1706511" y="140970"/>
                </a:lnTo>
                <a:lnTo>
                  <a:pt x="1706752" y="142239"/>
                </a:lnTo>
                <a:close/>
              </a:path>
              <a:path w="1747520" h="1250950">
                <a:moveTo>
                  <a:pt x="40258" y="142239"/>
                </a:moveTo>
                <a:lnTo>
                  <a:pt x="40500" y="140970"/>
                </a:lnTo>
                <a:lnTo>
                  <a:pt x="40845" y="140970"/>
                </a:lnTo>
                <a:lnTo>
                  <a:pt x="40258" y="142239"/>
                </a:lnTo>
                <a:close/>
              </a:path>
              <a:path w="1747520" h="1250950">
                <a:moveTo>
                  <a:pt x="1710169" y="151129"/>
                </a:moveTo>
                <a:lnTo>
                  <a:pt x="1706511" y="140970"/>
                </a:lnTo>
                <a:lnTo>
                  <a:pt x="1733419" y="140970"/>
                </a:lnTo>
                <a:lnTo>
                  <a:pt x="1733905" y="142239"/>
                </a:lnTo>
                <a:lnTo>
                  <a:pt x="1736467" y="149860"/>
                </a:lnTo>
                <a:lnTo>
                  <a:pt x="1709953" y="149860"/>
                </a:lnTo>
                <a:lnTo>
                  <a:pt x="1710169" y="151129"/>
                </a:lnTo>
                <a:close/>
              </a:path>
              <a:path w="1747520" h="1250950">
                <a:moveTo>
                  <a:pt x="36842" y="151129"/>
                </a:moveTo>
                <a:lnTo>
                  <a:pt x="37058" y="149860"/>
                </a:lnTo>
                <a:lnTo>
                  <a:pt x="37299" y="149860"/>
                </a:lnTo>
                <a:lnTo>
                  <a:pt x="36842" y="151129"/>
                </a:lnTo>
                <a:close/>
              </a:path>
              <a:path w="1747520" h="1250950">
                <a:moveTo>
                  <a:pt x="1713166" y="160020"/>
                </a:moveTo>
                <a:lnTo>
                  <a:pt x="1709953" y="149860"/>
                </a:lnTo>
                <a:lnTo>
                  <a:pt x="1736467" y="149860"/>
                </a:lnTo>
                <a:lnTo>
                  <a:pt x="1737321" y="152400"/>
                </a:lnTo>
                <a:lnTo>
                  <a:pt x="1739147" y="158750"/>
                </a:lnTo>
                <a:lnTo>
                  <a:pt x="1712976" y="158750"/>
                </a:lnTo>
                <a:lnTo>
                  <a:pt x="1713166" y="160020"/>
                </a:lnTo>
                <a:close/>
              </a:path>
              <a:path w="1747520" h="1250950">
                <a:moveTo>
                  <a:pt x="33845" y="160020"/>
                </a:moveTo>
                <a:lnTo>
                  <a:pt x="34035" y="158750"/>
                </a:lnTo>
                <a:lnTo>
                  <a:pt x="34247" y="158750"/>
                </a:lnTo>
                <a:lnTo>
                  <a:pt x="33845" y="160020"/>
                </a:lnTo>
                <a:close/>
              </a:path>
              <a:path w="1747520" h="1250950">
                <a:moveTo>
                  <a:pt x="1715846" y="168884"/>
                </a:moveTo>
                <a:lnTo>
                  <a:pt x="1715515" y="168113"/>
                </a:lnTo>
                <a:lnTo>
                  <a:pt x="1712976" y="158750"/>
                </a:lnTo>
                <a:lnTo>
                  <a:pt x="1739147" y="158750"/>
                </a:lnTo>
                <a:lnTo>
                  <a:pt x="1740242" y="162560"/>
                </a:lnTo>
                <a:lnTo>
                  <a:pt x="1741455" y="167639"/>
                </a:lnTo>
                <a:lnTo>
                  <a:pt x="1715566" y="167639"/>
                </a:lnTo>
                <a:lnTo>
                  <a:pt x="1715846" y="168884"/>
                </a:lnTo>
                <a:close/>
              </a:path>
              <a:path w="1747520" h="1250950">
                <a:moveTo>
                  <a:pt x="31287" y="168884"/>
                </a:moveTo>
                <a:lnTo>
                  <a:pt x="31344" y="168113"/>
                </a:lnTo>
                <a:lnTo>
                  <a:pt x="31445" y="167639"/>
                </a:lnTo>
                <a:lnTo>
                  <a:pt x="31624" y="167639"/>
                </a:lnTo>
                <a:lnTo>
                  <a:pt x="31287" y="168884"/>
                </a:lnTo>
                <a:close/>
              </a:path>
              <a:path w="1747520" h="1250950">
                <a:moveTo>
                  <a:pt x="1743387" y="1073150"/>
                </a:moveTo>
                <a:lnTo>
                  <a:pt x="1717725" y="1073150"/>
                </a:lnTo>
                <a:lnTo>
                  <a:pt x="1719427" y="1062989"/>
                </a:lnTo>
                <a:lnTo>
                  <a:pt x="1720672" y="1052830"/>
                </a:lnTo>
                <a:lnTo>
                  <a:pt x="1720900" y="1050289"/>
                </a:lnTo>
                <a:lnTo>
                  <a:pt x="1721103" y="1049019"/>
                </a:lnTo>
                <a:lnTo>
                  <a:pt x="1721342" y="1045210"/>
                </a:lnTo>
                <a:lnTo>
                  <a:pt x="1721421" y="1043939"/>
                </a:lnTo>
                <a:lnTo>
                  <a:pt x="1721611" y="1038860"/>
                </a:lnTo>
                <a:lnTo>
                  <a:pt x="1721584" y="210820"/>
                </a:lnTo>
                <a:lnTo>
                  <a:pt x="1719514" y="187950"/>
                </a:lnTo>
                <a:lnTo>
                  <a:pt x="1717852" y="177800"/>
                </a:lnTo>
                <a:lnTo>
                  <a:pt x="1715846" y="168884"/>
                </a:lnTo>
                <a:lnTo>
                  <a:pt x="1715628" y="168113"/>
                </a:lnTo>
                <a:lnTo>
                  <a:pt x="1715566" y="167639"/>
                </a:lnTo>
                <a:lnTo>
                  <a:pt x="1741455" y="167639"/>
                </a:lnTo>
                <a:lnTo>
                  <a:pt x="1742668" y="172720"/>
                </a:lnTo>
                <a:lnTo>
                  <a:pt x="1747011" y="210820"/>
                </a:lnTo>
                <a:lnTo>
                  <a:pt x="1747011" y="1038860"/>
                </a:lnTo>
                <a:lnTo>
                  <a:pt x="1746839" y="1043939"/>
                </a:lnTo>
                <a:lnTo>
                  <a:pt x="1746796" y="1045210"/>
                </a:lnTo>
                <a:lnTo>
                  <a:pt x="1746624" y="1047750"/>
                </a:lnTo>
                <a:lnTo>
                  <a:pt x="1746538" y="1049019"/>
                </a:lnTo>
                <a:lnTo>
                  <a:pt x="1746453" y="1050289"/>
                </a:lnTo>
                <a:lnTo>
                  <a:pt x="1745957" y="1055369"/>
                </a:lnTo>
                <a:lnTo>
                  <a:pt x="1744586" y="1066800"/>
                </a:lnTo>
                <a:lnTo>
                  <a:pt x="1743490" y="1072606"/>
                </a:lnTo>
                <a:lnTo>
                  <a:pt x="1743387" y="1073150"/>
                </a:lnTo>
                <a:close/>
              </a:path>
              <a:path w="1747520" h="1250950">
                <a:moveTo>
                  <a:pt x="27497" y="187950"/>
                </a:moveTo>
                <a:lnTo>
                  <a:pt x="27584" y="186689"/>
                </a:lnTo>
                <a:lnTo>
                  <a:pt x="27719" y="186689"/>
                </a:lnTo>
                <a:lnTo>
                  <a:pt x="27497" y="187950"/>
                </a:lnTo>
                <a:close/>
              </a:path>
              <a:path w="1747520" h="1250950">
                <a:moveTo>
                  <a:pt x="1741590" y="1082039"/>
                </a:moveTo>
                <a:lnTo>
                  <a:pt x="1715566" y="1082039"/>
                </a:lnTo>
                <a:lnTo>
                  <a:pt x="1717849" y="1071893"/>
                </a:lnTo>
                <a:lnTo>
                  <a:pt x="1717725" y="1073150"/>
                </a:lnTo>
                <a:lnTo>
                  <a:pt x="1743387" y="1073150"/>
                </a:lnTo>
                <a:lnTo>
                  <a:pt x="1742668" y="1076960"/>
                </a:lnTo>
                <a:lnTo>
                  <a:pt x="1741675" y="1081639"/>
                </a:lnTo>
                <a:lnTo>
                  <a:pt x="1741590" y="1082039"/>
                </a:lnTo>
                <a:close/>
              </a:path>
              <a:path w="1747520" h="1250950">
                <a:moveTo>
                  <a:pt x="29423" y="1073150"/>
                </a:moveTo>
                <a:lnTo>
                  <a:pt x="29286" y="1073150"/>
                </a:lnTo>
                <a:lnTo>
                  <a:pt x="29231" y="1072606"/>
                </a:lnTo>
                <a:lnTo>
                  <a:pt x="29423" y="1073150"/>
                </a:lnTo>
                <a:close/>
              </a:path>
              <a:path w="1747520" h="1250950">
                <a:moveTo>
                  <a:pt x="31624" y="1082039"/>
                </a:moveTo>
                <a:lnTo>
                  <a:pt x="31445" y="1082039"/>
                </a:lnTo>
                <a:lnTo>
                  <a:pt x="30535" y="1078161"/>
                </a:lnTo>
                <a:lnTo>
                  <a:pt x="31516" y="1081639"/>
                </a:lnTo>
                <a:lnTo>
                  <a:pt x="31624" y="1082039"/>
                </a:lnTo>
                <a:close/>
              </a:path>
              <a:path w="1747520" h="1250950">
                <a:moveTo>
                  <a:pt x="1733905" y="1108710"/>
                </a:moveTo>
                <a:lnTo>
                  <a:pt x="1706511" y="1108710"/>
                </a:lnTo>
                <a:lnTo>
                  <a:pt x="1710169" y="1099819"/>
                </a:lnTo>
                <a:lnTo>
                  <a:pt x="1709953" y="1099819"/>
                </a:lnTo>
                <a:lnTo>
                  <a:pt x="1713166" y="1090930"/>
                </a:lnTo>
                <a:lnTo>
                  <a:pt x="1712976" y="1090930"/>
                </a:lnTo>
                <a:lnTo>
                  <a:pt x="1715724" y="1080795"/>
                </a:lnTo>
                <a:lnTo>
                  <a:pt x="1715656" y="1081639"/>
                </a:lnTo>
                <a:lnTo>
                  <a:pt x="1715566" y="1082039"/>
                </a:lnTo>
                <a:lnTo>
                  <a:pt x="1741590" y="1082039"/>
                </a:lnTo>
                <a:lnTo>
                  <a:pt x="1740242" y="1088389"/>
                </a:lnTo>
                <a:lnTo>
                  <a:pt x="1737321" y="1098550"/>
                </a:lnTo>
                <a:lnTo>
                  <a:pt x="1733905" y="1108710"/>
                </a:lnTo>
                <a:close/>
              </a:path>
              <a:path w="1747520" h="1250950">
                <a:moveTo>
                  <a:pt x="40771" y="1108710"/>
                </a:moveTo>
                <a:lnTo>
                  <a:pt x="40500" y="1108710"/>
                </a:lnTo>
                <a:lnTo>
                  <a:pt x="40258" y="1107439"/>
                </a:lnTo>
                <a:lnTo>
                  <a:pt x="40771" y="1108710"/>
                </a:lnTo>
                <a:close/>
              </a:path>
              <a:path w="1747520" h="1250950">
                <a:moveTo>
                  <a:pt x="1730019" y="1117600"/>
                </a:moveTo>
                <a:lnTo>
                  <a:pt x="1702650" y="1117600"/>
                </a:lnTo>
                <a:lnTo>
                  <a:pt x="1706752" y="1107439"/>
                </a:lnTo>
                <a:lnTo>
                  <a:pt x="1706511" y="1108710"/>
                </a:lnTo>
                <a:lnTo>
                  <a:pt x="1733905" y="1108710"/>
                </a:lnTo>
                <a:lnTo>
                  <a:pt x="1730019" y="1117600"/>
                </a:lnTo>
                <a:close/>
              </a:path>
              <a:path w="1747520" h="1250950">
                <a:moveTo>
                  <a:pt x="44727" y="1117600"/>
                </a:moveTo>
                <a:lnTo>
                  <a:pt x="44361" y="1117600"/>
                </a:lnTo>
                <a:lnTo>
                  <a:pt x="44081" y="1116330"/>
                </a:lnTo>
                <a:lnTo>
                  <a:pt x="44727" y="1117600"/>
                </a:lnTo>
                <a:close/>
              </a:path>
              <a:path w="1747520" h="1250950">
                <a:moveTo>
                  <a:pt x="1703958" y="1163319"/>
                </a:moveTo>
                <a:lnTo>
                  <a:pt x="1671688" y="1163319"/>
                </a:lnTo>
                <a:lnTo>
                  <a:pt x="1678114" y="1155700"/>
                </a:lnTo>
                <a:lnTo>
                  <a:pt x="1677733" y="1155700"/>
                </a:lnTo>
                <a:lnTo>
                  <a:pt x="1683791" y="1148080"/>
                </a:lnTo>
                <a:lnTo>
                  <a:pt x="1683435" y="1148080"/>
                </a:lnTo>
                <a:lnTo>
                  <a:pt x="1689125" y="1140460"/>
                </a:lnTo>
                <a:lnTo>
                  <a:pt x="1688782" y="1140460"/>
                </a:lnTo>
                <a:lnTo>
                  <a:pt x="1694103" y="1132839"/>
                </a:lnTo>
                <a:lnTo>
                  <a:pt x="1693786" y="1132839"/>
                </a:lnTo>
                <a:lnTo>
                  <a:pt x="1698701" y="1125219"/>
                </a:lnTo>
                <a:lnTo>
                  <a:pt x="1698409" y="1125219"/>
                </a:lnTo>
                <a:lnTo>
                  <a:pt x="1702930" y="1116330"/>
                </a:lnTo>
                <a:lnTo>
                  <a:pt x="1702650" y="1117600"/>
                </a:lnTo>
                <a:lnTo>
                  <a:pt x="1730019" y="1117600"/>
                </a:lnTo>
                <a:lnTo>
                  <a:pt x="1725676" y="1127760"/>
                </a:lnTo>
                <a:lnTo>
                  <a:pt x="1720875" y="1136650"/>
                </a:lnTo>
                <a:lnTo>
                  <a:pt x="1715655" y="1146810"/>
                </a:lnTo>
                <a:lnTo>
                  <a:pt x="1710004" y="1154430"/>
                </a:lnTo>
                <a:lnTo>
                  <a:pt x="1703958" y="1163319"/>
                </a:lnTo>
                <a:close/>
              </a:path>
              <a:path w="1747520" h="1250950">
                <a:moveTo>
                  <a:pt x="76032" y="1163319"/>
                </a:moveTo>
                <a:lnTo>
                  <a:pt x="75310" y="1163319"/>
                </a:lnTo>
                <a:lnTo>
                  <a:pt x="74904" y="1162050"/>
                </a:lnTo>
                <a:lnTo>
                  <a:pt x="76032" y="1163319"/>
                </a:lnTo>
                <a:close/>
              </a:path>
              <a:path w="1747520" h="1250950">
                <a:moveTo>
                  <a:pt x="1699359" y="1169669"/>
                </a:moveTo>
                <a:lnTo>
                  <a:pt x="1665338" y="1169669"/>
                </a:lnTo>
                <a:lnTo>
                  <a:pt x="1672107" y="1162050"/>
                </a:lnTo>
                <a:lnTo>
                  <a:pt x="1671688" y="1163319"/>
                </a:lnTo>
                <a:lnTo>
                  <a:pt x="1703958" y="1163319"/>
                </a:lnTo>
                <a:lnTo>
                  <a:pt x="1699359" y="1169669"/>
                </a:lnTo>
                <a:close/>
              </a:path>
              <a:path w="1747520" h="1250950">
                <a:moveTo>
                  <a:pt x="82425" y="1169669"/>
                </a:moveTo>
                <a:lnTo>
                  <a:pt x="81673" y="1169669"/>
                </a:lnTo>
                <a:lnTo>
                  <a:pt x="81241" y="1168400"/>
                </a:lnTo>
                <a:lnTo>
                  <a:pt x="82425" y="1169669"/>
                </a:lnTo>
                <a:close/>
              </a:path>
              <a:path w="1747520" h="1250950">
                <a:moveTo>
                  <a:pt x="1694110" y="1176019"/>
                </a:moveTo>
                <a:lnTo>
                  <a:pt x="1658670" y="1176019"/>
                </a:lnTo>
                <a:lnTo>
                  <a:pt x="1665757" y="1168400"/>
                </a:lnTo>
                <a:lnTo>
                  <a:pt x="1665338" y="1169669"/>
                </a:lnTo>
                <a:lnTo>
                  <a:pt x="1699359" y="1169669"/>
                </a:lnTo>
                <a:lnTo>
                  <a:pt x="1697520" y="1172210"/>
                </a:lnTo>
                <a:lnTo>
                  <a:pt x="1694110" y="1176019"/>
                </a:lnTo>
                <a:close/>
              </a:path>
              <a:path w="1747520" h="1250950">
                <a:moveTo>
                  <a:pt x="89132" y="1176019"/>
                </a:moveTo>
                <a:lnTo>
                  <a:pt x="88341" y="1176019"/>
                </a:lnTo>
                <a:lnTo>
                  <a:pt x="87896" y="1174750"/>
                </a:lnTo>
                <a:lnTo>
                  <a:pt x="89132" y="1176019"/>
                </a:lnTo>
                <a:close/>
              </a:path>
              <a:path w="1747520" h="1250950">
                <a:moveTo>
                  <a:pt x="1688304" y="1182369"/>
                </a:moveTo>
                <a:lnTo>
                  <a:pt x="1651698" y="1182369"/>
                </a:lnTo>
                <a:lnTo>
                  <a:pt x="1659115" y="1174750"/>
                </a:lnTo>
                <a:lnTo>
                  <a:pt x="1658670" y="1176019"/>
                </a:lnTo>
                <a:lnTo>
                  <a:pt x="1694110" y="1176019"/>
                </a:lnTo>
                <a:lnTo>
                  <a:pt x="1690700" y="1179830"/>
                </a:lnTo>
                <a:lnTo>
                  <a:pt x="1688304" y="1182369"/>
                </a:lnTo>
                <a:close/>
              </a:path>
              <a:path w="1747520" h="1250950">
                <a:moveTo>
                  <a:pt x="96387" y="1182369"/>
                </a:moveTo>
                <a:lnTo>
                  <a:pt x="95313" y="1182369"/>
                </a:lnTo>
                <a:lnTo>
                  <a:pt x="94843" y="1181100"/>
                </a:lnTo>
                <a:lnTo>
                  <a:pt x="96387" y="1182369"/>
                </a:lnTo>
                <a:close/>
              </a:path>
              <a:path w="1747520" h="1250950">
                <a:moveTo>
                  <a:pt x="1631159" y="1225550"/>
                </a:moveTo>
                <a:lnTo>
                  <a:pt x="1539747" y="1225550"/>
                </a:lnTo>
                <a:lnTo>
                  <a:pt x="1544954" y="1224280"/>
                </a:lnTo>
                <a:lnTo>
                  <a:pt x="1549323" y="1224280"/>
                </a:lnTo>
                <a:lnTo>
                  <a:pt x="1559547" y="1223010"/>
                </a:lnTo>
                <a:lnTo>
                  <a:pt x="1558925" y="1223010"/>
                </a:lnTo>
                <a:lnTo>
                  <a:pt x="1568983" y="1221739"/>
                </a:lnTo>
                <a:lnTo>
                  <a:pt x="1568361" y="1221739"/>
                </a:lnTo>
                <a:lnTo>
                  <a:pt x="1578241" y="1219200"/>
                </a:lnTo>
                <a:lnTo>
                  <a:pt x="1577632" y="1219200"/>
                </a:lnTo>
                <a:lnTo>
                  <a:pt x="1587334" y="1216660"/>
                </a:lnTo>
                <a:lnTo>
                  <a:pt x="1586725" y="1216660"/>
                </a:lnTo>
                <a:lnTo>
                  <a:pt x="1596224" y="1214119"/>
                </a:lnTo>
                <a:lnTo>
                  <a:pt x="1595640" y="1214119"/>
                </a:lnTo>
                <a:lnTo>
                  <a:pt x="1604911" y="1210310"/>
                </a:lnTo>
                <a:lnTo>
                  <a:pt x="1604340" y="1210310"/>
                </a:lnTo>
                <a:lnTo>
                  <a:pt x="1613395" y="1206500"/>
                </a:lnTo>
                <a:lnTo>
                  <a:pt x="1612836" y="1206500"/>
                </a:lnTo>
                <a:lnTo>
                  <a:pt x="1621650" y="1202689"/>
                </a:lnTo>
                <a:lnTo>
                  <a:pt x="1621104" y="1202689"/>
                </a:lnTo>
                <a:lnTo>
                  <a:pt x="1629663" y="1197610"/>
                </a:lnTo>
                <a:lnTo>
                  <a:pt x="1629143" y="1197610"/>
                </a:lnTo>
                <a:lnTo>
                  <a:pt x="1637436" y="1192530"/>
                </a:lnTo>
                <a:lnTo>
                  <a:pt x="1636928" y="1192530"/>
                </a:lnTo>
                <a:lnTo>
                  <a:pt x="1644942" y="1187450"/>
                </a:lnTo>
                <a:lnTo>
                  <a:pt x="1644446" y="1187450"/>
                </a:lnTo>
                <a:lnTo>
                  <a:pt x="1652168" y="1181100"/>
                </a:lnTo>
                <a:lnTo>
                  <a:pt x="1651698" y="1182369"/>
                </a:lnTo>
                <a:lnTo>
                  <a:pt x="1688304" y="1182369"/>
                </a:lnTo>
                <a:lnTo>
                  <a:pt x="1683511" y="1187450"/>
                </a:lnTo>
                <a:lnTo>
                  <a:pt x="1675980" y="1193800"/>
                </a:lnTo>
                <a:lnTo>
                  <a:pt x="1668106" y="1201419"/>
                </a:lnTo>
                <a:lnTo>
                  <a:pt x="1659902" y="1207769"/>
                </a:lnTo>
                <a:lnTo>
                  <a:pt x="1651393" y="1214119"/>
                </a:lnTo>
                <a:lnTo>
                  <a:pt x="1642592" y="1219200"/>
                </a:lnTo>
                <a:lnTo>
                  <a:pt x="1633499" y="1224280"/>
                </a:lnTo>
                <a:lnTo>
                  <a:pt x="1631159" y="1225550"/>
                </a:lnTo>
                <a:close/>
              </a:path>
              <a:path w="1747520" h="1250950">
                <a:moveTo>
                  <a:pt x="1541195" y="1250950"/>
                </a:moveTo>
                <a:lnTo>
                  <a:pt x="205816" y="1250950"/>
                </a:lnTo>
                <a:lnTo>
                  <a:pt x="200291" y="1249680"/>
                </a:lnTo>
                <a:lnTo>
                  <a:pt x="1546720" y="1249680"/>
                </a:lnTo>
                <a:lnTo>
                  <a:pt x="1541195" y="1250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54" name="object 53">
            <a:extLst>
              <a:ext uri="{FF2B5EF4-FFF2-40B4-BE49-F238E27FC236}">
                <a16:creationId xmlns:a16="http://schemas.microsoft.com/office/drawing/2014/main" id="{CAA71AF0-EC62-4853-99EC-8469988FFBA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55128" y="4951794"/>
            <a:ext cx="362962" cy="362962"/>
          </a:xfrm>
          <a:prstGeom prst="rect">
            <a:avLst/>
          </a:prstGeom>
        </p:spPr>
      </p:pic>
      <p:pic>
        <p:nvPicPr>
          <p:cNvPr id="55" name="object 54">
            <a:extLst>
              <a:ext uri="{FF2B5EF4-FFF2-40B4-BE49-F238E27FC236}">
                <a16:creationId xmlns:a16="http://schemas.microsoft.com/office/drawing/2014/main" id="{C1C8E615-AE05-4B7F-94BA-ABE1CD359BA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82819" y="5580567"/>
            <a:ext cx="362962" cy="325612"/>
          </a:xfrm>
          <a:prstGeom prst="rect">
            <a:avLst/>
          </a:prstGeom>
        </p:spPr>
      </p:pic>
      <p:pic>
        <p:nvPicPr>
          <p:cNvPr id="56" name="object 55">
            <a:extLst>
              <a:ext uri="{FF2B5EF4-FFF2-40B4-BE49-F238E27FC236}">
                <a16:creationId xmlns:a16="http://schemas.microsoft.com/office/drawing/2014/main" id="{7B2EF718-EAC6-4947-A6E7-4B1EFE5F094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56816" y="2776385"/>
            <a:ext cx="362962" cy="723243"/>
          </a:xfrm>
          <a:prstGeom prst="rect">
            <a:avLst/>
          </a:prstGeom>
        </p:spPr>
      </p:pic>
      <p:pic>
        <p:nvPicPr>
          <p:cNvPr id="57" name="object 56">
            <a:extLst>
              <a:ext uri="{FF2B5EF4-FFF2-40B4-BE49-F238E27FC236}">
                <a16:creationId xmlns:a16="http://schemas.microsoft.com/office/drawing/2014/main" id="{155876A7-843D-45F6-AE85-D993106A88B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48087" y="5580567"/>
            <a:ext cx="362962" cy="325612"/>
          </a:xfrm>
          <a:prstGeom prst="rect">
            <a:avLst/>
          </a:prstGeom>
        </p:spPr>
      </p:pic>
      <p:pic>
        <p:nvPicPr>
          <p:cNvPr id="58" name="object 57">
            <a:extLst>
              <a:ext uri="{FF2B5EF4-FFF2-40B4-BE49-F238E27FC236}">
                <a16:creationId xmlns:a16="http://schemas.microsoft.com/office/drawing/2014/main" id="{D4FB8052-380C-4F9D-B473-BC32B79F7C8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429124" y="2768405"/>
            <a:ext cx="362962" cy="362962"/>
          </a:xfrm>
          <a:prstGeom prst="rect">
            <a:avLst/>
          </a:prstGeom>
        </p:spPr>
      </p:pic>
      <p:pic>
        <p:nvPicPr>
          <p:cNvPr id="59" name="object 58">
            <a:extLst>
              <a:ext uri="{FF2B5EF4-FFF2-40B4-BE49-F238E27FC236}">
                <a16:creationId xmlns:a16="http://schemas.microsoft.com/office/drawing/2014/main" id="{1CEEA671-1AD8-49FE-8942-AB72F552DA7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413366" y="5580567"/>
            <a:ext cx="362962" cy="325612"/>
          </a:xfrm>
          <a:prstGeom prst="rect">
            <a:avLst/>
          </a:prstGeom>
        </p:spPr>
      </p:pic>
      <p:pic>
        <p:nvPicPr>
          <p:cNvPr id="60" name="object 59">
            <a:extLst>
              <a:ext uri="{FF2B5EF4-FFF2-40B4-BE49-F238E27FC236}">
                <a16:creationId xmlns:a16="http://schemas.microsoft.com/office/drawing/2014/main" id="{7DA9EF05-1280-4E7B-8BC4-BBC864D76077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484507" y="3151083"/>
            <a:ext cx="362962" cy="362962"/>
          </a:xfrm>
          <a:prstGeom prst="rect">
            <a:avLst/>
          </a:prstGeom>
        </p:spPr>
      </p:pic>
      <p:pic>
        <p:nvPicPr>
          <p:cNvPr id="61" name="object 60">
            <a:extLst>
              <a:ext uri="{FF2B5EF4-FFF2-40B4-BE49-F238E27FC236}">
                <a16:creationId xmlns:a16="http://schemas.microsoft.com/office/drawing/2014/main" id="{F25E952C-C3C0-4F81-88DB-AAB0A3A3DFA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429124" y="3151083"/>
            <a:ext cx="362962" cy="362962"/>
          </a:xfrm>
          <a:prstGeom prst="rect">
            <a:avLst/>
          </a:prstGeom>
        </p:spPr>
      </p:pic>
      <p:pic>
        <p:nvPicPr>
          <p:cNvPr id="62" name="object 61">
            <a:extLst>
              <a:ext uri="{FF2B5EF4-FFF2-40B4-BE49-F238E27FC236}">
                <a16:creationId xmlns:a16="http://schemas.microsoft.com/office/drawing/2014/main" id="{7E91383E-92D7-43FA-9737-4B23C982CE4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482819" y="5306006"/>
            <a:ext cx="362962" cy="325612"/>
          </a:xfrm>
          <a:prstGeom prst="rect">
            <a:avLst/>
          </a:prstGeom>
        </p:spPr>
      </p:pic>
      <p:pic>
        <p:nvPicPr>
          <p:cNvPr id="63" name="object 62">
            <a:extLst>
              <a:ext uri="{FF2B5EF4-FFF2-40B4-BE49-F238E27FC236}">
                <a16:creationId xmlns:a16="http://schemas.microsoft.com/office/drawing/2014/main" id="{49ABA8C4-3CC7-4928-A1B8-D12237CDE8D0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948087" y="5309124"/>
            <a:ext cx="362962" cy="325612"/>
          </a:xfrm>
          <a:prstGeom prst="rect">
            <a:avLst/>
          </a:prstGeom>
        </p:spPr>
      </p:pic>
      <p:pic>
        <p:nvPicPr>
          <p:cNvPr id="64" name="object 63">
            <a:extLst>
              <a:ext uri="{FF2B5EF4-FFF2-40B4-BE49-F238E27FC236}">
                <a16:creationId xmlns:a16="http://schemas.microsoft.com/office/drawing/2014/main" id="{D638C533-2CFD-4EF5-B4BC-A653095F27D2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413366" y="5306006"/>
            <a:ext cx="362962" cy="325612"/>
          </a:xfrm>
          <a:prstGeom prst="rect">
            <a:avLst/>
          </a:prstGeom>
        </p:spPr>
      </p:pic>
      <p:sp>
        <p:nvSpPr>
          <p:cNvPr id="65" name="object 64">
            <a:extLst>
              <a:ext uri="{FF2B5EF4-FFF2-40B4-BE49-F238E27FC236}">
                <a16:creationId xmlns:a16="http://schemas.microsoft.com/office/drawing/2014/main" id="{E9C0615A-5EEA-459F-924D-C7696DD8DEC0}"/>
              </a:ext>
            </a:extLst>
          </p:cNvPr>
          <p:cNvSpPr>
            <a:spLocks noGrp="1"/>
          </p:cNvSpPr>
          <p:nvPr/>
        </p:nvSpPr>
        <p:spPr>
          <a:xfrm>
            <a:off x="7330416" y="3896422"/>
            <a:ext cx="1514348" cy="297840"/>
          </a:xfrm>
          <a:custGeom>
            <a:avLst/>
            <a:gdLst/>
            <a:ahLst/>
            <a:cxnLst/>
            <a:rect l="l" t="t" r="r" b="b"/>
            <a:pathLst>
              <a:path w="1720850" h="338454">
                <a:moveTo>
                  <a:pt x="1720596" y="338327"/>
                </a:moveTo>
                <a:lnTo>
                  <a:pt x="0" y="338327"/>
                </a:lnTo>
                <a:lnTo>
                  <a:pt x="0" y="0"/>
                </a:lnTo>
                <a:lnTo>
                  <a:pt x="1720596" y="0"/>
                </a:lnTo>
                <a:lnTo>
                  <a:pt x="1720596" y="3383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66" name="object 69">
            <a:extLst>
              <a:ext uri="{FF2B5EF4-FFF2-40B4-BE49-F238E27FC236}">
                <a16:creationId xmlns:a16="http://schemas.microsoft.com/office/drawing/2014/main" id="{78FAF5EB-7013-41F5-87AB-5FC3CEC5A281}"/>
              </a:ext>
            </a:extLst>
          </p:cNvPr>
          <p:cNvSpPr>
            <a:spLocks noGrp="1"/>
          </p:cNvSpPr>
          <p:nvPr/>
        </p:nvSpPr>
        <p:spPr>
          <a:xfrm>
            <a:off x="7960408" y="3041758"/>
            <a:ext cx="334721" cy="397306"/>
          </a:xfrm>
          <a:prstGeom prst="rect">
            <a:avLst/>
          </a:prstGeom>
        </p:spPr>
        <p:txBody>
          <a:bodyPr vert="horz" wrap="square" lIns="0" tIns="10617" rIns="0" bIns="0">
            <a:spAutoFit/>
          </a:bodyPr>
          <a:lstStyle/>
          <a:p>
            <a:pPr>
              <a:lnSpc>
                <a:spcPct val="100000"/>
              </a:lnSpc>
              <a:spcBef>
                <a:spcPts val="84"/>
              </a:spcBef>
              <a:buNone/>
            </a:pPr>
            <a:r>
              <a:rPr sz="2464" b="1">
                <a:latin typeface="Calibri"/>
                <a:ea typeface="Calibri"/>
                <a:cs typeface="Calibri"/>
              </a:rPr>
              <a:t>…</a:t>
            </a:r>
            <a:endParaRPr sz="2464">
              <a:latin typeface="Calibri"/>
              <a:ea typeface="Calibri"/>
              <a:cs typeface="Calibri"/>
            </a:endParaRPr>
          </a:p>
        </p:txBody>
      </p:sp>
      <p:sp>
        <p:nvSpPr>
          <p:cNvPr id="67" name="object 66">
            <a:extLst>
              <a:ext uri="{FF2B5EF4-FFF2-40B4-BE49-F238E27FC236}">
                <a16:creationId xmlns:a16="http://schemas.microsoft.com/office/drawing/2014/main" id="{31228FE7-4451-47DC-B30D-B525734CFBC6}"/>
              </a:ext>
            </a:extLst>
          </p:cNvPr>
          <p:cNvSpPr>
            <a:spLocks noGrp="1"/>
          </p:cNvSpPr>
          <p:nvPr/>
        </p:nvSpPr>
        <p:spPr>
          <a:xfrm>
            <a:off x="7561973" y="3915476"/>
            <a:ext cx="1148568" cy="236372"/>
          </a:xfrm>
          <a:prstGeom prst="rect">
            <a:avLst/>
          </a:prstGeom>
        </p:spPr>
        <p:txBody>
          <a:bodyPr vert="horz" wrap="square" lIns="0" tIns="10617" rIns="0" bIns="0">
            <a:spAutoFit/>
          </a:bodyPr>
          <a:lstStyle/>
          <a:p>
            <a:pPr>
              <a:lnSpc>
                <a:spcPct val="100000"/>
              </a:lnSpc>
              <a:spcBef>
                <a:spcPts val="84"/>
              </a:spcBef>
              <a:buNone/>
            </a:pPr>
            <a:r>
              <a:rPr sz="1408">
                <a:latin typeface="Calibri"/>
                <a:ea typeface="Calibri"/>
                <a:cs typeface="Calibri"/>
              </a:rPr>
              <a:t>Compute Pool</a:t>
            </a:r>
          </a:p>
        </p:txBody>
      </p:sp>
      <p:sp>
        <p:nvSpPr>
          <p:cNvPr id="68" name="object 72">
            <a:extLst>
              <a:ext uri="{FF2B5EF4-FFF2-40B4-BE49-F238E27FC236}">
                <a16:creationId xmlns:a16="http://schemas.microsoft.com/office/drawing/2014/main" id="{6BD5CB4E-0958-4325-B711-503CB7201FA8}"/>
              </a:ext>
            </a:extLst>
          </p:cNvPr>
          <p:cNvSpPr>
            <a:spLocks noGrp="1"/>
          </p:cNvSpPr>
          <p:nvPr/>
        </p:nvSpPr>
        <p:spPr>
          <a:xfrm>
            <a:off x="7327734" y="4593803"/>
            <a:ext cx="1514347" cy="280517"/>
          </a:xfrm>
          <a:custGeom>
            <a:avLst/>
            <a:gdLst/>
            <a:ahLst/>
            <a:cxnLst/>
            <a:rect l="l" t="t" r="r" b="b"/>
            <a:pathLst>
              <a:path w="1720850" h="318770">
                <a:moveTo>
                  <a:pt x="1720596" y="318515"/>
                </a:moveTo>
                <a:lnTo>
                  <a:pt x="0" y="318515"/>
                </a:lnTo>
                <a:lnTo>
                  <a:pt x="0" y="0"/>
                </a:lnTo>
                <a:lnTo>
                  <a:pt x="1720596" y="0"/>
                </a:lnTo>
                <a:lnTo>
                  <a:pt x="1720596" y="3185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69" name="object 73">
            <a:extLst>
              <a:ext uri="{FF2B5EF4-FFF2-40B4-BE49-F238E27FC236}">
                <a16:creationId xmlns:a16="http://schemas.microsoft.com/office/drawing/2014/main" id="{8B602AE2-76AA-487F-BEE8-B24FECA8EF03}"/>
              </a:ext>
            </a:extLst>
          </p:cNvPr>
          <p:cNvSpPr>
            <a:spLocks noGrp="1"/>
          </p:cNvSpPr>
          <p:nvPr/>
        </p:nvSpPr>
        <p:spPr>
          <a:xfrm>
            <a:off x="6181077" y="4206219"/>
            <a:ext cx="3866895" cy="357073"/>
          </a:xfrm>
          <a:custGeom>
            <a:avLst/>
            <a:gdLst/>
            <a:ahLst/>
            <a:cxnLst/>
            <a:rect l="l" t="t" r="r" b="b"/>
            <a:pathLst>
              <a:path w="4394200" h="405764">
                <a:moveTo>
                  <a:pt x="4393692" y="405384"/>
                </a:moveTo>
                <a:lnTo>
                  <a:pt x="0" y="405384"/>
                </a:lnTo>
                <a:lnTo>
                  <a:pt x="0" y="0"/>
                </a:lnTo>
                <a:lnTo>
                  <a:pt x="4393692" y="0"/>
                </a:lnTo>
                <a:lnTo>
                  <a:pt x="4393692" y="405384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70" name="object 74">
            <a:extLst>
              <a:ext uri="{FF2B5EF4-FFF2-40B4-BE49-F238E27FC236}">
                <a16:creationId xmlns:a16="http://schemas.microsoft.com/office/drawing/2014/main" id="{CEA355E1-0842-42C6-8BCE-726803327403}"/>
              </a:ext>
            </a:extLst>
          </p:cNvPr>
          <p:cNvSpPr>
            <a:spLocks noGrp="1"/>
          </p:cNvSpPr>
          <p:nvPr/>
        </p:nvSpPr>
        <p:spPr>
          <a:xfrm>
            <a:off x="6169912" y="4195602"/>
            <a:ext cx="3888689" cy="378307"/>
          </a:xfrm>
          <a:custGeom>
            <a:avLst/>
            <a:gdLst/>
            <a:ahLst/>
            <a:cxnLst/>
            <a:rect l="l" t="t" r="r" b="b"/>
            <a:pathLst>
              <a:path w="4418965" h="429895">
                <a:moveTo>
                  <a:pt x="4418596" y="429793"/>
                </a:moveTo>
                <a:lnTo>
                  <a:pt x="0" y="429793"/>
                </a:lnTo>
                <a:lnTo>
                  <a:pt x="0" y="0"/>
                </a:lnTo>
                <a:lnTo>
                  <a:pt x="4418596" y="0"/>
                </a:lnTo>
                <a:lnTo>
                  <a:pt x="4418596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404393"/>
                </a:lnTo>
                <a:lnTo>
                  <a:pt x="12700" y="404393"/>
                </a:lnTo>
                <a:lnTo>
                  <a:pt x="25400" y="417093"/>
                </a:lnTo>
                <a:lnTo>
                  <a:pt x="4418596" y="417093"/>
                </a:lnTo>
                <a:lnTo>
                  <a:pt x="4418596" y="429793"/>
                </a:lnTo>
                <a:close/>
              </a:path>
              <a:path w="4418965" h="429895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4418965" h="429895">
                <a:moveTo>
                  <a:pt x="4393196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4393196" y="12700"/>
                </a:lnTo>
                <a:lnTo>
                  <a:pt x="4393196" y="25400"/>
                </a:lnTo>
                <a:close/>
              </a:path>
              <a:path w="4418965" h="429895">
                <a:moveTo>
                  <a:pt x="4393196" y="417093"/>
                </a:moveTo>
                <a:lnTo>
                  <a:pt x="4393196" y="12700"/>
                </a:lnTo>
                <a:lnTo>
                  <a:pt x="4405896" y="25400"/>
                </a:lnTo>
                <a:lnTo>
                  <a:pt x="4418596" y="25400"/>
                </a:lnTo>
                <a:lnTo>
                  <a:pt x="4418596" y="404393"/>
                </a:lnTo>
                <a:lnTo>
                  <a:pt x="4405896" y="404393"/>
                </a:lnTo>
                <a:lnTo>
                  <a:pt x="4393196" y="417093"/>
                </a:lnTo>
                <a:close/>
              </a:path>
              <a:path w="4418965" h="429895">
                <a:moveTo>
                  <a:pt x="4418596" y="25400"/>
                </a:moveTo>
                <a:lnTo>
                  <a:pt x="4405896" y="25400"/>
                </a:lnTo>
                <a:lnTo>
                  <a:pt x="4393196" y="12700"/>
                </a:lnTo>
                <a:lnTo>
                  <a:pt x="4418596" y="12700"/>
                </a:lnTo>
                <a:lnTo>
                  <a:pt x="4418596" y="25400"/>
                </a:lnTo>
                <a:close/>
              </a:path>
              <a:path w="4418965" h="429895">
                <a:moveTo>
                  <a:pt x="25400" y="417093"/>
                </a:moveTo>
                <a:lnTo>
                  <a:pt x="12700" y="404393"/>
                </a:lnTo>
                <a:lnTo>
                  <a:pt x="25400" y="404393"/>
                </a:lnTo>
                <a:lnTo>
                  <a:pt x="25400" y="417093"/>
                </a:lnTo>
                <a:close/>
              </a:path>
              <a:path w="4418965" h="429895">
                <a:moveTo>
                  <a:pt x="4393196" y="417093"/>
                </a:moveTo>
                <a:lnTo>
                  <a:pt x="25400" y="417093"/>
                </a:lnTo>
                <a:lnTo>
                  <a:pt x="25400" y="404393"/>
                </a:lnTo>
                <a:lnTo>
                  <a:pt x="4393196" y="404393"/>
                </a:lnTo>
                <a:lnTo>
                  <a:pt x="4393196" y="417093"/>
                </a:lnTo>
                <a:close/>
              </a:path>
              <a:path w="4418965" h="429895">
                <a:moveTo>
                  <a:pt x="4418596" y="417093"/>
                </a:moveTo>
                <a:lnTo>
                  <a:pt x="4393196" y="417093"/>
                </a:lnTo>
                <a:lnTo>
                  <a:pt x="4405896" y="404393"/>
                </a:lnTo>
                <a:lnTo>
                  <a:pt x="4418596" y="404393"/>
                </a:lnTo>
                <a:lnTo>
                  <a:pt x="4418596" y="4170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71" name="TextBox 80">
            <a:extLst>
              <a:ext uri="{FF2B5EF4-FFF2-40B4-BE49-F238E27FC236}">
                <a16:creationId xmlns:a16="http://schemas.microsoft.com/office/drawing/2014/main" id="{403E2CC4-DD1F-4F25-A895-DAE596E905C3}"/>
              </a:ext>
            </a:extLst>
          </p:cNvPr>
          <p:cNvSpPr>
            <a:spLocks noGrp="1"/>
          </p:cNvSpPr>
          <p:nvPr/>
        </p:nvSpPr>
        <p:spPr>
          <a:xfrm>
            <a:off x="6876235" y="4251775"/>
            <a:ext cx="2486660" cy="241402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584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Network (e.g., RDMA, CXL)</a:t>
            </a:r>
            <a:endParaRPr sz="1584">
              <a:latin typeface="Calibri"/>
              <a:ea typeface="Calibri"/>
              <a:cs typeface="Calibri"/>
            </a:endParaRPr>
          </a:p>
        </p:txBody>
      </p:sp>
      <p:sp>
        <p:nvSpPr>
          <p:cNvPr id="72" name="TextBox 81">
            <a:extLst>
              <a:ext uri="{FF2B5EF4-FFF2-40B4-BE49-F238E27FC236}">
                <a16:creationId xmlns:a16="http://schemas.microsoft.com/office/drawing/2014/main" id="{4B4D9F2D-A1CF-4EBC-BEB7-260834C20C35}"/>
              </a:ext>
            </a:extLst>
          </p:cNvPr>
          <p:cNvSpPr>
            <a:spLocks noGrp="1"/>
          </p:cNvSpPr>
          <p:nvPr/>
        </p:nvSpPr>
        <p:spPr>
          <a:xfrm>
            <a:off x="7589822" y="4614436"/>
            <a:ext cx="1773073" cy="214579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408">
                <a:latin typeface="Calibri"/>
                <a:ea typeface="Calibri"/>
                <a:cs typeface="Calibri"/>
              </a:rPr>
              <a:t>Memory Pool</a:t>
            </a:r>
          </a:p>
        </p:txBody>
      </p:sp>
      <p:sp>
        <p:nvSpPr>
          <p:cNvPr id="73" name="TextBox 82">
            <a:extLst>
              <a:ext uri="{FF2B5EF4-FFF2-40B4-BE49-F238E27FC236}">
                <a16:creationId xmlns:a16="http://schemas.microsoft.com/office/drawing/2014/main" id="{6AC91530-66A3-445E-9872-064B70B3988D}"/>
              </a:ext>
            </a:extLst>
          </p:cNvPr>
          <p:cNvSpPr>
            <a:spLocks noGrp="1"/>
          </p:cNvSpPr>
          <p:nvPr/>
        </p:nvSpPr>
        <p:spPr>
          <a:xfrm>
            <a:off x="6920939" y="5024036"/>
            <a:ext cx="2441956" cy="18775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232">
                <a:latin typeface="Calibri"/>
                <a:ea typeface="Calibri"/>
                <a:cs typeface="Calibri"/>
              </a:rPr>
              <a:t>Basic Core</a:t>
            </a:r>
          </a:p>
        </p:txBody>
      </p:sp>
      <p:sp>
        <p:nvSpPr>
          <p:cNvPr id="74" name="object 70">
            <a:extLst>
              <a:ext uri="{FF2B5EF4-FFF2-40B4-BE49-F238E27FC236}">
                <a16:creationId xmlns:a16="http://schemas.microsoft.com/office/drawing/2014/main" id="{6CD0C265-B396-452E-ABE5-A8EF963B2244}"/>
              </a:ext>
            </a:extLst>
          </p:cNvPr>
          <p:cNvSpPr>
            <a:spLocks noGrp="1"/>
          </p:cNvSpPr>
          <p:nvPr/>
        </p:nvSpPr>
        <p:spPr>
          <a:xfrm>
            <a:off x="7965124" y="5226465"/>
            <a:ext cx="334721" cy="397306"/>
          </a:xfrm>
          <a:prstGeom prst="rect">
            <a:avLst/>
          </a:prstGeom>
        </p:spPr>
        <p:txBody>
          <a:bodyPr vert="horz" wrap="square" lIns="0" tIns="10617" rIns="0" bIns="0">
            <a:spAutoFit/>
          </a:bodyPr>
          <a:lstStyle/>
          <a:p>
            <a:pPr>
              <a:lnSpc>
                <a:spcPct val="100000"/>
              </a:lnSpc>
              <a:spcBef>
                <a:spcPts val="84"/>
              </a:spcBef>
              <a:buNone/>
            </a:pPr>
            <a:r>
              <a:rPr sz="2464" b="1">
                <a:latin typeface="Calibri"/>
                <a:ea typeface="Calibri"/>
                <a:cs typeface="Calibri"/>
              </a:rPr>
              <a:t>…</a:t>
            </a:r>
            <a:endParaRPr sz="2464">
              <a:latin typeface="Calibri"/>
              <a:ea typeface="Calibri"/>
              <a:cs typeface="Calibri"/>
            </a:endParaRPr>
          </a:p>
        </p:txBody>
      </p:sp>
      <p:sp>
        <p:nvSpPr>
          <p:cNvPr id="75" name="object 67">
            <a:extLst>
              <a:ext uri="{FF2B5EF4-FFF2-40B4-BE49-F238E27FC236}">
                <a16:creationId xmlns:a16="http://schemas.microsoft.com/office/drawing/2014/main" id="{DF0204A3-2DA7-45A1-BBDE-EDDE116ADF30}"/>
              </a:ext>
            </a:extLst>
          </p:cNvPr>
          <p:cNvSpPr>
            <a:spLocks noGrp="1"/>
          </p:cNvSpPr>
          <p:nvPr/>
        </p:nvSpPr>
        <p:spPr>
          <a:xfrm>
            <a:off x="6614091" y="6003878"/>
            <a:ext cx="1162215" cy="201440"/>
          </a:xfrm>
          <a:prstGeom prst="rect">
            <a:avLst/>
          </a:prstGeom>
        </p:spPr>
        <p:txBody>
          <a:bodyPr vert="horz" wrap="square" lIns="0" tIns="11735" rIns="0" bIns="0">
            <a:spAutoFit/>
          </a:bodyPr>
          <a:lstStyle/>
          <a:p>
            <a:pPr>
              <a:lnSpc>
                <a:spcPct val="100000"/>
              </a:lnSpc>
              <a:spcBef>
                <a:spcPts val="92"/>
              </a:spcBef>
              <a:buNone/>
            </a:pPr>
            <a:r>
              <a:rPr sz="1232">
                <a:latin typeface="Calibri"/>
                <a:ea typeface="Calibri"/>
                <a:cs typeface="Calibri"/>
              </a:rPr>
              <a:t>Memory Node 1</a:t>
            </a:r>
          </a:p>
        </p:txBody>
      </p:sp>
      <p:sp>
        <p:nvSpPr>
          <p:cNvPr id="76" name="object 68">
            <a:extLst>
              <a:ext uri="{FF2B5EF4-FFF2-40B4-BE49-F238E27FC236}">
                <a16:creationId xmlns:a16="http://schemas.microsoft.com/office/drawing/2014/main" id="{56D29C19-5AE8-4815-8E0D-478A07FCCC21}"/>
              </a:ext>
            </a:extLst>
          </p:cNvPr>
          <p:cNvSpPr>
            <a:spLocks noGrp="1"/>
          </p:cNvSpPr>
          <p:nvPr/>
        </p:nvSpPr>
        <p:spPr>
          <a:xfrm>
            <a:off x="8608147" y="6003197"/>
            <a:ext cx="1165357" cy="201440"/>
          </a:xfrm>
          <a:prstGeom prst="rect">
            <a:avLst/>
          </a:prstGeom>
        </p:spPr>
        <p:txBody>
          <a:bodyPr vert="horz" wrap="square" lIns="0" tIns="11735" rIns="0" bIns="0">
            <a:spAutoFit/>
          </a:bodyPr>
          <a:lstStyle/>
          <a:p>
            <a:pPr>
              <a:lnSpc>
                <a:spcPct val="100000"/>
              </a:lnSpc>
              <a:spcBef>
                <a:spcPts val="92"/>
              </a:spcBef>
              <a:buNone/>
            </a:pPr>
            <a:r>
              <a:rPr sz="1232">
                <a:latin typeface="Calibri"/>
                <a:ea typeface="Calibri"/>
                <a:cs typeface="Calibri"/>
              </a:rPr>
              <a:t>Memory Node n</a:t>
            </a:r>
          </a:p>
        </p:txBody>
      </p:sp>
      <p:sp>
        <p:nvSpPr>
          <p:cNvPr id="77" name="object 78">
            <a:extLst>
              <a:ext uri="{FF2B5EF4-FFF2-40B4-BE49-F238E27FC236}">
                <a16:creationId xmlns:a16="http://schemas.microsoft.com/office/drawing/2014/main" id="{E060A7F7-368F-4B96-9ADA-0965C02335E5}"/>
              </a:ext>
            </a:extLst>
          </p:cNvPr>
          <p:cNvSpPr>
            <a:spLocks noGrp="1"/>
          </p:cNvSpPr>
          <p:nvPr/>
        </p:nvSpPr>
        <p:spPr>
          <a:xfrm>
            <a:off x="3111321" y="6252341"/>
            <a:ext cx="615161" cy="203132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>
              <a:lnSpc>
                <a:spcPts val="1618"/>
              </a:lnSpc>
              <a:buNone/>
            </a:pPr>
            <a:r>
              <a:rPr sz="1408">
                <a:latin typeface="Calibri"/>
                <a:ea typeface="Calibri"/>
                <a:cs typeface="Calibri"/>
              </a:rPr>
              <a:t>Servers</a:t>
            </a:r>
          </a:p>
        </p:txBody>
      </p:sp>
    </p:spTree>
    <p:extLst>
      <p:ext uri="{BB962C8B-B14F-4D97-AF65-F5344CB8AC3E}">
        <p14:creationId xmlns:p14="http://schemas.microsoft.com/office/powerpoint/2010/main" val="1034887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C8115-B779-459F-94DC-141D838C4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b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Memory Disaggregation - Allocation Overheads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001E83-86F1-434B-8436-8DA2A3D5F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88"/>
              </a:spcBef>
              <a:buNone/>
            </a:pPr>
            <a:r>
              <a:rPr lang="en-US" altLang="ko-KR" sz="2400" dirty="0">
                <a:latin typeface="Calibri"/>
                <a:ea typeface="Calibri"/>
                <a:cs typeface="Calibri"/>
              </a:rPr>
              <a:t>RDMA-based disaggregated memory allocation: performance challenges</a:t>
            </a:r>
          </a:p>
          <a:p>
            <a:r>
              <a:rPr lang="en-US" altLang="ko-KR" sz="2400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Memory region registration latency</a:t>
            </a:r>
            <a:endParaRPr lang="en-US" altLang="ko-KR" sz="24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r>
              <a:rPr lang="en-US" altLang="ko-KR" sz="2400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RPC execution overheads</a:t>
            </a:r>
            <a:endParaRPr lang="en-US" altLang="ko-KR" sz="24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endParaRPr lang="ko-KR" altLang="en-US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77F976-2D0E-4BD9-B3E0-4260A9BB2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F4122C-ED14-4CD3-8F60-2D07DB60F067}"/>
              </a:ext>
            </a:extLst>
          </p:cNvPr>
          <p:cNvSpPr>
            <a:spLocks noGrp="1"/>
          </p:cNvSpPr>
          <p:nvPr/>
        </p:nvSpPr>
        <p:spPr>
          <a:xfrm>
            <a:off x="838200" y="291955"/>
            <a:ext cx="23797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0C0"/>
                </a:solidFill>
              </a:rPr>
              <a:t>Background &amp; Motivation</a:t>
            </a:r>
          </a:p>
        </p:txBody>
      </p:sp>
      <p:sp>
        <p:nvSpPr>
          <p:cNvPr id="6" name="object 119">
            <a:extLst>
              <a:ext uri="{FF2B5EF4-FFF2-40B4-BE49-F238E27FC236}">
                <a16:creationId xmlns:a16="http://schemas.microsoft.com/office/drawing/2014/main" id="{6DAD4623-D60A-4D50-AFB8-7C30B5952117}"/>
              </a:ext>
            </a:extLst>
          </p:cNvPr>
          <p:cNvSpPr>
            <a:spLocks noGrp="1"/>
          </p:cNvSpPr>
          <p:nvPr/>
        </p:nvSpPr>
        <p:spPr>
          <a:xfrm>
            <a:off x="2171087" y="3262348"/>
            <a:ext cx="4507840" cy="1531670"/>
          </a:xfrm>
          <a:custGeom>
            <a:avLst/>
            <a:gdLst/>
            <a:ahLst/>
            <a:cxnLst/>
            <a:rect l="l" t="t" r="r" b="b"/>
            <a:pathLst>
              <a:path w="5122545" h="1740535">
                <a:moveTo>
                  <a:pt x="5122545" y="1740535"/>
                </a:moveTo>
                <a:lnTo>
                  <a:pt x="0" y="1740535"/>
                </a:lnTo>
                <a:lnTo>
                  <a:pt x="0" y="0"/>
                </a:lnTo>
                <a:lnTo>
                  <a:pt x="5122545" y="0"/>
                </a:lnTo>
                <a:lnTo>
                  <a:pt x="5122545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1715135"/>
                </a:lnTo>
                <a:lnTo>
                  <a:pt x="12700" y="1715135"/>
                </a:lnTo>
                <a:lnTo>
                  <a:pt x="25400" y="1727835"/>
                </a:lnTo>
                <a:lnTo>
                  <a:pt x="5122545" y="1727835"/>
                </a:lnTo>
                <a:lnTo>
                  <a:pt x="5122545" y="1740535"/>
                </a:lnTo>
                <a:close/>
              </a:path>
              <a:path w="5122545" h="1740535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5122545" h="1740535">
                <a:moveTo>
                  <a:pt x="5097145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5097145" y="12700"/>
                </a:lnTo>
                <a:lnTo>
                  <a:pt x="5097145" y="25400"/>
                </a:lnTo>
                <a:close/>
              </a:path>
              <a:path w="5122545" h="1740535">
                <a:moveTo>
                  <a:pt x="5097145" y="1727835"/>
                </a:moveTo>
                <a:lnTo>
                  <a:pt x="5097145" y="12700"/>
                </a:lnTo>
                <a:lnTo>
                  <a:pt x="5109845" y="25400"/>
                </a:lnTo>
                <a:lnTo>
                  <a:pt x="5122545" y="25400"/>
                </a:lnTo>
                <a:lnTo>
                  <a:pt x="5122545" y="1715135"/>
                </a:lnTo>
                <a:lnTo>
                  <a:pt x="5109845" y="1715135"/>
                </a:lnTo>
                <a:lnTo>
                  <a:pt x="5097145" y="1727835"/>
                </a:lnTo>
                <a:close/>
              </a:path>
              <a:path w="5122545" h="1740535">
                <a:moveTo>
                  <a:pt x="5122545" y="25400"/>
                </a:moveTo>
                <a:lnTo>
                  <a:pt x="5109845" y="25400"/>
                </a:lnTo>
                <a:lnTo>
                  <a:pt x="5097145" y="12700"/>
                </a:lnTo>
                <a:lnTo>
                  <a:pt x="5122545" y="12700"/>
                </a:lnTo>
                <a:lnTo>
                  <a:pt x="5122545" y="25400"/>
                </a:lnTo>
                <a:close/>
              </a:path>
              <a:path w="5122545" h="1740535">
                <a:moveTo>
                  <a:pt x="25400" y="1727835"/>
                </a:moveTo>
                <a:lnTo>
                  <a:pt x="12700" y="1715135"/>
                </a:lnTo>
                <a:lnTo>
                  <a:pt x="25400" y="1715135"/>
                </a:lnTo>
                <a:lnTo>
                  <a:pt x="25400" y="1727835"/>
                </a:lnTo>
                <a:close/>
              </a:path>
              <a:path w="5122545" h="1740535">
                <a:moveTo>
                  <a:pt x="5097145" y="1727835"/>
                </a:moveTo>
                <a:lnTo>
                  <a:pt x="25400" y="1727835"/>
                </a:lnTo>
                <a:lnTo>
                  <a:pt x="25400" y="1715135"/>
                </a:lnTo>
                <a:lnTo>
                  <a:pt x="5097145" y="1715135"/>
                </a:lnTo>
                <a:lnTo>
                  <a:pt x="5097145" y="1727835"/>
                </a:lnTo>
                <a:close/>
              </a:path>
              <a:path w="5122545" h="1740535">
                <a:moveTo>
                  <a:pt x="5122545" y="1727835"/>
                </a:moveTo>
                <a:lnTo>
                  <a:pt x="5097145" y="1727835"/>
                </a:lnTo>
                <a:lnTo>
                  <a:pt x="5109845" y="1715135"/>
                </a:lnTo>
                <a:lnTo>
                  <a:pt x="5122545" y="1715135"/>
                </a:lnTo>
                <a:lnTo>
                  <a:pt x="5122545" y="1727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7" name="object 120">
            <a:extLst>
              <a:ext uri="{FF2B5EF4-FFF2-40B4-BE49-F238E27FC236}">
                <a16:creationId xmlns:a16="http://schemas.microsoft.com/office/drawing/2014/main" id="{0A1799E1-8134-44BD-ACE0-5D99D31F728A}"/>
              </a:ext>
            </a:extLst>
          </p:cNvPr>
          <p:cNvSpPr>
            <a:spLocks noGrp="1"/>
          </p:cNvSpPr>
          <p:nvPr/>
        </p:nvSpPr>
        <p:spPr>
          <a:xfrm>
            <a:off x="2750897" y="4601344"/>
            <a:ext cx="3347771" cy="355396"/>
          </a:xfrm>
          <a:custGeom>
            <a:avLst/>
            <a:gdLst/>
            <a:ahLst/>
            <a:cxnLst/>
            <a:rect l="l" t="t" r="r" b="b"/>
            <a:pathLst>
              <a:path w="3804285" h="403860">
                <a:moveTo>
                  <a:pt x="3803904" y="403860"/>
                </a:moveTo>
                <a:lnTo>
                  <a:pt x="0" y="403860"/>
                </a:lnTo>
                <a:lnTo>
                  <a:pt x="0" y="0"/>
                </a:lnTo>
                <a:lnTo>
                  <a:pt x="3803904" y="0"/>
                </a:lnTo>
                <a:lnTo>
                  <a:pt x="3803904" y="4038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8" name="object 121">
            <a:extLst>
              <a:ext uri="{FF2B5EF4-FFF2-40B4-BE49-F238E27FC236}">
                <a16:creationId xmlns:a16="http://schemas.microsoft.com/office/drawing/2014/main" id="{855021BD-BBB4-411D-B2BD-471BDEBF7BB0}"/>
              </a:ext>
            </a:extLst>
          </p:cNvPr>
          <p:cNvSpPr>
            <a:spLocks noGrp="1"/>
          </p:cNvSpPr>
          <p:nvPr/>
        </p:nvSpPr>
        <p:spPr>
          <a:xfrm>
            <a:off x="2396338" y="3463024"/>
            <a:ext cx="1963623" cy="1100835"/>
          </a:xfrm>
          <a:custGeom>
            <a:avLst/>
            <a:gdLst/>
            <a:ahLst/>
            <a:cxnLst/>
            <a:rect l="l" t="t" r="r" b="b"/>
            <a:pathLst>
              <a:path w="2231390" h="1250950">
                <a:moveTo>
                  <a:pt x="2036521" y="1249680"/>
                </a:moveTo>
                <a:lnTo>
                  <a:pt x="194741" y="1249680"/>
                </a:lnTo>
                <a:lnTo>
                  <a:pt x="183959" y="1248410"/>
                </a:lnTo>
                <a:lnTo>
                  <a:pt x="173266" y="1245870"/>
                </a:lnTo>
                <a:lnTo>
                  <a:pt x="162763" y="1244600"/>
                </a:lnTo>
                <a:lnTo>
                  <a:pt x="152463" y="1240790"/>
                </a:lnTo>
                <a:lnTo>
                  <a:pt x="142366" y="1238250"/>
                </a:lnTo>
                <a:lnTo>
                  <a:pt x="132511" y="1234440"/>
                </a:lnTo>
                <a:lnTo>
                  <a:pt x="95631" y="1214120"/>
                </a:lnTo>
                <a:lnTo>
                  <a:pt x="63512" y="1187450"/>
                </a:lnTo>
                <a:lnTo>
                  <a:pt x="43065" y="1163320"/>
                </a:lnTo>
                <a:lnTo>
                  <a:pt x="37007" y="1155700"/>
                </a:lnTo>
                <a:lnTo>
                  <a:pt x="31368" y="1146810"/>
                </a:lnTo>
                <a:lnTo>
                  <a:pt x="26136" y="1137920"/>
                </a:lnTo>
                <a:lnTo>
                  <a:pt x="21348" y="1127760"/>
                </a:lnTo>
                <a:lnTo>
                  <a:pt x="16992" y="1118870"/>
                </a:lnTo>
                <a:lnTo>
                  <a:pt x="4343" y="1076960"/>
                </a:lnTo>
                <a:lnTo>
                  <a:pt x="0" y="1038860"/>
                </a:lnTo>
                <a:lnTo>
                  <a:pt x="0" y="210820"/>
                </a:lnTo>
                <a:lnTo>
                  <a:pt x="161" y="207010"/>
                </a:lnTo>
                <a:lnTo>
                  <a:pt x="215" y="205740"/>
                </a:lnTo>
                <a:lnTo>
                  <a:pt x="6769" y="162560"/>
                </a:lnTo>
                <a:lnTo>
                  <a:pt x="21348" y="121920"/>
                </a:lnTo>
                <a:lnTo>
                  <a:pt x="43065" y="86360"/>
                </a:lnTo>
                <a:lnTo>
                  <a:pt x="49504" y="78740"/>
                </a:lnTo>
                <a:lnTo>
                  <a:pt x="56324" y="69850"/>
                </a:lnTo>
                <a:lnTo>
                  <a:pt x="63512" y="63500"/>
                </a:lnTo>
                <a:lnTo>
                  <a:pt x="71043" y="55880"/>
                </a:lnTo>
                <a:lnTo>
                  <a:pt x="78917" y="48260"/>
                </a:lnTo>
                <a:lnTo>
                  <a:pt x="87122" y="41910"/>
                </a:lnTo>
                <a:lnTo>
                  <a:pt x="95631" y="36830"/>
                </a:lnTo>
                <a:lnTo>
                  <a:pt x="104432" y="30480"/>
                </a:lnTo>
                <a:lnTo>
                  <a:pt x="152463" y="8890"/>
                </a:lnTo>
                <a:lnTo>
                  <a:pt x="194741" y="0"/>
                </a:lnTo>
                <a:lnTo>
                  <a:pt x="2036521" y="0"/>
                </a:lnTo>
                <a:lnTo>
                  <a:pt x="2078799" y="8890"/>
                </a:lnTo>
                <a:lnTo>
                  <a:pt x="2115397" y="24130"/>
                </a:lnTo>
                <a:lnTo>
                  <a:pt x="212216" y="24130"/>
                </a:lnTo>
                <a:lnTo>
                  <a:pt x="206971" y="25400"/>
                </a:lnTo>
                <a:lnTo>
                  <a:pt x="197713" y="25400"/>
                </a:lnTo>
                <a:lnTo>
                  <a:pt x="188725" y="26515"/>
                </a:lnTo>
                <a:lnTo>
                  <a:pt x="183083" y="27940"/>
                </a:lnTo>
                <a:lnTo>
                  <a:pt x="178676" y="27940"/>
                </a:lnTo>
                <a:lnTo>
                  <a:pt x="168782" y="30480"/>
                </a:lnTo>
                <a:lnTo>
                  <a:pt x="169392" y="30480"/>
                </a:lnTo>
                <a:lnTo>
                  <a:pt x="159702" y="33020"/>
                </a:lnTo>
                <a:lnTo>
                  <a:pt x="160299" y="33020"/>
                </a:lnTo>
                <a:lnTo>
                  <a:pt x="150799" y="36830"/>
                </a:lnTo>
                <a:lnTo>
                  <a:pt x="151396" y="36830"/>
                </a:lnTo>
                <a:lnTo>
                  <a:pt x="142112" y="39370"/>
                </a:lnTo>
                <a:lnTo>
                  <a:pt x="142684" y="39370"/>
                </a:lnTo>
                <a:lnTo>
                  <a:pt x="133629" y="43180"/>
                </a:lnTo>
                <a:lnTo>
                  <a:pt x="134188" y="43180"/>
                </a:lnTo>
                <a:lnTo>
                  <a:pt x="125374" y="48260"/>
                </a:lnTo>
                <a:lnTo>
                  <a:pt x="125920" y="48260"/>
                </a:lnTo>
                <a:lnTo>
                  <a:pt x="117360" y="52070"/>
                </a:lnTo>
                <a:lnTo>
                  <a:pt x="117881" y="52070"/>
                </a:lnTo>
                <a:lnTo>
                  <a:pt x="109588" y="57150"/>
                </a:lnTo>
                <a:lnTo>
                  <a:pt x="110096" y="57150"/>
                </a:lnTo>
                <a:lnTo>
                  <a:pt x="103685" y="62230"/>
                </a:lnTo>
                <a:lnTo>
                  <a:pt x="102577" y="62230"/>
                </a:lnTo>
                <a:lnTo>
                  <a:pt x="94856" y="68580"/>
                </a:lnTo>
                <a:lnTo>
                  <a:pt x="95326" y="68580"/>
                </a:lnTo>
                <a:lnTo>
                  <a:pt x="89392" y="73660"/>
                </a:lnTo>
                <a:lnTo>
                  <a:pt x="88353" y="73660"/>
                </a:lnTo>
                <a:lnTo>
                  <a:pt x="82437" y="80010"/>
                </a:lnTo>
                <a:lnTo>
                  <a:pt x="81686" y="80010"/>
                </a:lnTo>
                <a:lnTo>
                  <a:pt x="74917" y="87630"/>
                </a:lnTo>
                <a:lnTo>
                  <a:pt x="75323" y="87630"/>
                </a:lnTo>
                <a:lnTo>
                  <a:pt x="69968" y="93980"/>
                </a:lnTo>
                <a:lnTo>
                  <a:pt x="69291" y="93980"/>
                </a:lnTo>
                <a:lnTo>
                  <a:pt x="63220" y="101600"/>
                </a:lnTo>
                <a:lnTo>
                  <a:pt x="63588" y="101600"/>
                </a:lnTo>
                <a:lnTo>
                  <a:pt x="57886" y="109220"/>
                </a:lnTo>
                <a:lnTo>
                  <a:pt x="58229" y="109220"/>
                </a:lnTo>
                <a:lnTo>
                  <a:pt x="52908" y="116840"/>
                </a:lnTo>
                <a:lnTo>
                  <a:pt x="53238" y="116840"/>
                </a:lnTo>
                <a:lnTo>
                  <a:pt x="49014" y="124460"/>
                </a:lnTo>
                <a:lnTo>
                  <a:pt x="48602" y="124460"/>
                </a:lnTo>
                <a:lnTo>
                  <a:pt x="44094" y="133350"/>
                </a:lnTo>
                <a:lnTo>
                  <a:pt x="44361" y="133350"/>
                </a:lnTo>
                <a:lnTo>
                  <a:pt x="40855" y="140970"/>
                </a:lnTo>
                <a:lnTo>
                  <a:pt x="40512" y="140970"/>
                </a:lnTo>
                <a:lnTo>
                  <a:pt x="37312" y="149860"/>
                </a:lnTo>
                <a:lnTo>
                  <a:pt x="37071" y="149860"/>
                </a:lnTo>
                <a:lnTo>
                  <a:pt x="34259" y="158750"/>
                </a:lnTo>
                <a:lnTo>
                  <a:pt x="34035" y="158750"/>
                </a:lnTo>
                <a:lnTo>
                  <a:pt x="31624" y="167640"/>
                </a:lnTo>
                <a:lnTo>
                  <a:pt x="31445" y="167640"/>
                </a:lnTo>
                <a:lnTo>
                  <a:pt x="29745" y="175194"/>
                </a:lnTo>
                <a:lnTo>
                  <a:pt x="27735" y="186690"/>
                </a:lnTo>
                <a:lnTo>
                  <a:pt x="27584" y="186690"/>
                </a:lnTo>
                <a:lnTo>
                  <a:pt x="26339" y="196850"/>
                </a:lnTo>
                <a:lnTo>
                  <a:pt x="25907" y="201930"/>
                </a:lnTo>
                <a:lnTo>
                  <a:pt x="25660" y="205740"/>
                </a:lnTo>
                <a:lnTo>
                  <a:pt x="25577" y="207010"/>
                </a:lnTo>
                <a:lnTo>
                  <a:pt x="25427" y="210820"/>
                </a:lnTo>
                <a:lnTo>
                  <a:pt x="25387" y="1038860"/>
                </a:lnTo>
                <a:lnTo>
                  <a:pt x="25577" y="1043940"/>
                </a:lnTo>
                <a:lnTo>
                  <a:pt x="26741" y="1056640"/>
                </a:lnTo>
                <a:lnTo>
                  <a:pt x="27495" y="1062990"/>
                </a:lnTo>
                <a:lnTo>
                  <a:pt x="29064" y="1071893"/>
                </a:lnTo>
                <a:lnTo>
                  <a:pt x="29231" y="1072606"/>
                </a:lnTo>
                <a:lnTo>
                  <a:pt x="29286" y="1073150"/>
                </a:lnTo>
                <a:lnTo>
                  <a:pt x="29444" y="1073150"/>
                </a:lnTo>
                <a:lnTo>
                  <a:pt x="31445" y="1082040"/>
                </a:lnTo>
                <a:lnTo>
                  <a:pt x="31280" y="1082040"/>
                </a:lnTo>
                <a:lnTo>
                  <a:pt x="34035" y="1090930"/>
                </a:lnTo>
                <a:lnTo>
                  <a:pt x="33858" y="1090930"/>
                </a:lnTo>
                <a:lnTo>
                  <a:pt x="37071" y="1099820"/>
                </a:lnTo>
                <a:lnTo>
                  <a:pt x="36855" y="1099820"/>
                </a:lnTo>
                <a:lnTo>
                  <a:pt x="40512" y="1108710"/>
                </a:lnTo>
                <a:lnTo>
                  <a:pt x="40271" y="1108710"/>
                </a:lnTo>
                <a:lnTo>
                  <a:pt x="44361" y="1117600"/>
                </a:lnTo>
                <a:lnTo>
                  <a:pt x="44738" y="1117600"/>
                </a:lnTo>
                <a:lnTo>
                  <a:pt x="48602" y="1125220"/>
                </a:lnTo>
                <a:lnTo>
                  <a:pt x="48310" y="1125220"/>
                </a:lnTo>
                <a:lnTo>
                  <a:pt x="53238" y="1132840"/>
                </a:lnTo>
                <a:lnTo>
                  <a:pt x="52908" y="1132840"/>
                </a:lnTo>
                <a:lnTo>
                  <a:pt x="58229" y="1141730"/>
                </a:lnTo>
                <a:lnTo>
                  <a:pt x="58701" y="1141730"/>
                </a:lnTo>
                <a:lnTo>
                  <a:pt x="63588" y="1149350"/>
                </a:lnTo>
                <a:lnTo>
                  <a:pt x="64232" y="1149350"/>
                </a:lnTo>
                <a:lnTo>
                  <a:pt x="69291" y="1155700"/>
                </a:lnTo>
                <a:lnTo>
                  <a:pt x="68897" y="1155700"/>
                </a:lnTo>
                <a:lnTo>
                  <a:pt x="75323" y="1163320"/>
                </a:lnTo>
                <a:lnTo>
                  <a:pt x="76045" y="1163320"/>
                </a:lnTo>
                <a:lnTo>
                  <a:pt x="81686" y="1169670"/>
                </a:lnTo>
                <a:lnTo>
                  <a:pt x="81254" y="1169670"/>
                </a:lnTo>
                <a:lnTo>
                  <a:pt x="88353" y="1176020"/>
                </a:lnTo>
                <a:lnTo>
                  <a:pt x="87909" y="1176020"/>
                </a:lnTo>
                <a:lnTo>
                  <a:pt x="95326" y="1182370"/>
                </a:lnTo>
                <a:lnTo>
                  <a:pt x="96400" y="1182370"/>
                </a:lnTo>
                <a:lnTo>
                  <a:pt x="102577" y="1187450"/>
                </a:lnTo>
                <a:lnTo>
                  <a:pt x="102082" y="1187450"/>
                </a:lnTo>
                <a:lnTo>
                  <a:pt x="110096" y="1192530"/>
                </a:lnTo>
                <a:lnTo>
                  <a:pt x="109588" y="1192530"/>
                </a:lnTo>
                <a:lnTo>
                  <a:pt x="117881" y="1197610"/>
                </a:lnTo>
                <a:lnTo>
                  <a:pt x="117360" y="1197610"/>
                </a:lnTo>
                <a:lnTo>
                  <a:pt x="125920" y="1202690"/>
                </a:lnTo>
                <a:lnTo>
                  <a:pt x="125374" y="1202690"/>
                </a:lnTo>
                <a:lnTo>
                  <a:pt x="134188" y="1206500"/>
                </a:lnTo>
                <a:lnTo>
                  <a:pt x="133629" y="1206500"/>
                </a:lnTo>
                <a:lnTo>
                  <a:pt x="142684" y="1210310"/>
                </a:lnTo>
                <a:lnTo>
                  <a:pt x="142112" y="1210310"/>
                </a:lnTo>
                <a:lnTo>
                  <a:pt x="151396" y="1214120"/>
                </a:lnTo>
                <a:lnTo>
                  <a:pt x="150799" y="1214120"/>
                </a:lnTo>
                <a:lnTo>
                  <a:pt x="160299" y="1216660"/>
                </a:lnTo>
                <a:lnTo>
                  <a:pt x="159702" y="1216660"/>
                </a:lnTo>
                <a:lnTo>
                  <a:pt x="169392" y="1219200"/>
                </a:lnTo>
                <a:lnTo>
                  <a:pt x="168782" y="1219200"/>
                </a:lnTo>
                <a:lnTo>
                  <a:pt x="178676" y="1221740"/>
                </a:lnTo>
                <a:lnTo>
                  <a:pt x="178054" y="1221740"/>
                </a:lnTo>
                <a:lnTo>
                  <a:pt x="188112" y="1223010"/>
                </a:lnTo>
                <a:lnTo>
                  <a:pt x="187477" y="1223010"/>
                </a:lnTo>
                <a:lnTo>
                  <a:pt x="196738" y="1224159"/>
                </a:lnTo>
                <a:lnTo>
                  <a:pt x="202399" y="1225550"/>
                </a:lnTo>
                <a:lnTo>
                  <a:pt x="2115397" y="1225550"/>
                </a:lnTo>
                <a:lnTo>
                  <a:pt x="2108377" y="1229360"/>
                </a:lnTo>
                <a:lnTo>
                  <a:pt x="2098751" y="1234440"/>
                </a:lnTo>
                <a:lnTo>
                  <a:pt x="2088895" y="1238250"/>
                </a:lnTo>
                <a:lnTo>
                  <a:pt x="2078799" y="1240790"/>
                </a:lnTo>
                <a:lnTo>
                  <a:pt x="2068499" y="1244600"/>
                </a:lnTo>
                <a:lnTo>
                  <a:pt x="2057984" y="1245870"/>
                </a:lnTo>
                <a:lnTo>
                  <a:pt x="2047303" y="1248410"/>
                </a:lnTo>
                <a:lnTo>
                  <a:pt x="2036521" y="1249680"/>
                </a:lnTo>
                <a:close/>
              </a:path>
              <a:path w="2231390" h="1250950">
                <a:moveTo>
                  <a:pt x="2053208" y="29210"/>
                </a:moveTo>
                <a:lnTo>
                  <a:pt x="2042537" y="26515"/>
                </a:lnTo>
                <a:lnTo>
                  <a:pt x="2033549" y="25400"/>
                </a:lnTo>
                <a:lnTo>
                  <a:pt x="2024291" y="25400"/>
                </a:lnTo>
                <a:lnTo>
                  <a:pt x="2019045" y="24130"/>
                </a:lnTo>
                <a:lnTo>
                  <a:pt x="2115397" y="24130"/>
                </a:lnTo>
                <a:lnTo>
                  <a:pt x="2117737" y="25400"/>
                </a:lnTo>
                <a:lnTo>
                  <a:pt x="2122284" y="27940"/>
                </a:lnTo>
                <a:lnTo>
                  <a:pt x="2052586" y="27940"/>
                </a:lnTo>
                <a:lnTo>
                  <a:pt x="2053208" y="29210"/>
                </a:lnTo>
                <a:close/>
              </a:path>
              <a:path w="2231390" h="1250950">
                <a:moveTo>
                  <a:pt x="178053" y="29210"/>
                </a:moveTo>
                <a:lnTo>
                  <a:pt x="178676" y="27940"/>
                </a:lnTo>
                <a:lnTo>
                  <a:pt x="183083" y="27940"/>
                </a:lnTo>
                <a:lnTo>
                  <a:pt x="178053" y="29210"/>
                </a:lnTo>
                <a:close/>
              </a:path>
              <a:path w="2231390" h="1250950">
                <a:moveTo>
                  <a:pt x="2129167" y="63500"/>
                </a:moveTo>
                <a:lnTo>
                  <a:pt x="2121166" y="57150"/>
                </a:lnTo>
                <a:lnTo>
                  <a:pt x="2121662" y="57150"/>
                </a:lnTo>
                <a:lnTo>
                  <a:pt x="2113368" y="52070"/>
                </a:lnTo>
                <a:lnTo>
                  <a:pt x="2113902" y="52070"/>
                </a:lnTo>
                <a:lnTo>
                  <a:pt x="2105342" y="48260"/>
                </a:lnTo>
                <a:lnTo>
                  <a:pt x="2105875" y="48260"/>
                </a:lnTo>
                <a:lnTo>
                  <a:pt x="2097074" y="43180"/>
                </a:lnTo>
                <a:lnTo>
                  <a:pt x="2097633" y="43180"/>
                </a:lnTo>
                <a:lnTo>
                  <a:pt x="2088578" y="39370"/>
                </a:lnTo>
                <a:lnTo>
                  <a:pt x="2089150" y="39370"/>
                </a:lnTo>
                <a:lnTo>
                  <a:pt x="2079866" y="36830"/>
                </a:lnTo>
                <a:lnTo>
                  <a:pt x="2080450" y="36830"/>
                </a:lnTo>
                <a:lnTo>
                  <a:pt x="2070963" y="33020"/>
                </a:lnTo>
                <a:lnTo>
                  <a:pt x="2071560" y="33020"/>
                </a:lnTo>
                <a:lnTo>
                  <a:pt x="2061857" y="30480"/>
                </a:lnTo>
                <a:lnTo>
                  <a:pt x="2062480" y="30480"/>
                </a:lnTo>
                <a:lnTo>
                  <a:pt x="2052586" y="27940"/>
                </a:lnTo>
                <a:lnTo>
                  <a:pt x="2122284" y="27940"/>
                </a:lnTo>
                <a:lnTo>
                  <a:pt x="2126830" y="30480"/>
                </a:lnTo>
                <a:lnTo>
                  <a:pt x="2135632" y="36830"/>
                </a:lnTo>
                <a:lnTo>
                  <a:pt x="2144141" y="41910"/>
                </a:lnTo>
                <a:lnTo>
                  <a:pt x="2152345" y="48260"/>
                </a:lnTo>
                <a:lnTo>
                  <a:pt x="2160219" y="55880"/>
                </a:lnTo>
                <a:lnTo>
                  <a:pt x="2166495" y="62230"/>
                </a:lnTo>
                <a:lnTo>
                  <a:pt x="2128685" y="62230"/>
                </a:lnTo>
                <a:lnTo>
                  <a:pt x="2129167" y="63500"/>
                </a:lnTo>
                <a:close/>
              </a:path>
              <a:path w="2231390" h="1250950">
                <a:moveTo>
                  <a:pt x="102082" y="63500"/>
                </a:moveTo>
                <a:lnTo>
                  <a:pt x="102577" y="62230"/>
                </a:lnTo>
                <a:lnTo>
                  <a:pt x="103685" y="62230"/>
                </a:lnTo>
                <a:lnTo>
                  <a:pt x="102082" y="63500"/>
                </a:lnTo>
                <a:close/>
              </a:path>
              <a:path w="2231390" h="1250950">
                <a:moveTo>
                  <a:pt x="2143353" y="74930"/>
                </a:moveTo>
                <a:lnTo>
                  <a:pt x="2135936" y="68580"/>
                </a:lnTo>
                <a:lnTo>
                  <a:pt x="2136406" y="68580"/>
                </a:lnTo>
                <a:lnTo>
                  <a:pt x="2128685" y="62230"/>
                </a:lnTo>
                <a:lnTo>
                  <a:pt x="2166495" y="62230"/>
                </a:lnTo>
                <a:lnTo>
                  <a:pt x="2167750" y="63500"/>
                </a:lnTo>
                <a:lnTo>
                  <a:pt x="2174938" y="69850"/>
                </a:lnTo>
                <a:lnTo>
                  <a:pt x="2177861" y="73660"/>
                </a:lnTo>
                <a:lnTo>
                  <a:pt x="2142909" y="73660"/>
                </a:lnTo>
                <a:lnTo>
                  <a:pt x="2143353" y="74930"/>
                </a:lnTo>
                <a:close/>
              </a:path>
              <a:path w="2231390" h="1250950">
                <a:moveTo>
                  <a:pt x="87909" y="74930"/>
                </a:moveTo>
                <a:lnTo>
                  <a:pt x="88353" y="73660"/>
                </a:lnTo>
                <a:lnTo>
                  <a:pt x="89392" y="73660"/>
                </a:lnTo>
                <a:lnTo>
                  <a:pt x="87909" y="74930"/>
                </a:lnTo>
                <a:close/>
              </a:path>
              <a:path w="2231390" h="1250950">
                <a:moveTo>
                  <a:pt x="2150008" y="81280"/>
                </a:moveTo>
                <a:lnTo>
                  <a:pt x="2142909" y="73660"/>
                </a:lnTo>
                <a:lnTo>
                  <a:pt x="2177861" y="73660"/>
                </a:lnTo>
                <a:lnTo>
                  <a:pt x="2181758" y="78740"/>
                </a:lnTo>
                <a:lnTo>
                  <a:pt x="2182831" y="80010"/>
                </a:lnTo>
                <a:lnTo>
                  <a:pt x="2149576" y="80010"/>
                </a:lnTo>
                <a:lnTo>
                  <a:pt x="2150008" y="81280"/>
                </a:lnTo>
                <a:close/>
              </a:path>
              <a:path w="2231390" h="1250950">
                <a:moveTo>
                  <a:pt x="81254" y="81280"/>
                </a:moveTo>
                <a:lnTo>
                  <a:pt x="81686" y="80010"/>
                </a:lnTo>
                <a:lnTo>
                  <a:pt x="82437" y="80010"/>
                </a:lnTo>
                <a:lnTo>
                  <a:pt x="81254" y="81280"/>
                </a:lnTo>
                <a:close/>
              </a:path>
              <a:path w="2231390" h="1250950">
                <a:moveTo>
                  <a:pt x="2162352" y="95250"/>
                </a:moveTo>
                <a:lnTo>
                  <a:pt x="2155939" y="87630"/>
                </a:lnTo>
                <a:lnTo>
                  <a:pt x="2156345" y="87630"/>
                </a:lnTo>
                <a:lnTo>
                  <a:pt x="2149576" y="80010"/>
                </a:lnTo>
                <a:lnTo>
                  <a:pt x="2182831" y="80010"/>
                </a:lnTo>
                <a:lnTo>
                  <a:pt x="2188197" y="86360"/>
                </a:lnTo>
                <a:lnTo>
                  <a:pt x="2193389" y="93980"/>
                </a:lnTo>
                <a:lnTo>
                  <a:pt x="2161971" y="93980"/>
                </a:lnTo>
                <a:lnTo>
                  <a:pt x="2162352" y="95250"/>
                </a:lnTo>
                <a:close/>
              </a:path>
              <a:path w="2231390" h="1250950">
                <a:moveTo>
                  <a:pt x="68897" y="95250"/>
                </a:moveTo>
                <a:lnTo>
                  <a:pt x="69291" y="93980"/>
                </a:lnTo>
                <a:lnTo>
                  <a:pt x="69968" y="93980"/>
                </a:lnTo>
                <a:lnTo>
                  <a:pt x="68897" y="95250"/>
                </a:lnTo>
                <a:close/>
              </a:path>
              <a:path w="2231390" h="1250950">
                <a:moveTo>
                  <a:pt x="2182952" y="125730"/>
                </a:moveTo>
                <a:lnTo>
                  <a:pt x="2178024" y="116840"/>
                </a:lnTo>
                <a:lnTo>
                  <a:pt x="2178342" y="116840"/>
                </a:lnTo>
                <a:lnTo>
                  <a:pt x="2173033" y="109220"/>
                </a:lnTo>
                <a:lnTo>
                  <a:pt x="2173376" y="109220"/>
                </a:lnTo>
                <a:lnTo>
                  <a:pt x="2167674" y="101600"/>
                </a:lnTo>
                <a:lnTo>
                  <a:pt x="2168042" y="101600"/>
                </a:lnTo>
                <a:lnTo>
                  <a:pt x="2161971" y="93980"/>
                </a:lnTo>
                <a:lnTo>
                  <a:pt x="2193389" y="93980"/>
                </a:lnTo>
                <a:lnTo>
                  <a:pt x="2211003" y="124460"/>
                </a:lnTo>
                <a:lnTo>
                  <a:pt x="2182660" y="124460"/>
                </a:lnTo>
                <a:lnTo>
                  <a:pt x="2182952" y="125730"/>
                </a:lnTo>
                <a:close/>
              </a:path>
              <a:path w="2231390" h="1250950">
                <a:moveTo>
                  <a:pt x="48310" y="125730"/>
                </a:moveTo>
                <a:lnTo>
                  <a:pt x="48602" y="124460"/>
                </a:lnTo>
                <a:lnTo>
                  <a:pt x="49014" y="124460"/>
                </a:lnTo>
                <a:lnTo>
                  <a:pt x="48310" y="125730"/>
                </a:lnTo>
                <a:close/>
              </a:path>
              <a:path w="2231390" h="1250950">
                <a:moveTo>
                  <a:pt x="2190991" y="142240"/>
                </a:moveTo>
                <a:lnTo>
                  <a:pt x="2186901" y="133350"/>
                </a:lnTo>
                <a:lnTo>
                  <a:pt x="2187168" y="133350"/>
                </a:lnTo>
                <a:lnTo>
                  <a:pt x="2182660" y="124460"/>
                </a:lnTo>
                <a:lnTo>
                  <a:pt x="2211003" y="124460"/>
                </a:lnTo>
                <a:lnTo>
                  <a:pt x="2214270" y="132080"/>
                </a:lnTo>
                <a:lnTo>
                  <a:pt x="2217670" y="140970"/>
                </a:lnTo>
                <a:lnTo>
                  <a:pt x="2190749" y="140970"/>
                </a:lnTo>
                <a:lnTo>
                  <a:pt x="2190991" y="142240"/>
                </a:lnTo>
                <a:close/>
              </a:path>
              <a:path w="2231390" h="1250950">
                <a:moveTo>
                  <a:pt x="40271" y="142240"/>
                </a:moveTo>
                <a:lnTo>
                  <a:pt x="40512" y="140970"/>
                </a:lnTo>
                <a:lnTo>
                  <a:pt x="40855" y="140970"/>
                </a:lnTo>
                <a:lnTo>
                  <a:pt x="40271" y="142240"/>
                </a:lnTo>
                <a:close/>
              </a:path>
              <a:path w="2231390" h="1250950">
                <a:moveTo>
                  <a:pt x="2194407" y="151130"/>
                </a:moveTo>
                <a:lnTo>
                  <a:pt x="2190749" y="140970"/>
                </a:lnTo>
                <a:lnTo>
                  <a:pt x="2217670" y="140970"/>
                </a:lnTo>
                <a:lnTo>
                  <a:pt x="2218156" y="142240"/>
                </a:lnTo>
                <a:lnTo>
                  <a:pt x="2220718" y="149860"/>
                </a:lnTo>
                <a:lnTo>
                  <a:pt x="2194191" y="149860"/>
                </a:lnTo>
                <a:lnTo>
                  <a:pt x="2194407" y="151130"/>
                </a:lnTo>
                <a:close/>
              </a:path>
              <a:path w="2231390" h="1250950">
                <a:moveTo>
                  <a:pt x="36855" y="151130"/>
                </a:moveTo>
                <a:lnTo>
                  <a:pt x="37071" y="149860"/>
                </a:lnTo>
                <a:lnTo>
                  <a:pt x="37312" y="149860"/>
                </a:lnTo>
                <a:lnTo>
                  <a:pt x="36855" y="151130"/>
                </a:lnTo>
                <a:close/>
              </a:path>
              <a:path w="2231390" h="1250950">
                <a:moveTo>
                  <a:pt x="2197404" y="160020"/>
                </a:moveTo>
                <a:lnTo>
                  <a:pt x="2194191" y="149860"/>
                </a:lnTo>
                <a:lnTo>
                  <a:pt x="2220718" y="149860"/>
                </a:lnTo>
                <a:lnTo>
                  <a:pt x="2221572" y="152400"/>
                </a:lnTo>
                <a:lnTo>
                  <a:pt x="2223398" y="158750"/>
                </a:lnTo>
                <a:lnTo>
                  <a:pt x="2197214" y="158750"/>
                </a:lnTo>
                <a:lnTo>
                  <a:pt x="2197404" y="160020"/>
                </a:lnTo>
                <a:close/>
              </a:path>
              <a:path w="2231390" h="1250950">
                <a:moveTo>
                  <a:pt x="33858" y="160020"/>
                </a:moveTo>
                <a:lnTo>
                  <a:pt x="34035" y="158750"/>
                </a:lnTo>
                <a:lnTo>
                  <a:pt x="34259" y="158750"/>
                </a:lnTo>
                <a:lnTo>
                  <a:pt x="33858" y="160020"/>
                </a:lnTo>
                <a:close/>
              </a:path>
              <a:path w="2231390" h="1250950">
                <a:moveTo>
                  <a:pt x="2200690" y="171518"/>
                </a:moveTo>
                <a:lnTo>
                  <a:pt x="2197214" y="158750"/>
                </a:lnTo>
                <a:lnTo>
                  <a:pt x="2223398" y="158750"/>
                </a:lnTo>
                <a:lnTo>
                  <a:pt x="2224493" y="162560"/>
                </a:lnTo>
                <a:lnTo>
                  <a:pt x="2225706" y="167640"/>
                </a:lnTo>
                <a:lnTo>
                  <a:pt x="2199817" y="167640"/>
                </a:lnTo>
                <a:lnTo>
                  <a:pt x="2200690" y="171518"/>
                </a:lnTo>
                <a:close/>
              </a:path>
              <a:path w="2231390" h="1250950">
                <a:moveTo>
                  <a:pt x="31287" y="168881"/>
                </a:moveTo>
                <a:lnTo>
                  <a:pt x="31344" y="168089"/>
                </a:lnTo>
                <a:lnTo>
                  <a:pt x="31445" y="167640"/>
                </a:lnTo>
                <a:lnTo>
                  <a:pt x="31502" y="168089"/>
                </a:lnTo>
                <a:lnTo>
                  <a:pt x="31287" y="168881"/>
                </a:lnTo>
                <a:close/>
              </a:path>
              <a:path w="2231390" h="1250950">
                <a:moveTo>
                  <a:pt x="2227633" y="1073150"/>
                </a:moveTo>
                <a:lnTo>
                  <a:pt x="2201976" y="1073150"/>
                </a:lnTo>
                <a:lnTo>
                  <a:pt x="2203665" y="1062990"/>
                </a:lnTo>
                <a:lnTo>
                  <a:pt x="2205142" y="1051523"/>
                </a:lnTo>
                <a:lnTo>
                  <a:pt x="2205863" y="1038860"/>
                </a:lnTo>
                <a:lnTo>
                  <a:pt x="2205824" y="210820"/>
                </a:lnTo>
                <a:lnTo>
                  <a:pt x="2203766" y="187951"/>
                </a:lnTo>
                <a:lnTo>
                  <a:pt x="2202103" y="177800"/>
                </a:lnTo>
                <a:lnTo>
                  <a:pt x="2200097" y="168881"/>
                </a:lnTo>
                <a:lnTo>
                  <a:pt x="2199871" y="168089"/>
                </a:lnTo>
                <a:lnTo>
                  <a:pt x="2199817" y="167640"/>
                </a:lnTo>
                <a:lnTo>
                  <a:pt x="2225706" y="167640"/>
                </a:lnTo>
                <a:lnTo>
                  <a:pt x="2226919" y="172720"/>
                </a:lnTo>
                <a:lnTo>
                  <a:pt x="2231250" y="210820"/>
                </a:lnTo>
                <a:lnTo>
                  <a:pt x="2231250" y="1038860"/>
                </a:lnTo>
                <a:lnTo>
                  <a:pt x="2231087" y="1043940"/>
                </a:lnTo>
                <a:lnTo>
                  <a:pt x="2231047" y="1045210"/>
                </a:lnTo>
                <a:lnTo>
                  <a:pt x="2230780" y="1049020"/>
                </a:lnTo>
                <a:lnTo>
                  <a:pt x="2230196" y="1056640"/>
                </a:lnTo>
                <a:lnTo>
                  <a:pt x="2228824" y="1066800"/>
                </a:lnTo>
                <a:lnTo>
                  <a:pt x="2227735" y="1072606"/>
                </a:lnTo>
                <a:lnTo>
                  <a:pt x="2227633" y="1073150"/>
                </a:lnTo>
                <a:close/>
              </a:path>
              <a:path w="2231390" h="1250950">
                <a:moveTo>
                  <a:pt x="27514" y="187951"/>
                </a:moveTo>
                <a:lnTo>
                  <a:pt x="27584" y="186690"/>
                </a:lnTo>
                <a:lnTo>
                  <a:pt x="27735" y="186690"/>
                </a:lnTo>
                <a:lnTo>
                  <a:pt x="27514" y="187951"/>
                </a:lnTo>
                <a:close/>
              </a:path>
              <a:path w="2231390" h="1250950">
                <a:moveTo>
                  <a:pt x="29444" y="1073150"/>
                </a:moveTo>
                <a:lnTo>
                  <a:pt x="29286" y="1073150"/>
                </a:lnTo>
                <a:lnTo>
                  <a:pt x="29190" y="1072606"/>
                </a:lnTo>
                <a:lnTo>
                  <a:pt x="29064" y="1071893"/>
                </a:lnTo>
                <a:lnTo>
                  <a:pt x="29322" y="1072606"/>
                </a:lnTo>
                <a:lnTo>
                  <a:pt x="29444" y="1073150"/>
                </a:lnTo>
                <a:close/>
              </a:path>
              <a:path w="2231390" h="1250950">
                <a:moveTo>
                  <a:pt x="2214756" y="1117600"/>
                </a:moveTo>
                <a:lnTo>
                  <a:pt x="2186901" y="1117600"/>
                </a:lnTo>
                <a:lnTo>
                  <a:pt x="2190991" y="1108710"/>
                </a:lnTo>
                <a:lnTo>
                  <a:pt x="2190749" y="1108710"/>
                </a:lnTo>
                <a:lnTo>
                  <a:pt x="2194407" y="1099820"/>
                </a:lnTo>
                <a:lnTo>
                  <a:pt x="2194191" y="1099820"/>
                </a:lnTo>
                <a:lnTo>
                  <a:pt x="2197404" y="1090930"/>
                </a:lnTo>
                <a:lnTo>
                  <a:pt x="2197214" y="1090930"/>
                </a:lnTo>
                <a:lnTo>
                  <a:pt x="2199970" y="1082040"/>
                </a:lnTo>
                <a:lnTo>
                  <a:pt x="2199817" y="1082040"/>
                </a:lnTo>
                <a:lnTo>
                  <a:pt x="2201818" y="1073150"/>
                </a:lnTo>
                <a:lnTo>
                  <a:pt x="2201940" y="1072606"/>
                </a:lnTo>
                <a:lnTo>
                  <a:pt x="2201976" y="1073150"/>
                </a:lnTo>
                <a:lnTo>
                  <a:pt x="2227633" y="1073150"/>
                </a:lnTo>
                <a:lnTo>
                  <a:pt x="2226919" y="1076960"/>
                </a:lnTo>
                <a:lnTo>
                  <a:pt x="2224493" y="1088390"/>
                </a:lnTo>
                <a:lnTo>
                  <a:pt x="2221572" y="1098550"/>
                </a:lnTo>
                <a:lnTo>
                  <a:pt x="2218156" y="1108710"/>
                </a:lnTo>
                <a:lnTo>
                  <a:pt x="2214756" y="1117600"/>
                </a:lnTo>
                <a:close/>
              </a:path>
              <a:path w="2231390" h="1250950">
                <a:moveTo>
                  <a:pt x="44738" y="1117600"/>
                </a:moveTo>
                <a:lnTo>
                  <a:pt x="44361" y="1117600"/>
                </a:lnTo>
                <a:lnTo>
                  <a:pt x="44094" y="1116330"/>
                </a:lnTo>
                <a:lnTo>
                  <a:pt x="44738" y="1117600"/>
                </a:lnTo>
                <a:close/>
              </a:path>
              <a:path w="2231390" h="1250950">
                <a:moveTo>
                  <a:pt x="2202883" y="1141730"/>
                </a:moveTo>
                <a:lnTo>
                  <a:pt x="2173033" y="1141730"/>
                </a:lnTo>
                <a:lnTo>
                  <a:pt x="2178342" y="1132840"/>
                </a:lnTo>
                <a:lnTo>
                  <a:pt x="2178024" y="1132840"/>
                </a:lnTo>
                <a:lnTo>
                  <a:pt x="2182952" y="1125220"/>
                </a:lnTo>
                <a:lnTo>
                  <a:pt x="2182660" y="1125220"/>
                </a:lnTo>
                <a:lnTo>
                  <a:pt x="2187168" y="1116330"/>
                </a:lnTo>
                <a:lnTo>
                  <a:pt x="2186901" y="1117600"/>
                </a:lnTo>
                <a:lnTo>
                  <a:pt x="2214756" y="1117600"/>
                </a:lnTo>
                <a:lnTo>
                  <a:pt x="2214270" y="1118870"/>
                </a:lnTo>
                <a:lnTo>
                  <a:pt x="2209914" y="1127760"/>
                </a:lnTo>
                <a:lnTo>
                  <a:pt x="2205126" y="1137920"/>
                </a:lnTo>
                <a:lnTo>
                  <a:pt x="2202883" y="1141730"/>
                </a:lnTo>
                <a:close/>
              </a:path>
              <a:path w="2231390" h="1250950">
                <a:moveTo>
                  <a:pt x="58701" y="1141730"/>
                </a:moveTo>
                <a:lnTo>
                  <a:pt x="58229" y="1141730"/>
                </a:lnTo>
                <a:lnTo>
                  <a:pt x="57886" y="1140460"/>
                </a:lnTo>
                <a:lnTo>
                  <a:pt x="58701" y="1141730"/>
                </a:lnTo>
                <a:close/>
              </a:path>
              <a:path w="2231390" h="1250950">
                <a:moveTo>
                  <a:pt x="2198282" y="1149350"/>
                </a:moveTo>
                <a:lnTo>
                  <a:pt x="2167674" y="1149350"/>
                </a:lnTo>
                <a:lnTo>
                  <a:pt x="2173376" y="1140460"/>
                </a:lnTo>
                <a:lnTo>
                  <a:pt x="2173033" y="1141730"/>
                </a:lnTo>
                <a:lnTo>
                  <a:pt x="2202883" y="1141730"/>
                </a:lnTo>
                <a:lnTo>
                  <a:pt x="2199894" y="1146810"/>
                </a:lnTo>
                <a:lnTo>
                  <a:pt x="2198282" y="1149350"/>
                </a:lnTo>
                <a:close/>
              </a:path>
              <a:path w="2231390" h="1250950">
                <a:moveTo>
                  <a:pt x="64232" y="1149350"/>
                </a:moveTo>
                <a:lnTo>
                  <a:pt x="63588" y="1149350"/>
                </a:lnTo>
                <a:lnTo>
                  <a:pt x="63220" y="1148080"/>
                </a:lnTo>
                <a:lnTo>
                  <a:pt x="64232" y="1149350"/>
                </a:lnTo>
                <a:close/>
              </a:path>
              <a:path w="2231390" h="1250950">
                <a:moveTo>
                  <a:pt x="2188197" y="1163320"/>
                </a:moveTo>
                <a:lnTo>
                  <a:pt x="2155939" y="1163320"/>
                </a:lnTo>
                <a:lnTo>
                  <a:pt x="2162352" y="1155700"/>
                </a:lnTo>
                <a:lnTo>
                  <a:pt x="2161971" y="1155700"/>
                </a:lnTo>
                <a:lnTo>
                  <a:pt x="2168042" y="1148080"/>
                </a:lnTo>
                <a:lnTo>
                  <a:pt x="2167674" y="1149350"/>
                </a:lnTo>
                <a:lnTo>
                  <a:pt x="2198282" y="1149350"/>
                </a:lnTo>
                <a:lnTo>
                  <a:pt x="2194255" y="1155700"/>
                </a:lnTo>
                <a:lnTo>
                  <a:pt x="2188197" y="1163320"/>
                </a:lnTo>
                <a:close/>
              </a:path>
              <a:path w="2231390" h="1250950">
                <a:moveTo>
                  <a:pt x="76045" y="1163320"/>
                </a:moveTo>
                <a:lnTo>
                  <a:pt x="75323" y="1163320"/>
                </a:lnTo>
                <a:lnTo>
                  <a:pt x="74917" y="1162050"/>
                </a:lnTo>
                <a:lnTo>
                  <a:pt x="76045" y="1163320"/>
                </a:lnTo>
                <a:close/>
              </a:path>
              <a:path w="2231390" h="1250950">
                <a:moveTo>
                  <a:pt x="2172542" y="1182370"/>
                </a:moveTo>
                <a:lnTo>
                  <a:pt x="2135936" y="1182370"/>
                </a:lnTo>
                <a:lnTo>
                  <a:pt x="2143353" y="1176020"/>
                </a:lnTo>
                <a:lnTo>
                  <a:pt x="2142909" y="1176020"/>
                </a:lnTo>
                <a:lnTo>
                  <a:pt x="2150008" y="1169670"/>
                </a:lnTo>
                <a:lnTo>
                  <a:pt x="2149576" y="1169670"/>
                </a:lnTo>
                <a:lnTo>
                  <a:pt x="2156345" y="1162050"/>
                </a:lnTo>
                <a:lnTo>
                  <a:pt x="2155939" y="1163320"/>
                </a:lnTo>
                <a:lnTo>
                  <a:pt x="2188197" y="1163320"/>
                </a:lnTo>
                <a:lnTo>
                  <a:pt x="2181758" y="1172210"/>
                </a:lnTo>
                <a:lnTo>
                  <a:pt x="2174938" y="1179830"/>
                </a:lnTo>
                <a:lnTo>
                  <a:pt x="2172542" y="1182370"/>
                </a:lnTo>
                <a:close/>
              </a:path>
              <a:path w="2231390" h="1250950">
                <a:moveTo>
                  <a:pt x="96400" y="1182370"/>
                </a:moveTo>
                <a:lnTo>
                  <a:pt x="95326" y="1182370"/>
                </a:lnTo>
                <a:lnTo>
                  <a:pt x="94856" y="1181100"/>
                </a:lnTo>
                <a:lnTo>
                  <a:pt x="96400" y="1182370"/>
                </a:lnTo>
                <a:close/>
              </a:path>
              <a:path w="2231390" h="1250950">
                <a:moveTo>
                  <a:pt x="2115397" y="1225550"/>
                </a:moveTo>
                <a:lnTo>
                  <a:pt x="2028863" y="1225550"/>
                </a:lnTo>
                <a:lnTo>
                  <a:pt x="2034524" y="1224159"/>
                </a:lnTo>
                <a:lnTo>
                  <a:pt x="2043785" y="1223010"/>
                </a:lnTo>
                <a:lnTo>
                  <a:pt x="2043150" y="1223010"/>
                </a:lnTo>
                <a:lnTo>
                  <a:pt x="2053208" y="1221740"/>
                </a:lnTo>
                <a:lnTo>
                  <a:pt x="2052586" y="1221740"/>
                </a:lnTo>
                <a:lnTo>
                  <a:pt x="2062480" y="1219200"/>
                </a:lnTo>
                <a:lnTo>
                  <a:pt x="2061857" y="1219200"/>
                </a:lnTo>
                <a:lnTo>
                  <a:pt x="2071560" y="1216660"/>
                </a:lnTo>
                <a:lnTo>
                  <a:pt x="2070963" y="1216660"/>
                </a:lnTo>
                <a:lnTo>
                  <a:pt x="2080450" y="1214120"/>
                </a:lnTo>
                <a:lnTo>
                  <a:pt x="2079866" y="1214120"/>
                </a:lnTo>
                <a:lnTo>
                  <a:pt x="2089150" y="1210310"/>
                </a:lnTo>
                <a:lnTo>
                  <a:pt x="2088578" y="1210310"/>
                </a:lnTo>
                <a:lnTo>
                  <a:pt x="2097633" y="1206500"/>
                </a:lnTo>
                <a:lnTo>
                  <a:pt x="2097074" y="1206500"/>
                </a:lnTo>
                <a:lnTo>
                  <a:pt x="2105875" y="1202690"/>
                </a:lnTo>
                <a:lnTo>
                  <a:pt x="2105342" y="1202690"/>
                </a:lnTo>
                <a:lnTo>
                  <a:pt x="2113902" y="1197610"/>
                </a:lnTo>
                <a:lnTo>
                  <a:pt x="2113368" y="1197610"/>
                </a:lnTo>
                <a:lnTo>
                  <a:pt x="2121662" y="1192530"/>
                </a:lnTo>
                <a:lnTo>
                  <a:pt x="2121166" y="1192530"/>
                </a:lnTo>
                <a:lnTo>
                  <a:pt x="2129167" y="1187450"/>
                </a:lnTo>
                <a:lnTo>
                  <a:pt x="2128685" y="1187450"/>
                </a:lnTo>
                <a:lnTo>
                  <a:pt x="2136406" y="1181100"/>
                </a:lnTo>
                <a:lnTo>
                  <a:pt x="2135936" y="1182370"/>
                </a:lnTo>
                <a:lnTo>
                  <a:pt x="2172542" y="1182370"/>
                </a:lnTo>
                <a:lnTo>
                  <a:pt x="2167750" y="1187450"/>
                </a:lnTo>
                <a:lnTo>
                  <a:pt x="2135632" y="1214120"/>
                </a:lnTo>
                <a:lnTo>
                  <a:pt x="2117954" y="1224159"/>
                </a:lnTo>
                <a:lnTo>
                  <a:pt x="2115397" y="1225550"/>
                </a:lnTo>
                <a:close/>
              </a:path>
              <a:path w="2231390" h="1250950">
                <a:moveTo>
                  <a:pt x="207289" y="1225550"/>
                </a:moveTo>
                <a:lnTo>
                  <a:pt x="202399" y="1225550"/>
                </a:lnTo>
                <a:lnTo>
                  <a:pt x="202052" y="1224159"/>
                </a:lnTo>
                <a:lnTo>
                  <a:pt x="201586" y="1224159"/>
                </a:lnTo>
                <a:lnTo>
                  <a:pt x="207289" y="1225550"/>
                </a:lnTo>
                <a:close/>
              </a:path>
              <a:path w="2231390" h="1250950">
                <a:moveTo>
                  <a:pt x="2028863" y="1225550"/>
                </a:moveTo>
                <a:lnTo>
                  <a:pt x="2023973" y="1225550"/>
                </a:lnTo>
                <a:lnTo>
                  <a:pt x="2029676" y="1224159"/>
                </a:lnTo>
                <a:lnTo>
                  <a:pt x="2029210" y="1224159"/>
                </a:lnTo>
                <a:lnTo>
                  <a:pt x="2028863" y="1225550"/>
                </a:lnTo>
                <a:close/>
              </a:path>
              <a:path w="2231390" h="1250950">
                <a:moveTo>
                  <a:pt x="2025421" y="1250950"/>
                </a:moveTo>
                <a:lnTo>
                  <a:pt x="205841" y="1250950"/>
                </a:lnTo>
                <a:lnTo>
                  <a:pt x="200317" y="1249680"/>
                </a:lnTo>
                <a:lnTo>
                  <a:pt x="2030945" y="1249680"/>
                </a:lnTo>
                <a:lnTo>
                  <a:pt x="2025421" y="1250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9" name="object 122">
            <a:extLst>
              <a:ext uri="{FF2B5EF4-FFF2-40B4-BE49-F238E27FC236}">
                <a16:creationId xmlns:a16="http://schemas.microsoft.com/office/drawing/2014/main" id="{B394CA8C-7CC4-4AE5-B3E0-E18930055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505" y="3533823"/>
            <a:ext cx="362962" cy="362962"/>
          </a:xfrm>
          <a:prstGeom prst="rect">
            <a:avLst/>
          </a:prstGeom>
        </p:spPr>
      </p:pic>
      <p:pic>
        <p:nvPicPr>
          <p:cNvPr id="10" name="object 123">
            <a:extLst>
              <a:ext uri="{FF2B5EF4-FFF2-40B4-BE49-F238E27FC236}">
                <a16:creationId xmlns:a16="http://schemas.microsoft.com/office/drawing/2014/main" id="{D00C6363-B5BA-45DE-A46D-4DC489323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7196" y="4162596"/>
            <a:ext cx="362962" cy="325612"/>
          </a:xfrm>
          <a:prstGeom prst="rect">
            <a:avLst/>
          </a:prstGeom>
        </p:spPr>
      </p:pic>
      <p:pic>
        <p:nvPicPr>
          <p:cNvPr id="11" name="object 124">
            <a:extLst>
              <a:ext uri="{FF2B5EF4-FFF2-40B4-BE49-F238E27FC236}">
                <a16:creationId xmlns:a16="http://schemas.microsoft.com/office/drawing/2014/main" id="{9484EC8F-A3E5-45B0-9EC7-688EF07D9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475" y="4162596"/>
            <a:ext cx="362962" cy="325612"/>
          </a:xfrm>
          <a:prstGeom prst="rect">
            <a:avLst/>
          </a:prstGeom>
        </p:spPr>
      </p:pic>
      <p:pic>
        <p:nvPicPr>
          <p:cNvPr id="12" name="object 125">
            <a:extLst>
              <a:ext uri="{FF2B5EF4-FFF2-40B4-BE49-F238E27FC236}">
                <a16:creationId xmlns:a16="http://schemas.microsoft.com/office/drawing/2014/main" id="{B8D9FE6C-A073-45C3-99AB-8DC2AC7939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755" y="4162596"/>
            <a:ext cx="362962" cy="325612"/>
          </a:xfrm>
          <a:prstGeom prst="rect">
            <a:avLst/>
          </a:prstGeom>
        </p:spPr>
      </p:pic>
      <p:pic>
        <p:nvPicPr>
          <p:cNvPr id="13" name="object 126">
            <a:extLst>
              <a:ext uri="{FF2B5EF4-FFF2-40B4-BE49-F238E27FC236}">
                <a16:creationId xmlns:a16="http://schemas.microsoft.com/office/drawing/2014/main" id="{BB55506A-266F-46F1-A59E-77AF2B9EF7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7196" y="3888036"/>
            <a:ext cx="362962" cy="325612"/>
          </a:xfrm>
          <a:prstGeom prst="rect">
            <a:avLst/>
          </a:prstGeom>
        </p:spPr>
      </p:pic>
      <p:pic>
        <p:nvPicPr>
          <p:cNvPr id="14" name="object 127">
            <a:extLst>
              <a:ext uri="{FF2B5EF4-FFF2-40B4-BE49-F238E27FC236}">
                <a16:creationId xmlns:a16="http://schemas.microsoft.com/office/drawing/2014/main" id="{645FE708-55B6-49F5-AF53-2E49A89256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2475" y="3891153"/>
            <a:ext cx="362962" cy="325612"/>
          </a:xfrm>
          <a:prstGeom prst="rect">
            <a:avLst/>
          </a:prstGeom>
        </p:spPr>
      </p:pic>
      <p:pic>
        <p:nvPicPr>
          <p:cNvPr id="15" name="object 128">
            <a:extLst>
              <a:ext uri="{FF2B5EF4-FFF2-40B4-BE49-F238E27FC236}">
                <a16:creationId xmlns:a16="http://schemas.microsoft.com/office/drawing/2014/main" id="{6D923535-DD1F-47B2-9C96-474585F81D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7755" y="3888036"/>
            <a:ext cx="362962" cy="325612"/>
          </a:xfrm>
          <a:prstGeom prst="rect">
            <a:avLst/>
          </a:prstGeom>
        </p:spPr>
      </p:pic>
      <p:pic>
        <p:nvPicPr>
          <p:cNvPr id="16" name="object 129">
            <a:extLst>
              <a:ext uri="{FF2B5EF4-FFF2-40B4-BE49-F238E27FC236}">
                <a16:creationId xmlns:a16="http://schemas.microsoft.com/office/drawing/2014/main" id="{3207EDE5-06B9-4627-B4BF-A39508FF59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9012" y="4173527"/>
            <a:ext cx="335280" cy="301751"/>
          </a:xfrm>
          <a:prstGeom prst="rect">
            <a:avLst/>
          </a:prstGeom>
        </p:spPr>
      </p:pic>
      <p:sp>
        <p:nvSpPr>
          <p:cNvPr id="17" name="object 130">
            <a:extLst>
              <a:ext uri="{FF2B5EF4-FFF2-40B4-BE49-F238E27FC236}">
                <a16:creationId xmlns:a16="http://schemas.microsoft.com/office/drawing/2014/main" id="{CEEEF829-B48D-4600-ADBE-DDC234F606F8}"/>
              </a:ext>
            </a:extLst>
          </p:cNvPr>
          <p:cNvSpPr>
            <a:spLocks noGrp="1"/>
          </p:cNvSpPr>
          <p:nvPr/>
        </p:nvSpPr>
        <p:spPr>
          <a:xfrm>
            <a:off x="3339537" y="3668047"/>
            <a:ext cx="794054" cy="505155"/>
          </a:xfrm>
          <a:custGeom>
            <a:avLst/>
            <a:gdLst/>
            <a:ahLst/>
            <a:cxnLst/>
            <a:rect l="l" t="t" r="r" b="b"/>
            <a:pathLst>
              <a:path w="902335" h="574039">
                <a:moveTo>
                  <a:pt x="383527" y="170738"/>
                </a:moveTo>
                <a:lnTo>
                  <a:pt x="375234" y="160820"/>
                </a:lnTo>
                <a:lnTo>
                  <a:pt x="373291" y="160820"/>
                </a:lnTo>
                <a:lnTo>
                  <a:pt x="339090" y="211289"/>
                </a:lnTo>
                <a:lnTo>
                  <a:pt x="339090" y="63487"/>
                </a:lnTo>
                <a:lnTo>
                  <a:pt x="339090" y="53962"/>
                </a:lnTo>
                <a:lnTo>
                  <a:pt x="339090" y="44437"/>
                </a:lnTo>
                <a:lnTo>
                  <a:pt x="54127" y="44437"/>
                </a:lnTo>
                <a:lnTo>
                  <a:pt x="99898" y="17741"/>
                </a:lnTo>
                <a:lnTo>
                  <a:pt x="104597" y="10236"/>
                </a:lnTo>
                <a:lnTo>
                  <a:pt x="104495" y="7950"/>
                </a:lnTo>
                <a:lnTo>
                  <a:pt x="94678" y="0"/>
                </a:lnTo>
                <a:lnTo>
                  <a:pt x="92417" y="381"/>
                </a:lnTo>
                <a:lnTo>
                  <a:pt x="90297" y="1282"/>
                </a:lnTo>
                <a:lnTo>
                  <a:pt x="0" y="53962"/>
                </a:lnTo>
                <a:lnTo>
                  <a:pt x="90297" y="106641"/>
                </a:lnTo>
                <a:lnTo>
                  <a:pt x="92417" y="107556"/>
                </a:lnTo>
                <a:lnTo>
                  <a:pt x="94678" y="107924"/>
                </a:lnTo>
                <a:lnTo>
                  <a:pt x="96964" y="107759"/>
                </a:lnTo>
                <a:lnTo>
                  <a:pt x="104597" y="97688"/>
                </a:lnTo>
                <a:lnTo>
                  <a:pt x="104152" y="95440"/>
                </a:lnTo>
                <a:lnTo>
                  <a:pt x="103174" y="93357"/>
                </a:lnTo>
                <a:lnTo>
                  <a:pt x="101727" y="91579"/>
                </a:lnTo>
                <a:lnTo>
                  <a:pt x="99898" y="90182"/>
                </a:lnTo>
                <a:lnTo>
                  <a:pt x="54127" y="63487"/>
                </a:lnTo>
                <a:lnTo>
                  <a:pt x="320040" y="63487"/>
                </a:lnTo>
                <a:lnTo>
                  <a:pt x="320040" y="211289"/>
                </a:lnTo>
                <a:lnTo>
                  <a:pt x="293344" y="165519"/>
                </a:lnTo>
                <a:lnTo>
                  <a:pt x="291947" y="163690"/>
                </a:lnTo>
                <a:lnTo>
                  <a:pt x="290169" y="162242"/>
                </a:lnTo>
                <a:lnTo>
                  <a:pt x="288086" y="161264"/>
                </a:lnTo>
                <a:lnTo>
                  <a:pt x="285838" y="160820"/>
                </a:lnTo>
                <a:lnTo>
                  <a:pt x="283883" y="160820"/>
                </a:lnTo>
                <a:lnTo>
                  <a:pt x="275602" y="170738"/>
                </a:lnTo>
                <a:lnTo>
                  <a:pt x="275971" y="173012"/>
                </a:lnTo>
                <a:lnTo>
                  <a:pt x="276885" y="175120"/>
                </a:lnTo>
                <a:lnTo>
                  <a:pt x="329565" y="265417"/>
                </a:lnTo>
                <a:lnTo>
                  <a:pt x="340588" y="246519"/>
                </a:lnTo>
                <a:lnTo>
                  <a:pt x="382244" y="175120"/>
                </a:lnTo>
                <a:lnTo>
                  <a:pt x="383146" y="173012"/>
                </a:lnTo>
                <a:lnTo>
                  <a:pt x="383527" y="170738"/>
                </a:lnTo>
                <a:close/>
              </a:path>
              <a:path w="902335" h="574039">
                <a:moveTo>
                  <a:pt x="902004" y="479031"/>
                </a:moveTo>
                <a:lnTo>
                  <a:pt x="901941" y="478370"/>
                </a:lnTo>
                <a:lnTo>
                  <a:pt x="901827" y="476745"/>
                </a:lnTo>
                <a:lnTo>
                  <a:pt x="901115" y="474560"/>
                </a:lnTo>
                <a:lnTo>
                  <a:pt x="899896" y="472617"/>
                </a:lnTo>
                <a:lnTo>
                  <a:pt x="898245" y="471017"/>
                </a:lnTo>
                <a:lnTo>
                  <a:pt x="896264" y="469861"/>
                </a:lnTo>
                <a:lnTo>
                  <a:pt x="893711" y="469112"/>
                </a:lnTo>
                <a:lnTo>
                  <a:pt x="891768" y="469112"/>
                </a:lnTo>
                <a:lnTo>
                  <a:pt x="857567" y="519582"/>
                </a:lnTo>
                <a:lnTo>
                  <a:pt x="857567" y="444169"/>
                </a:lnTo>
                <a:lnTo>
                  <a:pt x="857567" y="434644"/>
                </a:lnTo>
                <a:lnTo>
                  <a:pt x="857567" y="425119"/>
                </a:lnTo>
                <a:lnTo>
                  <a:pt x="574509" y="425119"/>
                </a:lnTo>
                <a:lnTo>
                  <a:pt x="620280" y="398424"/>
                </a:lnTo>
                <a:lnTo>
                  <a:pt x="624979" y="390918"/>
                </a:lnTo>
                <a:lnTo>
                  <a:pt x="624878" y="388632"/>
                </a:lnTo>
                <a:lnTo>
                  <a:pt x="615061" y="380682"/>
                </a:lnTo>
                <a:lnTo>
                  <a:pt x="612800" y="381063"/>
                </a:lnTo>
                <a:lnTo>
                  <a:pt x="610679" y="381965"/>
                </a:lnTo>
                <a:lnTo>
                  <a:pt x="520382" y="434644"/>
                </a:lnTo>
                <a:lnTo>
                  <a:pt x="610679" y="487324"/>
                </a:lnTo>
                <a:lnTo>
                  <a:pt x="612800" y="488238"/>
                </a:lnTo>
                <a:lnTo>
                  <a:pt x="615061" y="488607"/>
                </a:lnTo>
                <a:lnTo>
                  <a:pt x="617347" y="488442"/>
                </a:lnTo>
                <a:lnTo>
                  <a:pt x="624979" y="478370"/>
                </a:lnTo>
                <a:lnTo>
                  <a:pt x="624535" y="476123"/>
                </a:lnTo>
                <a:lnTo>
                  <a:pt x="623557" y="474040"/>
                </a:lnTo>
                <a:lnTo>
                  <a:pt x="622109" y="472262"/>
                </a:lnTo>
                <a:lnTo>
                  <a:pt x="620280" y="470865"/>
                </a:lnTo>
                <a:lnTo>
                  <a:pt x="574509" y="444169"/>
                </a:lnTo>
                <a:lnTo>
                  <a:pt x="838517" y="444169"/>
                </a:lnTo>
                <a:lnTo>
                  <a:pt x="838517" y="519582"/>
                </a:lnTo>
                <a:lnTo>
                  <a:pt x="811822" y="473811"/>
                </a:lnTo>
                <a:lnTo>
                  <a:pt x="810425" y="471982"/>
                </a:lnTo>
                <a:lnTo>
                  <a:pt x="808647" y="470535"/>
                </a:lnTo>
                <a:lnTo>
                  <a:pt x="806564" y="469557"/>
                </a:lnTo>
                <a:lnTo>
                  <a:pt x="804316" y="469112"/>
                </a:lnTo>
                <a:lnTo>
                  <a:pt x="802360" y="469112"/>
                </a:lnTo>
                <a:lnTo>
                  <a:pt x="794080" y="479031"/>
                </a:lnTo>
                <a:lnTo>
                  <a:pt x="794448" y="481304"/>
                </a:lnTo>
                <a:lnTo>
                  <a:pt x="795362" y="483412"/>
                </a:lnTo>
                <a:lnTo>
                  <a:pt x="848042" y="573709"/>
                </a:lnTo>
                <a:lnTo>
                  <a:pt x="859066" y="554812"/>
                </a:lnTo>
                <a:lnTo>
                  <a:pt x="900722" y="483412"/>
                </a:lnTo>
                <a:lnTo>
                  <a:pt x="901623" y="481304"/>
                </a:lnTo>
                <a:lnTo>
                  <a:pt x="901725" y="480669"/>
                </a:lnTo>
                <a:lnTo>
                  <a:pt x="902004" y="4790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8" name="TextBox 166">
            <a:extLst>
              <a:ext uri="{FF2B5EF4-FFF2-40B4-BE49-F238E27FC236}">
                <a16:creationId xmlns:a16="http://schemas.microsoft.com/office/drawing/2014/main" id="{127BE600-589E-4211-AB62-5E1773066F10}"/>
              </a:ext>
            </a:extLst>
          </p:cNvPr>
          <p:cNvSpPr>
            <a:spLocks noGrp="1"/>
          </p:cNvSpPr>
          <p:nvPr/>
        </p:nvSpPr>
        <p:spPr>
          <a:xfrm>
            <a:off x="4504077" y="3576952"/>
            <a:ext cx="1978711" cy="85831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8">
                <a:latin typeface="Calibri"/>
                <a:ea typeface="Calibri"/>
                <a:cs typeface="Calibri"/>
              </a:rPr>
              <a:t>mmap() with pre-fault</a:t>
            </a:r>
          </a:p>
          <a:p>
            <a:pPr algn="ctr">
              <a:lnSpc>
                <a:spcPct val="100000"/>
              </a:lnSpc>
              <a:buNone/>
            </a:pPr>
            <a:r>
              <a:rPr sz="1408">
                <a:latin typeface="Calibri"/>
                <a:ea typeface="Calibri"/>
                <a:cs typeface="Calibri"/>
              </a:rPr>
              <a:t>+</a:t>
            </a:r>
          </a:p>
          <a:p>
            <a:pPr algn="ctr">
              <a:lnSpc>
                <a:spcPct val="100000"/>
              </a:lnSpc>
              <a:buNone/>
            </a:pPr>
            <a:r>
              <a:rPr sz="1408">
                <a:latin typeface="Calibri"/>
                <a:ea typeface="Calibri"/>
                <a:cs typeface="Calibri"/>
              </a:rPr>
              <a:t>on-chip registration</a:t>
            </a:r>
          </a:p>
          <a:p>
            <a:pPr algn="ctr">
              <a:lnSpc>
                <a:spcPct val="100000"/>
              </a:lnSpc>
              <a:buNone/>
            </a:pPr>
            <a:r>
              <a:rPr sz="1408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1GB registration ~ 100ms</a:t>
            </a:r>
            <a:endParaRPr sz="1408"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67">
            <a:extLst>
              <a:ext uri="{FF2B5EF4-FFF2-40B4-BE49-F238E27FC236}">
                <a16:creationId xmlns:a16="http://schemas.microsoft.com/office/drawing/2014/main" id="{449ADBA9-467E-45E6-8CB8-2DFA0EF22909}"/>
              </a:ext>
            </a:extLst>
          </p:cNvPr>
          <p:cNvSpPr>
            <a:spLocks noGrp="1"/>
          </p:cNvSpPr>
          <p:nvPr/>
        </p:nvSpPr>
        <p:spPr>
          <a:xfrm>
            <a:off x="3172457" y="4629173"/>
            <a:ext cx="3310331" cy="241402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1584" b="1" dirty="0">
                <a:latin typeface="Calibri"/>
                <a:ea typeface="Calibri"/>
                <a:cs typeface="Calibri"/>
              </a:rPr>
              <a:t>Memory Region Registration</a:t>
            </a:r>
            <a:endParaRPr sz="1584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60A9E91E-8489-4844-9896-57233281FEAD}"/>
              </a:ext>
            </a:extLst>
          </p:cNvPr>
          <p:cNvSpPr>
            <a:spLocks noGrp="1"/>
          </p:cNvSpPr>
          <p:nvPr/>
        </p:nvSpPr>
        <p:spPr>
          <a:xfrm>
            <a:off x="8106191" y="5460946"/>
            <a:ext cx="0" cy="23469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26162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EBA85E34-EB8A-4264-8953-1FFB23F4298E}"/>
              </a:ext>
            </a:extLst>
          </p:cNvPr>
          <p:cNvSpPr>
            <a:spLocks noGrp="1"/>
          </p:cNvSpPr>
          <p:nvPr/>
        </p:nvSpPr>
        <p:spPr>
          <a:xfrm>
            <a:off x="8106191" y="5460946"/>
            <a:ext cx="0" cy="23469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0"/>
                </a:moveTo>
                <a:lnTo>
                  <a:pt x="0" y="26162"/>
                </a:lnTo>
              </a:path>
            </a:pathLst>
          </a:custGeom>
          <a:ln w="5364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A316F236-17BC-4919-B721-DE420DB88185}"/>
              </a:ext>
            </a:extLst>
          </p:cNvPr>
          <p:cNvSpPr>
            <a:spLocks noGrp="1"/>
          </p:cNvSpPr>
          <p:nvPr/>
        </p:nvSpPr>
        <p:spPr>
          <a:xfrm>
            <a:off x="8435258" y="5460946"/>
            <a:ext cx="0" cy="23469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26162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3" name="object 10">
            <a:extLst>
              <a:ext uri="{FF2B5EF4-FFF2-40B4-BE49-F238E27FC236}">
                <a16:creationId xmlns:a16="http://schemas.microsoft.com/office/drawing/2014/main" id="{E89CE96F-A3DE-404D-8A61-F8F500C00FCB}"/>
              </a:ext>
            </a:extLst>
          </p:cNvPr>
          <p:cNvSpPr>
            <a:spLocks noGrp="1"/>
          </p:cNvSpPr>
          <p:nvPr/>
        </p:nvSpPr>
        <p:spPr>
          <a:xfrm>
            <a:off x="8435258" y="5460946"/>
            <a:ext cx="0" cy="23469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0"/>
                </a:moveTo>
                <a:lnTo>
                  <a:pt x="0" y="26162"/>
                </a:lnTo>
              </a:path>
            </a:pathLst>
          </a:custGeom>
          <a:ln w="5364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4" name="object 13">
            <a:extLst>
              <a:ext uri="{FF2B5EF4-FFF2-40B4-BE49-F238E27FC236}">
                <a16:creationId xmlns:a16="http://schemas.microsoft.com/office/drawing/2014/main" id="{58FC27A1-E856-48E6-91CE-A69C0D07122F}"/>
              </a:ext>
            </a:extLst>
          </p:cNvPr>
          <p:cNvSpPr>
            <a:spLocks noGrp="1"/>
          </p:cNvSpPr>
          <p:nvPr/>
        </p:nvSpPr>
        <p:spPr>
          <a:xfrm>
            <a:off x="8764324" y="5460946"/>
            <a:ext cx="0" cy="23469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26162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5" name="object 14">
            <a:extLst>
              <a:ext uri="{FF2B5EF4-FFF2-40B4-BE49-F238E27FC236}">
                <a16:creationId xmlns:a16="http://schemas.microsoft.com/office/drawing/2014/main" id="{ED6E1B0D-EED7-489C-8FB8-738738F7A5E9}"/>
              </a:ext>
            </a:extLst>
          </p:cNvPr>
          <p:cNvSpPr>
            <a:spLocks noGrp="1"/>
          </p:cNvSpPr>
          <p:nvPr/>
        </p:nvSpPr>
        <p:spPr>
          <a:xfrm>
            <a:off x="8764324" y="5460946"/>
            <a:ext cx="0" cy="23469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0"/>
                </a:moveTo>
                <a:lnTo>
                  <a:pt x="0" y="26162"/>
                </a:lnTo>
              </a:path>
            </a:pathLst>
          </a:custGeom>
          <a:ln w="5364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6" name="object 17">
            <a:extLst>
              <a:ext uri="{FF2B5EF4-FFF2-40B4-BE49-F238E27FC236}">
                <a16:creationId xmlns:a16="http://schemas.microsoft.com/office/drawing/2014/main" id="{66596A6E-2CB3-4E64-82E5-C9CD680CA8C5}"/>
              </a:ext>
            </a:extLst>
          </p:cNvPr>
          <p:cNvSpPr>
            <a:spLocks noGrp="1"/>
          </p:cNvSpPr>
          <p:nvPr/>
        </p:nvSpPr>
        <p:spPr>
          <a:xfrm>
            <a:off x="9093390" y="5460946"/>
            <a:ext cx="0" cy="23469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26162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7" name="object 18">
            <a:extLst>
              <a:ext uri="{FF2B5EF4-FFF2-40B4-BE49-F238E27FC236}">
                <a16:creationId xmlns:a16="http://schemas.microsoft.com/office/drawing/2014/main" id="{DAD43524-D4DB-4160-B4AF-88D42C99BC25}"/>
              </a:ext>
            </a:extLst>
          </p:cNvPr>
          <p:cNvSpPr>
            <a:spLocks noGrp="1"/>
          </p:cNvSpPr>
          <p:nvPr/>
        </p:nvSpPr>
        <p:spPr>
          <a:xfrm>
            <a:off x="9093390" y="5460946"/>
            <a:ext cx="0" cy="23469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0"/>
                </a:moveTo>
                <a:lnTo>
                  <a:pt x="0" y="26162"/>
                </a:lnTo>
              </a:path>
            </a:pathLst>
          </a:custGeom>
          <a:ln w="5364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8" name="object 21">
            <a:extLst>
              <a:ext uri="{FF2B5EF4-FFF2-40B4-BE49-F238E27FC236}">
                <a16:creationId xmlns:a16="http://schemas.microsoft.com/office/drawing/2014/main" id="{2554D06E-44EF-4543-B340-281189141BA7}"/>
              </a:ext>
            </a:extLst>
          </p:cNvPr>
          <p:cNvSpPr>
            <a:spLocks noGrp="1"/>
          </p:cNvSpPr>
          <p:nvPr/>
        </p:nvSpPr>
        <p:spPr>
          <a:xfrm>
            <a:off x="9422445" y="5460946"/>
            <a:ext cx="0" cy="23469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26162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9" name="object 22">
            <a:extLst>
              <a:ext uri="{FF2B5EF4-FFF2-40B4-BE49-F238E27FC236}">
                <a16:creationId xmlns:a16="http://schemas.microsoft.com/office/drawing/2014/main" id="{F47C469C-21E1-4FD0-B4BC-665CF5659406}"/>
              </a:ext>
            </a:extLst>
          </p:cNvPr>
          <p:cNvSpPr>
            <a:spLocks noGrp="1"/>
          </p:cNvSpPr>
          <p:nvPr/>
        </p:nvSpPr>
        <p:spPr>
          <a:xfrm>
            <a:off x="9422445" y="5460946"/>
            <a:ext cx="0" cy="23469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0"/>
                </a:moveTo>
                <a:lnTo>
                  <a:pt x="0" y="26162"/>
                </a:lnTo>
              </a:path>
            </a:pathLst>
          </a:custGeom>
          <a:ln w="5364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54AD3FC-302A-45F9-82FD-C991FE84760B}"/>
              </a:ext>
            </a:extLst>
          </p:cNvPr>
          <p:cNvSpPr>
            <a:spLocks noGrp="1"/>
          </p:cNvSpPr>
          <p:nvPr/>
        </p:nvSpPr>
        <p:spPr>
          <a:xfrm>
            <a:off x="9751512" y="5460946"/>
            <a:ext cx="0" cy="23469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26162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0ED3F27E-DA29-41BD-A458-4662C66F5B9C}"/>
              </a:ext>
            </a:extLst>
          </p:cNvPr>
          <p:cNvSpPr>
            <a:spLocks noGrp="1"/>
          </p:cNvSpPr>
          <p:nvPr/>
        </p:nvSpPr>
        <p:spPr>
          <a:xfrm>
            <a:off x="9751512" y="5460946"/>
            <a:ext cx="0" cy="23469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0"/>
                </a:moveTo>
                <a:lnTo>
                  <a:pt x="0" y="26162"/>
                </a:lnTo>
              </a:path>
            </a:pathLst>
          </a:custGeom>
          <a:ln w="5364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2" name="object 29">
            <a:extLst>
              <a:ext uri="{FF2B5EF4-FFF2-40B4-BE49-F238E27FC236}">
                <a16:creationId xmlns:a16="http://schemas.microsoft.com/office/drawing/2014/main" id="{DDF41B65-5E76-47A5-A778-69EBF1806E89}"/>
              </a:ext>
            </a:extLst>
          </p:cNvPr>
          <p:cNvSpPr>
            <a:spLocks noGrp="1"/>
          </p:cNvSpPr>
          <p:nvPr/>
        </p:nvSpPr>
        <p:spPr>
          <a:xfrm>
            <a:off x="10080577" y="5460946"/>
            <a:ext cx="0" cy="23469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26162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3" name="object 30">
            <a:extLst>
              <a:ext uri="{FF2B5EF4-FFF2-40B4-BE49-F238E27FC236}">
                <a16:creationId xmlns:a16="http://schemas.microsoft.com/office/drawing/2014/main" id="{72B1B726-0229-4A69-BF4D-5644A3B5D9D1}"/>
              </a:ext>
            </a:extLst>
          </p:cNvPr>
          <p:cNvSpPr>
            <a:spLocks noGrp="1"/>
          </p:cNvSpPr>
          <p:nvPr/>
        </p:nvSpPr>
        <p:spPr>
          <a:xfrm>
            <a:off x="10080577" y="5460946"/>
            <a:ext cx="0" cy="23469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0"/>
                </a:moveTo>
                <a:lnTo>
                  <a:pt x="0" y="26162"/>
                </a:lnTo>
              </a:path>
            </a:pathLst>
          </a:custGeom>
          <a:ln w="5364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140F9206-5939-4AB7-B6FE-87EEBABDC287}"/>
              </a:ext>
            </a:extLst>
          </p:cNvPr>
          <p:cNvSpPr>
            <a:spLocks noGrp="1"/>
          </p:cNvSpPr>
          <p:nvPr/>
        </p:nvSpPr>
        <p:spPr>
          <a:xfrm>
            <a:off x="10409644" y="5460946"/>
            <a:ext cx="0" cy="23469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26162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EA26D606-8DCD-4AA8-932D-DC42C621A145}"/>
              </a:ext>
            </a:extLst>
          </p:cNvPr>
          <p:cNvSpPr>
            <a:spLocks noGrp="1"/>
          </p:cNvSpPr>
          <p:nvPr/>
        </p:nvSpPr>
        <p:spPr>
          <a:xfrm>
            <a:off x="10409644" y="5460946"/>
            <a:ext cx="0" cy="23469"/>
          </a:xfrm>
          <a:custGeom>
            <a:avLst/>
            <a:gdLst/>
            <a:ahLst/>
            <a:cxnLst/>
            <a:rect l="l" t="t" r="r" b="b"/>
            <a:pathLst>
              <a:path h="26670">
                <a:moveTo>
                  <a:pt x="0" y="0"/>
                </a:moveTo>
                <a:lnTo>
                  <a:pt x="0" y="26162"/>
                </a:lnTo>
              </a:path>
            </a:pathLst>
          </a:custGeom>
          <a:ln w="5364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6" name="object 39">
            <a:extLst>
              <a:ext uri="{FF2B5EF4-FFF2-40B4-BE49-F238E27FC236}">
                <a16:creationId xmlns:a16="http://schemas.microsoft.com/office/drawing/2014/main" id="{79DAA93E-1E96-48A0-AFAE-966ABFC2CFF0}"/>
              </a:ext>
            </a:extLst>
          </p:cNvPr>
          <p:cNvSpPr>
            <a:spLocks noGrp="1"/>
          </p:cNvSpPr>
          <p:nvPr/>
        </p:nvSpPr>
        <p:spPr>
          <a:xfrm>
            <a:off x="8083672" y="5041634"/>
            <a:ext cx="22909" cy="0"/>
          </a:xfrm>
          <a:custGeom>
            <a:avLst/>
            <a:gdLst/>
            <a:ahLst/>
            <a:cxnLst/>
            <a:rect l="l" t="t" r="r" b="b"/>
            <a:pathLst>
              <a:path w="26034">
                <a:moveTo>
                  <a:pt x="25590" y="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7" name="object 40">
            <a:extLst>
              <a:ext uri="{FF2B5EF4-FFF2-40B4-BE49-F238E27FC236}">
                <a16:creationId xmlns:a16="http://schemas.microsoft.com/office/drawing/2014/main" id="{16701E70-D18F-4F91-A67C-D39E1DAF4660}"/>
              </a:ext>
            </a:extLst>
          </p:cNvPr>
          <p:cNvSpPr>
            <a:spLocks noGrp="1"/>
          </p:cNvSpPr>
          <p:nvPr/>
        </p:nvSpPr>
        <p:spPr>
          <a:xfrm>
            <a:off x="8083672" y="5041634"/>
            <a:ext cx="22909" cy="0"/>
          </a:xfrm>
          <a:custGeom>
            <a:avLst/>
            <a:gdLst/>
            <a:ahLst/>
            <a:cxnLst/>
            <a:rect l="l" t="t" r="r" b="b"/>
            <a:pathLst>
              <a:path w="26034">
                <a:moveTo>
                  <a:pt x="25590" y="0"/>
                </a:moveTo>
                <a:lnTo>
                  <a:pt x="0" y="0"/>
                </a:lnTo>
              </a:path>
            </a:pathLst>
          </a:custGeom>
          <a:ln w="5364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8" name="object 44">
            <a:extLst>
              <a:ext uri="{FF2B5EF4-FFF2-40B4-BE49-F238E27FC236}">
                <a16:creationId xmlns:a16="http://schemas.microsoft.com/office/drawing/2014/main" id="{6E61770D-4655-497B-86A9-4B5F266902B4}"/>
              </a:ext>
            </a:extLst>
          </p:cNvPr>
          <p:cNvSpPr>
            <a:spLocks noGrp="1"/>
          </p:cNvSpPr>
          <p:nvPr/>
        </p:nvSpPr>
        <p:spPr>
          <a:xfrm>
            <a:off x="8083672" y="4572354"/>
            <a:ext cx="22909" cy="0"/>
          </a:xfrm>
          <a:custGeom>
            <a:avLst/>
            <a:gdLst/>
            <a:ahLst/>
            <a:cxnLst/>
            <a:rect l="l" t="t" r="r" b="b"/>
            <a:pathLst>
              <a:path w="26034">
                <a:moveTo>
                  <a:pt x="25590" y="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9" name="object 45">
            <a:extLst>
              <a:ext uri="{FF2B5EF4-FFF2-40B4-BE49-F238E27FC236}">
                <a16:creationId xmlns:a16="http://schemas.microsoft.com/office/drawing/2014/main" id="{AE665215-9CB9-47C9-84FA-9561D0FA4B93}"/>
              </a:ext>
            </a:extLst>
          </p:cNvPr>
          <p:cNvSpPr>
            <a:spLocks noGrp="1"/>
          </p:cNvSpPr>
          <p:nvPr/>
        </p:nvSpPr>
        <p:spPr>
          <a:xfrm>
            <a:off x="8083672" y="4572354"/>
            <a:ext cx="22909" cy="0"/>
          </a:xfrm>
          <a:custGeom>
            <a:avLst/>
            <a:gdLst/>
            <a:ahLst/>
            <a:cxnLst/>
            <a:rect l="l" t="t" r="r" b="b"/>
            <a:pathLst>
              <a:path w="26034">
                <a:moveTo>
                  <a:pt x="25590" y="0"/>
                </a:moveTo>
                <a:lnTo>
                  <a:pt x="0" y="0"/>
                </a:lnTo>
              </a:path>
            </a:pathLst>
          </a:custGeom>
          <a:ln w="5364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0" name="object 49">
            <a:extLst>
              <a:ext uri="{FF2B5EF4-FFF2-40B4-BE49-F238E27FC236}">
                <a16:creationId xmlns:a16="http://schemas.microsoft.com/office/drawing/2014/main" id="{027FDA25-4997-4141-82B0-3BF2537C1257}"/>
              </a:ext>
            </a:extLst>
          </p:cNvPr>
          <p:cNvSpPr>
            <a:spLocks noGrp="1"/>
          </p:cNvSpPr>
          <p:nvPr/>
        </p:nvSpPr>
        <p:spPr>
          <a:xfrm>
            <a:off x="8083672" y="4103565"/>
            <a:ext cx="22909" cy="0"/>
          </a:xfrm>
          <a:custGeom>
            <a:avLst/>
            <a:gdLst/>
            <a:ahLst/>
            <a:cxnLst/>
            <a:rect l="l" t="t" r="r" b="b"/>
            <a:pathLst>
              <a:path w="26034">
                <a:moveTo>
                  <a:pt x="25590" y="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1" name="object 50">
            <a:extLst>
              <a:ext uri="{FF2B5EF4-FFF2-40B4-BE49-F238E27FC236}">
                <a16:creationId xmlns:a16="http://schemas.microsoft.com/office/drawing/2014/main" id="{88A2F003-04BD-47D1-BBE8-B3B7E2E7C672}"/>
              </a:ext>
            </a:extLst>
          </p:cNvPr>
          <p:cNvSpPr>
            <a:spLocks noGrp="1"/>
          </p:cNvSpPr>
          <p:nvPr/>
        </p:nvSpPr>
        <p:spPr>
          <a:xfrm>
            <a:off x="8083672" y="4103565"/>
            <a:ext cx="22909" cy="0"/>
          </a:xfrm>
          <a:custGeom>
            <a:avLst/>
            <a:gdLst/>
            <a:ahLst/>
            <a:cxnLst/>
            <a:rect l="l" t="t" r="r" b="b"/>
            <a:pathLst>
              <a:path w="26034">
                <a:moveTo>
                  <a:pt x="25590" y="0"/>
                </a:moveTo>
                <a:lnTo>
                  <a:pt x="0" y="0"/>
                </a:lnTo>
              </a:path>
            </a:pathLst>
          </a:custGeom>
          <a:ln w="5364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2" name="object 62">
            <a:extLst>
              <a:ext uri="{FF2B5EF4-FFF2-40B4-BE49-F238E27FC236}">
                <a16:creationId xmlns:a16="http://schemas.microsoft.com/office/drawing/2014/main" id="{9BE7E6E2-FD43-4B45-AC28-A55F6F920E19}"/>
              </a:ext>
            </a:extLst>
          </p:cNvPr>
          <p:cNvSpPr>
            <a:spLocks noGrp="1"/>
          </p:cNvSpPr>
          <p:nvPr/>
        </p:nvSpPr>
        <p:spPr>
          <a:xfrm>
            <a:off x="8106191" y="5076906"/>
            <a:ext cx="2303932" cy="310134"/>
          </a:xfrm>
          <a:custGeom>
            <a:avLst/>
            <a:gdLst/>
            <a:ahLst/>
            <a:cxnLst/>
            <a:rect l="l" t="t" r="r" b="b"/>
            <a:pathLst>
              <a:path w="2618104" h="352425">
                <a:moveTo>
                  <a:pt x="0" y="0"/>
                </a:moveTo>
                <a:lnTo>
                  <a:pt x="373938" y="0"/>
                </a:lnTo>
                <a:lnTo>
                  <a:pt x="747877" y="2781"/>
                </a:lnTo>
                <a:lnTo>
                  <a:pt x="1121816" y="10020"/>
                </a:lnTo>
                <a:lnTo>
                  <a:pt x="1495742" y="109105"/>
                </a:lnTo>
                <a:lnTo>
                  <a:pt x="1869681" y="225996"/>
                </a:lnTo>
                <a:lnTo>
                  <a:pt x="2243620" y="352361"/>
                </a:lnTo>
                <a:lnTo>
                  <a:pt x="2617558" y="352361"/>
                </a:lnTo>
              </a:path>
            </a:pathLst>
          </a:custGeom>
          <a:ln w="19591">
            <a:solidFill>
              <a:srgbClr val="00BBE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3" name="object 63">
            <a:extLst>
              <a:ext uri="{FF2B5EF4-FFF2-40B4-BE49-F238E27FC236}">
                <a16:creationId xmlns:a16="http://schemas.microsoft.com/office/drawing/2014/main" id="{A812E646-6F2B-4ED3-AECF-02C9D0FA8C07}"/>
              </a:ext>
            </a:extLst>
          </p:cNvPr>
          <p:cNvSpPr>
            <a:spLocks noGrp="1"/>
          </p:cNvSpPr>
          <p:nvPr/>
        </p:nvSpPr>
        <p:spPr>
          <a:xfrm>
            <a:off x="8106191" y="5057314"/>
            <a:ext cx="20116" cy="39674"/>
          </a:xfrm>
          <a:custGeom>
            <a:avLst/>
            <a:gdLst/>
            <a:ahLst/>
            <a:cxnLst/>
            <a:rect l="l" t="t" r="r" b="b"/>
            <a:pathLst>
              <a:path w="22859" h="45085">
                <a:moveTo>
                  <a:pt x="0" y="44526"/>
                </a:moveTo>
                <a:lnTo>
                  <a:pt x="0" y="0"/>
                </a:lnTo>
                <a:lnTo>
                  <a:pt x="22263" y="0"/>
                </a:lnTo>
                <a:lnTo>
                  <a:pt x="0" y="44526"/>
                </a:lnTo>
                <a:close/>
              </a:path>
            </a:pathLst>
          </a:custGeom>
          <a:solidFill>
            <a:srgbClr val="00BBE3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4" name="object 64">
            <a:extLst>
              <a:ext uri="{FF2B5EF4-FFF2-40B4-BE49-F238E27FC236}">
                <a16:creationId xmlns:a16="http://schemas.microsoft.com/office/drawing/2014/main" id="{D1980E61-055B-42BF-8CA9-7C85C9539C61}"/>
              </a:ext>
            </a:extLst>
          </p:cNvPr>
          <p:cNvSpPr>
            <a:spLocks noGrp="1"/>
          </p:cNvSpPr>
          <p:nvPr/>
        </p:nvSpPr>
        <p:spPr>
          <a:xfrm>
            <a:off x="8106191" y="5057314"/>
            <a:ext cx="20116" cy="39674"/>
          </a:xfrm>
          <a:custGeom>
            <a:avLst/>
            <a:gdLst/>
            <a:ahLst/>
            <a:cxnLst/>
            <a:rect l="l" t="t" r="r" b="b"/>
            <a:pathLst>
              <a:path w="22859" h="45085">
                <a:moveTo>
                  <a:pt x="0" y="44526"/>
                </a:moveTo>
                <a:lnTo>
                  <a:pt x="22263" y="0"/>
                </a:lnTo>
                <a:lnTo>
                  <a:pt x="0" y="0"/>
                </a:lnTo>
              </a:path>
            </a:pathLst>
          </a:custGeom>
          <a:ln w="6369">
            <a:solidFill>
              <a:srgbClr val="00BBE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5" name="object 65">
            <a:extLst>
              <a:ext uri="{FF2B5EF4-FFF2-40B4-BE49-F238E27FC236}">
                <a16:creationId xmlns:a16="http://schemas.microsoft.com/office/drawing/2014/main" id="{C64D54AC-C706-4134-933E-3A94CF029A81}"/>
              </a:ext>
            </a:extLst>
          </p:cNvPr>
          <p:cNvSpPr>
            <a:spLocks noGrp="1"/>
          </p:cNvSpPr>
          <p:nvPr/>
        </p:nvSpPr>
        <p:spPr>
          <a:xfrm>
            <a:off x="8415678" y="5057806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50" y="44526"/>
                </a:moveTo>
                <a:lnTo>
                  <a:pt x="0" y="0"/>
                </a:lnTo>
                <a:lnTo>
                  <a:pt x="44513" y="0"/>
                </a:lnTo>
                <a:lnTo>
                  <a:pt x="22250" y="44526"/>
                </a:lnTo>
                <a:close/>
              </a:path>
            </a:pathLst>
          </a:custGeom>
          <a:solidFill>
            <a:srgbClr val="00BBE3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6" name="object 66">
            <a:extLst>
              <a:ext uri="{FF2B5EF4-FFF2-40B4-BE49-F238E27FC236}">
                <a16:creationId xmlns:a16="http://schemas.microsoft.com/office/drawing/2014/main" id="{8A712B73-799E-4483-A818-837454E87D47}"/>
              </a:ext>
            </a:extLst>
          </p:cNvPr>
          <p:cNvSpPr>
            <a:spLocks noGrp="1"/>
          </p:cNvSpPr>
          <p:nvPr/>
        </p:nvSpPr>
        <p:spPr>
          <a:xfrm>
            <a:off x="8415678" y="5057806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50" y="44526"/>
                </a:moveTo>
                <a:lnTo>
                  <a:pt x="44513" y="0"/>
                </a:lnTo>
                <a:lnTo>
                  <a:pt x="0" y="0"/>
                </a:lnTo>
                <a:lnTo>
                  <a:pt x="22250" y="44526"/>
                </a:lnTo>
              </a:path>
            </a:pathLst>
          </a:custGeom>
          <a:ln w="6369">
            <a:solidFill>
              <a:srgbClr val="00BBE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7" name="object 67">
            <a:extLst>
              <a:ext uri="{FF2B5EF4-FFF2-40B4-BE49-F238E27FC236}">
                <a16:creationId xmlns:a16="http://schemas.microsoft.com/office/drawing/2014/main" id="{847E128B-671A-4487-8AF6-B065A31DA33F}"/>
              </a:ext>
            </a:extLst>
          </p:cNvPr>
          <p:cNvSpPr>
            <a:spLocks noGrp="1"/>
          </p:cNvSpPr>
          <p:nvPr/>
        </p:nvSpPr>
        <p:spPr>
          <a:xfrm>
            <a:off x="8744733" y="5059761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63" y="44526"/>
                </a:moveTo>
                <a:lnTo>
                  <a:pt x="0" y="0"/>
                </a:lnTo>
                <a:lnTo>
                  <a:pt x="44513" y="0"/>
                </a:lnTo>
                <a:lnTo>
                  <a:pt x="22263" y="44526"/>
                </a:lnTo>
                <a:close/>
              </a:path>
            </a:pathLst>
          </a:custGeom>
          <a:solidFill>
            <a:srgbClr val="00BBE3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8" name="object 68">
            <a:extLst>
              <a:ext uri="{FF2B5EF4-FFF2-40B4-BE49-F238E27FC236}">
                <a16:creationId xmlns:a16="http://schemas.microsoft.com/office/drawing/2014/main" id="{79C61B74-825E-446D-95C2-E6EB3CA557C1}"/>
              </a:ext>
            </a:extLst>
          </p:cNvPr>
          <p:cNvSpPr>
            <a:spLocks noGrp="1"/>
          </p:cNvSpPr>
          <p:nvPr/>
        </p:nvSpPr>
        <p:spPr>
          <a:xfrm>
            <a:off x="8744733" y="5059761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63" y="44526"/>
                </a:moveTo>
                <a:lnTo>
                  <a:pt x="44513" y="0"/>
                </a:lnTo>
                <a:lnTo>
                  <a:pt x="0" y="0"/>
                </a:lnTo>
                <a:lnTo>
                  <a:pt x="22263" y="44526"/>
                </a:lnTo>
              </a:path>
            </a:pathLst>
          </a:custGeom>
          <a:ln w="6369">
            <a:solidFill>
              <a:srgbClr val="00BBE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9" name="object 69">
            <a:extLst>
              <a:ext uri="{FF2B5EF4-FFF2-40B4-BE49-F238E27FC236}">
                <a16:creationId xmlns:a16="http://schemas.microsoft.com/office/drawing/2014/main" id="{F94AD9EB-A758-4142-8AF7-BA72BE276F60}"/>
              </a:ext>
            </a:extLst>
          </p:cNvPr>
          <p:cNvSpPr>
            <a:spLocks noGrp="1"/>
          </p:cNvSpPr>
          <p:nvPr/>
        </p:nvSpPr>
        <p:spPr>
          <a:xfrm>
            <a:off x="9073799" y="5066132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63" y="44526"/>
                </a:moveTo>
                <a:lnTo>
                  <a:pt x="0" y="0"/>
                </a:lnTo>
                <a:lnTo>
                  <a:pt x="44513" y="0"/>
                </a:lnTo>
                <a:lnTo>
                  <a:pt x="22263" y="44526"/>
                </a:lnTo>
                <a:close/>
              </a:path>
            </a:pathLst>
          </a:custGeom>
          <a:solidFill>
            <a:srgbClr val="00BBE3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50" name="object 70">
            <a:extLst>
              <a:ext uri="{FF2B5EF4-FFF2-40B4-BE49-F238E27FC236}">
                <a16:creationId xmlns:a16="http://schemas.microsoft.com/office/drawing/2014/main" id="{BC7B7170-64F5-4E2E-B4E6-0FB0DA92AEEE}"/>
              </a:ext>
            </a:extLst>
          </p:cNvPr>
          <p:cNvSpPr>
            <a:spLocks noGrp="1"/>
          </p:cNvSpPr>
          <p:nvPr/>
        </p:nvSpPr>
        <p:spPr>
          <a:xfrm>
            <a:off x="9073799" y="5066132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63" y="44526"/>
                </a:moveTo>
                <a:lnTo>
                  <a:pt x="44513" y="0"/>
                </a:lnTo>
                <a:lnTo>
                  <a:pt x="0" y="0"/>
                </a:lnTo>
                <a:lnTo>
                  <a:pt x="22263" y="44526"/>
                </a:lnTo>
              </a:path>
            </a:pathLst>
          </a:custGeom>
          <a:ln w="6369">
            <a:solidFill>
              <a:srgbClr val="00BBE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51" name="object 71">
            <a:extLst>
              <a:ext uri="{FF2B5EF4-FFF2-40B4-BE49-F238E27FC236}">
                <a16:creationId xmlns:a16="http://schemas.microsoft.com/office/drawing/2014/main" id="{81EEA50D-27C0-4A64-AB3D-BC74D1DF3A35}"/>
              </a:ext>
            </a:extLst>
          </p:cNvPr>
          <p:cNvSpPr>
            <a:spLocks noGrp="1"/>
          </p:cNvSpPr>
          <p:nvPr/>
        </p:nvSpPr>
        <p:spPr>
          <a:xfrm>
            <a:off x="9402864" y="5153327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50" y="44526"/>
                </a:moveTo>
                <a:lnTo>
                  <a:pt x="0" y="0"/>
                </a:lnTo>
                <a:lnTo>
                  <a:pt x="44513" y="0"/>
                </a:lnTo>
                <a:lnTo>
                  <a:pt x="22250" y="44526"/>
                </a:lnTo>
                <a:close/>
              </a:path>
            </a:pathLst>
          </a:custGeom>
          <a:solidFill>
            <a:srgbClr val="00BBE3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52" name="object 72">
            <a:extLst>
              <a:ext uri="{FF2B5EF4-FFF2-40B4-BE49-F238E27FC236}">
                <a16:creationId xmlns:a16="http://schemas.microsoft.com/office/drawing/2014/main" id="{68F7F5A8-6D1F-4C79-A694-AC4D1F094AF0}"/>
              </a:ext>
            </a:extLst>
          </p:cNvPr>
          <p:cNvSpPr>
            <a:spLocks noGrp="1"/>
          </p:cNvSpPr>
          <p:nvPr/>
        </p:nvSpPr>
        <p:spPr>
          <a:xfrm>
            <a:off x="9402864" y="5153327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50" y="44526"/>
                </a:moveTo>
                <a:lnTo>
                  <a:pt x="44513" y="0"/>
                </a:lnTo>
                <a:lnTo>
                  <a:pt x="0" y="0"/>
                </a:lnTo>
                <a:lnTo>
                  <a:pt x="22250" y="44526"/>
                </a:lnTo>
              </a:path>
            </a:pathLst>
          </a:custGeom>
          <a:ln w="6369">
            <a:solidFill>
              <a:srgbClr val="00BBE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53" name="object 73">
            <a:extLst>
              <a:ext uri="{FF2B5EF4-FFF2-40B4-BE49-F238E27FC236}">
                <a16:creationId xmlns:a16="http://schemas.microsoft.com/office/drawing/2014/main" id="{5C94AE84-4E78-442A-A37A-93F0F02AC3F9}"/>
              </a:ext>
            </a:extLst>
          </p:cNvPr>
          <p:cNvSpPr>
            <a:spLocks noGrp="1"/>
          </p:cNvSpPr>
          <p:nvPr/>
        </p:nvSpPr>
        <p:spPr>
          <a:xfrm>
            <a:off x="9731931" y="5256191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50" y="44538"/>
                </a:moveTo>
                <a:lnTo>
                  <a:pt x="0" y="0"/>
                </a:lnTo>
                <a:lnTo>
                  <a:pt x="44513" y="0"/>
                </a:lnTo>
                <a:lnTo>
                  <a:pt x="22250" y="44538"/>
                </a:lnTo>
                <a:close/>
              </a:path>
            </a:pathLst>
          </a:custGeom>
          <a:solidFill>
            <a:srgbClr val="00BBE3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54" name="object 74">
            <a:extLst>
              <a:ext uri="{FF2B5EF4-FFF2-40B4-BE49-F238E27FC236}">
                <a16:creationId xmlns:a16="http://schemas.microsoft.com/office/drawing/2014/main" id="{FE9EE27F-ECC9-4EA8-A0D1-F710ECB5579A}"/>
              </a:ext>
            </a:extLst>
          </p:cNvPr>
          <p:cNvSpPr>
            <a:spLocks noGrp="1"/>
          </p:cNvSpPr>
          <p:nvPr/>
        </p:nvSpPr>
        <p:spPr>
          <a:xfrm>
            <a:off x="9731931" y="5256191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50" y="44538"/>
                </a:moveTo>
                <a:lnTo>
                  <a:pt x="44513" y="0"/>
                </a:lnTo>
                <a:lnTo>
                  <a:pt x="0" y="0"/>
                </a:lnTo>
                <a:lnTo>
                  <a:pt x="22250" y="44538"/>
                </a:lnTo>
              </a:path>
            </a:pathLst>
          </a:custGeom>
          <a:ln w="6369">
            <a:solidFill>
              <a:srgbClr val="00BBE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55" name="object 75">
            <a:extLst>
              <a:ext uri="{FF2B5EF4-FFF2-40B4-BE49-F238E27FC236}">
                <a16:creationId xmlns:a16="http://schemas.microsoft.com/office/drawing/2014/main" id="{DC9B7E80-000B-467D-AD4C-04DCB688677D}"/>
              </a:ext>
            </a:extLst>
          </p:cNvPr>
          <p:cNvSpPr>
            <a:spLocks noGrp="1"/>
          </p:cNvSpPr>
          <p:nvPr/>
        </p:nvSpPr>
        <p:spPr>
          <a:xfrm>
            <a:off x="10060986" y="5367392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63" y="44526"/>
                </a:moveTo>
                <a:lnTo>
                  <a:pt x="0" y="0"/>
                </a:lnTo>
                <a:lnTo>
                  <a:pt x="44526" y="0"/>
                </a:lnTo>
                <a:lnTo>
                  <a:pt x="22263" y="44526"/>
                </a:lnTo>
                <a:close/>
              </a:path>
            </a:pathLst>
          </a:custGeom>
          <a:solidFill>
            <a:srgbClr val="00BBE3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56" name="object 76">
            <a:extLst>
              <a:ext uri="{FF2B5EF4-FFF2-40B4-BE49-F238E27FC236}">
                <a16:creationId xmlns:a16="http://schemas.microsoft.com/office/drawing/2014/main" id="{2694D491-2BC9-4E9E-AC00-673C8A9788F4}"/>
              </a:ext>
            </a:extLst>
          </p:cNvPr>
          <p:cNvSpPr>
            <a:spLocks noGrp="1"/>
          </p:cNvSpPr>
          <p:nvPr/>
        </p:nvSpPr>
        <p:spPr>
          <a:xfrm>
            <a:off x="10060986" y="5367392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63" y="44526"/>
                </a:moveTo>
                <a:lnTo>
                  <a:pt x="44526" y="0"/>
                </a:lnTo>
                <a:lnTo>
                  <a:pt x="0" y="0"/>
                </a:lnTo>
                <a:lnTo>
                  <a:pt x="22263" y="44526"/>
                </a:lnTo>
              </a:path>
            </a:pathLst>
          </a:custGeom>
          <a:ln w="6369">
            <a:solidFill>
              <a:srgbClr val="00BBE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57" name="object 77">
            <a:extLst>
              <a:ext uri="{FF2B5EF4-FFF2-40B4-BE49-F238E27FC236}">
                <a16:creationId xmlns:a16="http://schemas.microsoft.com/office/drawing/2014/main" id="{348720CF-F8D0-451A-93EF-EC7C580337D8}"/>
              </a:ext>
            </a:extLst>
          </p:cNvPr>
          <p:cNvSpPr>
            <a:spLocks noGrp="1"/>
          </p:cNvSpPr>
          <p:nvPr/>
        </p:nvSpPr>
        <p:spPr>
          <a:xfrm>
            <a:off x="10390052" y="5367392"/>
            <a:ext cx="24028" cy="39674"/>
          </a:xfrm>
          <a:custGeom>
            <a:avLst/>
            <a:gdLst/>
            <a:ahLst/>
            <a:cxnLst/>
            <a:rect l="l" t="t" r="r" b="b"/>
            <a:pathLst>
              <a:path w="27304" h="45085">
                <a:moveTo>
                  <a:pt x="22263" y="44526"/>
                </a:moveTo>
                <a:lnTo>
                  <a:pt x="0" y="0"/>
                </a:lnTo>
                <a:lnTo>
                  <a:pt x="26708" y="0"/>
                </a:lnTo>
                <a:lnTo>
                  <a:pt x="26708" y="35631"/>
                </a:lnTo>
                <a:lnTo>
                  <a:pt x="22263" y="44526"/>
                </a:lnTo>
                <a:close/>
              </a:path>
            </a:pathLst>
          </a:custGeom>
          <a:solidFill>
            <a:srgbClr val="00BBE3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58" name="object 78">
            <a:extLst>
              <a:ext uri="{FF2B5EF4-FFF2-40B4-BE49-F238E27FC236}">
                <a16:creationId xmlns:a16="http://schemas.microsoft.com/office/drawing/2014/main" id="{C33FB988-652A-45C8-97BB-CDDA69CAEA59}"/>
              </a:ext>
            </a:extLst>
          </p:cNvPr>
          <p:cNvSpPr>
            <a:spLocks noGrp="1"/>
          </p:cNvSpPr>
          <p:nvPr/>
        </p:nvSpPr>
        <p:spPr>
          <a:xfrm>
            <a:off x="10390052" y="5367392"/>
            <a:ext cx="24028" cy="39674"/>
          </a:xfrm>
          <a:custGeom>
            <a:avLst/>
            <a:gdLst/>
            <a:ahLst/>
            <a:cxnLst/>
            <a:rect l="l" t="t" r="r" b="b"/>
            <a:pathLst>
              <a:path w="27304" h="45085">
                <a:moveTo>
                  <a:pt x="26708" y="0"/>
                </a:moveTo>
                <a:lnTo>
                  <a:pt x="0" y="0"/>
                </a:lnTo>
                <a:lnTo>
                  <a:pt x="22263" y="44526"/>
                </a:lnTo>
                <a:lnTo>
                  <a:pt x="26708" y="35631"/>
                </a:lnTo>
              </a:path>
            </a:pathLst>
          </a:custGeom>
          <a:ln w="6369">
            <a:solidFill>
              <a:srgbClr val="00BBE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59" name="object 79">
            <a:extLst>
              <a:ext uri="{FF2B5EF4-FFF2-40B4-BE49-F238E27FC236}">
                <a16:creationId xmlns:a16="http://schemas.microsoft.com/office/drawing/2014/main" id="{F4BD8F8F-C226-4EC2-B92E-AB65EA862DAD}"/>
              </a:ext>
            </a:extLst>
          </p:cNvPr>
          <p:cNvSpPr>
            <a:spLocks noGrp="1"/>
          </p:cNvSpPr>
          <p:nvPr/>
        </p:nvSpPr>
        <p:spPr>
          <a:xfrm>
            <a:off x="8106191" y="3912031"/>
            <a:ext cx="2303932" cy="732586"/>
          </a:xfrm>
          <a:custGeom>
            <a:avLst/>
            <a:gdLst/>
            <a:ahLst/>
            <a:cxnLst/>
            <a:rect l="l" t="t" r="r" b="b"/>
            <a:pathLst>
              <a:path w="2618104" h="832485">
                <a:moveTo>
                  <a:pt x="0" y="832192"/>
                </a:moveTo>
                <a:lnTo>
                  <a:pt x="373938" y="50101"/>
                </a:lnTo>
                <a:lnTo>
                  <a:pt x="747877" y="0"/>
                </a:lnTo>
                <a:lnTo>
                  <a:pt x="1121816" y="2235"/>
                </a:lnTo>
                <a:lnTo>
                  <a:pt x="1495742" y="5575"/>
                </a:lnTo>
                <a:lnTo>
                  <a:pt x="1869681" y="2235"/>
                </a:lnTo>
                <a:lnTo>
                  <a:pt x="2243620" y="8356"/>
                </a:lnTo>
                <a:lnTo>
                  <a:pt x="2617558" y="6134"/>
                </a:lnTo>
              </a:path>
            </a:pathLst>
          </a:custGeom>
          <a:ln w="19591">
            <a:solidFill>
              <a:srgbClr val="79C14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60" name="object 80">
            <a:extLst>
              <a:ext uri="{FF2B5EF4-FFF2-40B4-BE49-F238E27FC236}">
                <a16:creationId xmlns:a16="http://schemas.microsoft.com/office/drawing/2014/main" id="{99FAA526-8017-496D-BB95-22C4D83CB891}"/>
              </a:ext>
            </a:extLst>
          </p:cNvPr>
          <p:cNvSpPr>
            <a:spLocks noGrp="1"/>
          </p:cNvSpPr>
          <p:nvPr/>
        </p:nvSpPr>
        <p:spPr>
          <a:xfrm>
            <a:off x="8106191" y="4624769"/>
            <a:ext cx="20116" cy="39674"/>
          </a:xfrm>
          <a:custGeom>
            <a:avLst/>
            <a:gdLst/>
            <a:ahLst/>
            <a:cxnLst/>
            <a:rect l="l" t="t" r="r" b="b"/>
            <a:pathLst>
              <a:path w="22859" h="45085">
                <a:moveTo>
                  <a:pt x="0" y="44538"/>
                </a:moveTo>
                <a:lnTo>
                  <a:pt x="0" y="0"/>
                </a:lnTo>
                <a:lnTo>
                  <a:pt x="22263" y="0"/>
                </a:lnTo>
                <a:lnTo>
                  <a:pt x="0" y="44538"/>
                </a:lnTo>
                <a:close/>
              </a:path>
            </a:pathLst>
          </a:custGeom>
          <a:solidFill>
            <a:srgbClr val="79C143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61" name="object 81">
            <a:extLst>
              <a:ext uri="{FF2B5EF4-FFF2-40B4-BE49-F238E27FC236}">
                <a16:creationId xmlns:a16="http://schemas.microsoft.com/office/drawing/2014/main" id="{FD15ECA0-FC50-499C-8EEF-E528CFA6B9C3}"/>
              </a:ext>
            </a:extLst>
          </p:cNvPr>
          <p:cNvSpPr>
            <a:spLocks noGrp="1"/>
          </p:cNvSpPr>
          <p:nvPr/>
        </p:nvSpPr>
        <p:spPr>
          <a:xfrm>
            <a:off x="8106191" y="4624769"/>
            <a:ext cx="20116" cy="39674"/>
          </a:xfrm>
          <a:custGeom>
            <a:avLst/>
            <a:gdLst/>
            <a:ahLst/>
            <a:cxnLst/>
            <a:rect l="l" t="t" r="r" b="b"/>
            <a:pathLst>
              <a:path w="22859" h="45085">
                <a:moveTo>
                  <a:pt x="0" y="44538"/>
                </a:moveTo>
                <a:lnTo>
                  <a:pt x="22263" y="0"/>
                </a:lnTo>
                <a:lnTo>
                  <a:pt x="0" y="0"/>
                </a:lnTo>
              </a:path>
            </a:pathLst>
          </a:custGeom>
          <a:ln w="6369">
            <a:solidFill>
              <a:srgbClr val="79C14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62" name="object 82">
            <a:extLst>
              <a:ext uri="{FF2B5EF4-FFF2-40B4-BE49-F238E27FC236}">
                <a16:creationId xmlns:a16="http://schemas.microsoft.com/office/drawing/2014/main" id="{5F0032FC-AF64-413C-B95C-01517B328B2C}"/>
              </a:ext>
            </a:extLst>
          </p:cNvPr>
          <p:cNvSpPr>
            <a:spLocks noGrp="1"/>
          </p:cNvSpPr>
          <p:nvPr/>
        </p:nvSpPr>
        <p:spPr>
          <a:xfrm>
            <a:off x="8415678" y="3936528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50" y="44526"/>
                </a:moveTo>
                <a:lnTo>
                  <a:pt x="0" y="0"/>
                </a:lnTo>
                <a:lnTo>
                  <a:pt x="44513" y="0"/>
                </a:lnTo>
                <a:lnTo>
                  <a:pt x="22250" y="44526"/>
                </a:lnTo>
                <a:close/>
              </a:path>
            </a:pathLst>
          </a:custGeom>
          <a:solidFill>
            <a:srgbClr val="79C143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63" name="object 83">
            <a:extLst>
              <a:ext uri="{FF2B5EF4-FFF2-40B4-BE49-F238E27FC236}">
                <a16:creationId xmlns:a16="http://schemas.microsoft.com/office/drawing/2014/main" id="{EDB6AADE-7823-49DF-8C2E-CDE6FA3994D8}"/>
              </a:ext>
            </a:extLst>
          </p:cNvPr>
          <p:cNvSpPr>
            <a:spLocks noGrp="1"/>
          </p:cNvSpPr>
          <p:nvPr/>
        </p:nvSpPr>
        <p:spPr>
          <a:xfrm>
            <a:off x="8415678" y="3936528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50" y="44526"/>
                </a:moveTo>
                <a:lnTo>
                  <a:pt x="44513" y="0"/>
                </a:lnTo>
                <a:lnTo>
                  <a:pt x="0" y="0"/>
                </a:lnTo>
                <a:lnTo>
                  <a:pt x="22250" y="44526"/>
                </a:lnTo>
              </a:path>
            </a:pathLst>
          </a:custGeom>
          <a:ln w="6369">
            <a:solidFill>
              <a:srgbClr val="79C14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64" name="object 84">
            <a:extLst>
              <a:ext uri="{FF2B5EF4-FFF2-40B4-BE49-F238E27FC236}">
                <a16:creationId xmlns:a16="http://schemas.microsoft.com/office/drawing/2014/main" id="{E2CEC0A5-4DE4-4C42-AD08-0EBEDD559284}"/>
              </a:ext>
            </a:extLst>
          </p:cNvPr>
          <p:cNvSpPr>
            <a:spLocks noGrp="1"/>
          </p:cNvSpPr>
          <p:nvPr/>
        </p:nvSpPr>
        <p:spPr>
          <a:xfrm>
            <a:off x="8744733" y="3892439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63" y="44538"/>
                </a:moveTo>
                <a:lnTo>
                  <a:pt x="0" y="0"/>
                </a:lnTo>
                <a:lnTo>
                  <a:pt x="44513" y="0"/>
                </a:lnTo>
                <a:lnTo>
                  <a:pt x="22263" y="44538"/>
                </a:lnTo>
                <a:close/>
              </a:path>
            </a:pathLst>
          </a:custGeom>
          <a:solidFill>
            <a:srgbClr val="79C143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65" name="object 85">
            <a:extLst>
              <a:ext uri="{FF2B5EF4-FFF2-40B4-BE49-F238E27FC236}">
                <a16:creationId xmlns:a16="http://schemas.microsoft.com/office/drawing/2014/main" id="{E1A4E9BD-F7B6-4074-8036-7805E640C945}"/>
              </a:ext>
            </a:extLst>
          </p:cNvPr>
          <p:cNvSpPr>
            <a:spLocks noGrp="1"/>
          </p:cNvSpPr>
          <p:nvPr/>
        </p:nvSpPr>
        <p:spPr>
          <a:xfrm>
            <a:off x="8744733" y="3892439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63" y="44538"/>
                </a:moveTo>
                <a:lnTo>
                  <a:pt x="44513" y="0"/>
                </a:lnTo>
                <a:lnTo>
                  <a:pt x="0" y="0"/>
                </a:lnTo>
                <a:lnTo>
                  <a:pt x="22263" y="44538"/>
                </a:lnTo>
              </a:path>
            </a:pathLst>
          </a:custGeom>
          <a:ln w="6369">
            <a:solidFill>
              <a:srgbClr val="79C14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66" name="object 86">
            <a:extLst>
              <a:ext uri="{FF2B5EF4-FFF2-40B4-BE49-F238E27FC236}">
                <a16:creationId xmlns:a16="http://schemas.microsoft.com/office/drawing/2014/main" id="{7D7015E4-0ED6-4360-9E96-81D6DB954560}"/>
              </a:ext>
            </a:extLst>
          </p:cNvPr>
          <p:cNvSpPr>
            <a:spLocks noGrp="1"/>
          </p:cNvSpPr>
          <p:nvPr/>
        </p:nvSpPr>
        <p:spPr>
          <a:xfrm>
            <a:off x="9073799" y="3894406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63" y="44526"/>
                </a:moveTo>
                <a:lnTo>
                  <a:pt x="0" y="0"/>
                </a:lnTo>
                <a:lnTo>
                  <a:pt x="44513" y="0"/>
                </a:lnTo>
                <a:lnTo>
                  <a:pt x="22263" y="44526"/>
                </a:lnTo>
                <a:close/>
              </a:path>
            </a:pathLst>
          </a:custGeom>
          <a:solidFill>
            <a:srgbClr val="79C143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67" name="object 87">
            <a:extLst>
              <a:ext uri="{FF2B5EF4-FFF2-40B4-BE49-F238E27FC236}">
                <a16:creationId xmlns:a16="http://schemas.microsoft.com/office/drawing/2014/main" id="{14D609B0-923E-4895-B72E-BA6DF068FE60}"/>
              </a:ext>
            </a:extLst>
          </p:cNvPr>
          <p:cNvSpPr>
            <a:spLocks noGrp="1"/>
          </p:cNvSpPr>
          <p:nvPr/>
        </p:nvSpPr>
        <p:spPr>
          <a:xfrm>
            <a:off x="9073799" y="3894406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63" y="44526"/>
                </a:moveTo>
                <a:lnTo>
                  <a:pt x="44513" y="0"/>
                </a:lnTo>
                <a:lnTo>
                  <a:pt x="0" y="0"/>
                </a:lnTo>
                <a:lnTo>
                  <a:pt x="22263" y="44526"/>
                </a:lnTo>
              </a:path>
            </a:pathLst>
          </a:custGeom>
          <a:ln w="6369">
            <a:solidFill>
              <a:srgbClr val="79C14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68" name="object 88">
            <a:extLst>
              <a:ext uri="{FF2B5EF4-FFF2-40B4-BE49-F238E27FC236}">
                <a16:creationId xmlns:a16="http://schemas.microsoft.com/office/drawing/2014/main" id="{1A8A1105-986A-4CC5-A0F0-3928FA693D4B}"/>
              </a:ext>
            </a:extLst>
          </p:cNvPr>
          <p:cNvSpPr>
            <a:spLocks noGrp="1"/>
          </p:cNvSpPr>
          <p:nvPr/>
        </p:nvSpPr>
        <p:spPr>
          <a:xfrm>
            <a:off x="9402864" y="3897345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50" y="44526"/>
                </a:moveTo>
                <a:lnTo>
                  <a:pt x="0" y="0"/>
                </a:lnTo>
                <a:lnTo>
                  <a:pt x="44513" y="0"/>
                </a:lnTo>
                <a:lnTo>
                  <a:pt x="22250" y="44526"/>
                </a:lnTo>
                <a:close/>
              </a:path>
            </a:pathLst>
          </a:custGeom>
          <a:solidFill>
            <a:srgbClr val="79C143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69" name="object 89">
            <a:extLst>
              <a:ext uri="{FF2B5EF4-FFF2-40B4-BE49-F238E27FC236}">
                <a16:creationId xmlns:a16="http://schemas.microsoft.com/office/drawing/2014/main" id="{A0CEB67C-4A4B-450A-B728-39F38D06E6A5}"/>
              </a:ext>
            </a:extLst>
          </p:cNvPr>
          <p:cNvSpPr>
            <a:spLocks noGrp="1"/>
          </p:cNvSpPr>
          <p:nvPr/>
        </p:nvSpPr>
        <p:spPr>
          <a:xfrm>
            <a:off x="9402864" y="3897345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50" y="44526"/>
                </a:moveTo>
                <a:lnTo>
                  <a:pt x="44513" y="0"/>
                </a:lnTo>
                <a:lnTo>
                  <a:pt x="0" y="0"/>
                </a:lnTo>
                <a:lnTo>
                  <a:pt x="22250" y="44526"/>
                </a:lnTo>
              </a:path>
            </a:pathLst>
          </a:custGeom>
          <a:ln w="6369">
            <a:solidFill>
              <a:srgbClr val="79C14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70" name="object 90">
            <a:extLst>
              <a:ext uri="{FF2B5EF4-FFF2-40B4-BE49-F238E27FC236}">
                <a16:creationId xmlns:a16="http://schemas.microsoft.com/office/drawing/2014/main" id="{10351545-A0AA-41B9-8764-85D19452A46A}"/>
              </a:ext>
            </a:extLst>
          </p:cNvPr>
          <p:cNvSpPr>
            <a:spLocks noGrp="1"/>
          </p:cNvSpPr>
          <p:nvPr/>
        </p:nvSpPr>
        <p:spPr>
          <a:xfrm>
            <a:off x="9731931" y="3894406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50" y="44526"/>
                </a:moveTo>
                <a:lnTo>
                  <a:pt x="0" y="0"/>
                </a:lnTo>
                <a:lnTo>
                  <a:pt x="44513" y="0"/>
                </a:lnTo>
                <a:lnTo>
                  <a:pt x="22250" y="44526"/>
                </a:lnTo>
                <a:close/>
              </a:path>
            </a:pathLst>
          </a:custGeom>
          <a:solidFill>
            <a:srgbClr val="79C143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71" name="object 91">
            <a:extLst>
              <a:ext uri="{FF2B5EF4-FFF2-40B4-BE49-F238E27FC236}">
                <a16:creationId xmlns:a16="http://schemas.microsoft.com/office/drawing/2014/main" id="{3296B4A1-3843-4428-B53B-D0750F3F52F3}"/>
              </a:ext>
            </a:extLst>
          </p:cNvPr>
          <p:cNvSpPr>
            <a:spLocks noGrp="1"/>
          </p:cNvSpPr>
          <p:nvPr/>
        </p:nvSpPr>
        <p:spPr>
          <a:xfrm>
            <a:off x="9731931" y="3894406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50" y="44526"/>
                </a:moveTo>
                <a:lnTo>
                  <a:pt x="44513" y="0"/>
                </a:lnTo>
                <a:lnTo>
                  <a:pt x="0" y="0"/>
                </a:lnTo>
                <a:lnTo>
                  <a:pt x="22250" y="44526"/>
                </a:lnTo>
              </a:path>
            </a:pathLst>
          </a:custGeom>
          <a:ln w="6369">
            <a:solidFill>
              <a:srgbClr val="79C14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72" name="object 92">
            <a:extLst>
              <a:ext uri="{FF2B5EF4-FFF2-40B4-BE49-F238E27FC236}">
                <a16:creationId xmlns:a16="http://schemas.microsoft.com/office/drawing/2014/main" id="{053DDA05-EEB9-4B59-9316-FE674D768520}"/>
              </a:ext>
            </a:extLst>
          </p:cNvPr>
          <p:cNvSpPr>
            <a:spLocks noGrp="1"/>
          </p:cNvSpPr>
          <p:nvPr/>
        </p:nvSpPr>
        <p:spPr>
          <a:xfrm>
            <a:off x="10060986" y="3899793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63" y="44526"/>
                </a:moveTo>
                <a:lnTo>
                  <a:pt x="0" y="0"/>
                </a:lnTo>
                <a:lnTo>
                  <a:pt x="44526" y="0"/>
                </a:lnTo>
                <a:lnTo>
                  <a:pt x="22263" y="44526"/>
                </a:lnTo>
                <a:close/>
              </a:path>
            </a:pathLst>
          </a:custGeom>
          <a:solidFill>
            <a:srgbClr val="79C143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73" name="object 93">
            <a:extLst>
              <a:ext uri="{FF2B5EF4-FFF2-40B4-BE49-F238E27FC236}">
                <a16:creationId xmlns:a16="http://schemas.microsoft.com/office/drawing/2014/main" id="{7A45EFAA-4D6E-4972-A98F-4548C11E70D1}"/>
              </a:ext>
            </a:extLst>
          </p:cNvPr>
          <p:cNvSpPr>
            <a:spLocks noGrp="1"/>
          </p:cNvSpPr>
          <p:nvPr/>
        </p:nvSpPr>
        <p:spPr>
          <a:xfrm>
            <a:off x="10060986" y="3899793"/>
            <a:ext cx="39674" cy="39674"/>
          </a:xfrm>
          <a:custGeom>
            <a:avLst/>
            <a:gdLst/>
            <a:ahLst/>
            <a:cxnLst/>
            <a:rect l="l" t="t" r="r" b="b"/>
            <a:pathLst>
              <a:path w="45084" h="45085">
                <a:moveTo>
                  <a:pt x="22263" y="44526"/>
                </a:moveTo>
                <a:lnTo>
                  <a:pt x="44526" y="0"/>
                </a:lnTo>
                <a:lnTo>
                  <a:pt x="0" y="0"/>
                </a:lnTo>
                <a:lnTo>
                  <a:pt x="22263" y="44526"/>
                </a:lnTo>
              </a:path>
            </a:pathLst>
          </a:custGeom>
          <a:ln w="6369">
            <a:solidFill>
              <a:srgbClr val="79C14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74" name="object 94">
            <a:extLst>
              <a:ext uri="{FF2B5EF4-FFF2-40B4-BE49-F238E27FC236}">
                <a16:creationId xmlns:a16="http://schemas.microsoft.com/office/drawing/2014/main" id="{56E2C4D8-953F-4269-B16F-EBE48EBF8D18}"/>
              </a:ext>
            </a:extLst>
          </p:cNvPr>
          <p:cNvSpPr>
            <a:spLocks noGrp="1"/>
          </p:cNvSpPr>
          <p:nvPr/>
        </p:nvSpPr>
        <p:spPr>
          <a:xfrm>
            <a:off x="10390052" y="3897826"/>
            <a:ext cx="24028" cy="39674"/>
          </a:xfrm>
          <a:custGeom>
            <a:avLst/>
            <a:gdLst/>
            <a:ahLst/>
            <a:cxnLst/>
            <a:rect l="l" t="t" r="r" b="b"/>
            <a:pathLst>
              <a:path w="27304" h="45085">
                <a:moveTo>
                  <a:pt x="22263" y="44538"/>
                </a:moveTo>
                <a:lnTo>
                  <a:pt x="0" y="0"/>
                </a:lnTo>
                <a:lnTo>
                  <a:pt x="26708" y="0"/>
                </a:lnTo>
                <a:lnTo>
                  <a:pt x="26708" y="35641"/>
                </a:lnTo>
                <a:lnTo>
                  <a:pt x="22263" y="44538"/>
                </a:lnTo>
                <a:close/>
              </a:path>
            </a:pathLst>
          </a:custGeom>
          <a:solidFill>
            <a:srgbClr val="79C143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75" name="object 95">
            <a:extLst>
              <a:ext uri="{FF2B5EF4-FFF2-40B4-BE49-F238E27FC236}">
                <a16:creationId xmlns:a16="http://schemas.microsoft.com/office/drawing/2014/main" id="{A4B6C541-D994-43BE-9EC9-39C3DC758B74}"/>
              </a:ext>
            </a:extLst>
          </p:cNvPr>
          <p:cNvSpPr>
            <a:spLocks noGrp="1"/>
          </p:cNvSpPr>
          <p:nvPr/>
        </p:nvSpPr>
        <p:spPr>
          <a:xfrm>
            <a:off x="10390052" y="3897826"/>
            <a:ext cx="24028" cy="39674"/>
          </a:xfrm>
          <a:custGeom>
            <a:avLst/>
            <a:gdLst/>
            <a:ahLst/>
            <a:cxnLst/>
            <a:rect l="l" t="t" r="r" b="b"/>
            <a:pathLst>
              <a:path w="27304" h="45085">
                <a:moveTo>
                  <a:pt x="26708" y="0"/>
                </a:moveTo>
                <a:lnTo>
                  <a:pt x="0" y="0"/>
                </a:lnTo>
                <a:lnTo>
                  <a:pt x="22263" y="44538"/>
                </a:lnTo>
                <a:lnTo>
                  <a:pt x="26708" y="35641"/>
                </a:lnTo>
              </a:path>
            </a:pathLst>
          </a:custGeom>
          <a:ln w="6369">
            <a:solidFill>
              <a:srgbClr val="79C143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76" name="object 96">
            <a:extLst>
              <a:ext uri="{FF2B5EF4-FFF2-40B4-BE49-F238E27FC236}">
                <a16:creationId xmlns:a16="http://schemas.microsoft.com/office/drawing/2014/main" id="{5FC0077B-4114-4076-B130-A72F16816943}"/>
              </a:ext>
            </a:extLst>
          </p:cNvPr>
          <p:cNvSpPr>
            <a:spLocks noGrp="1"/>
          </p:cNvSpPr>
          <p:nvPr/>
        </p:nvSpPr>
        <p:spPr>
          <a:xfrm>
            <a:off x="8106191" y="3838560"/>
            <a:ext cx="2303932" cy="1622754"/>
          </a:xfrm>
          <a:custGeom>
            <a:avLst/>
            <a:gdLst/>
            <a:ahLst/>
            <a:cxnLst/>
            <a:rect l="l" t="t" r="r" b="b"/>
            <a:pathLst>
              <a:path w="2618104" h="1844039">
                <a:moveTo>
                  <a:pt x="0" y="1843620"/>
                </a:moveTo>
                <a:lnTo>
                  <a:pt x="0" y="0"/>
                </a:lnTo>
              </a:path>
              <a:path w="2618104" h="1844039">
                <a:moveTo>
                  <a:pt x="2617558" y="1843620"/>
                </a:moveTo>
                <a:lnTo>
                  <a:pt x="2617558" y="0"/>
                </a:lnTo>
              </a:path>
              <a:path w="2618104" h="1844039">
                <a:moveTo>
                  <a:pt x="0" y="1843620"/>
                </a:moveTo>
                <a:lnTo>
                  <a:pt x="2617558" y="1843620"/>
                </a:lnTo>
              </a:path>
              <a:path w="2618104" h="1844039">
                <a:moveTo>
                  <a:pt x="0" y="0"/>
                </a:moveTo>
                <a:lnTo>
                  <a:pt x="2617558" y="0"/>
                </a:lnTo>
              </a:path>
            </a:pathLst>
          </a:custGeom>
          <a:ln w="5364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77" name="object 97">
            <a:extLst>
              <a:ext uri="{FF2B5EF4-FFF2-40B4-BE49-F238E27FC236}">
                <a16:creationId xmlns:a16="http://schemas.microsoft.com/office/drawing/2014/main" id="{F6CD48BF-A409-4831-86BD-5D2DAE6AFF9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6168" t="17645" r="7861" b="18140"/>
          <a:stretch>
            <a:fillRect/>
          </a:stretch>
        </p:blipFill>
        <p:spPr>
          <a:xfrm>
            <a:off x="8652105" y="4091297"/>
            <a:ext cx="1718442" cy="1066943"/>
          </a:xfrm>
          <a:prstGeom prst="rect">
            <a:avLst/>
          </a:prstGeom>
        </p:spPr>
      </p:pic>
      <p:sp>
        <p:nvSpPr>
          <p:cNvPr id="78" name="object 133">
            <a:extLst>
              <a:ext uri="{FF2B5EF4-FFF2-40B4-BE49-F238E27FC236}">
                <a16:creationId xmlns:a16="http://schemas.microsoft.com/office/drawing/2014/main" id="{6D1A39E5-E019-4E04-BB07-B46A570D2FC7}"/>
              </a:ext>
            </a:extLst>
          </p:cNvPr>
          <p:cNvSpPr>
            <a:spLocks noGrp="1"/>
          </p:cNvSpPr>
          <p:nvPr/>
        </p:nvSpPr>
        <p:spPr>
          <a:xfrm>
            <a:off x="2171087" y="5149415"/>
            <a:ext cx="4507840" cy="1579169"/>
          </a:xfrm>
          <a:custGeom>
            <a:avLst/>
            <a:gdLst/>
            <a:ahLst/>
            <a:cxnLst/>
            <a:rect l="l" t="t" r="r" b="b"/>
            <a:pathLst>
              <a:path w="5122545" h="1794510">
                <a:moveTo>
                  <a:pt x="5122545" y="1794510"/>
                </a:moveTo>
                <a:lnTo>
                  <a:pt x="0" y="1794510"/>
                </a:lnTo>
                <a:lnTo>
                  <a:pt x="0" y="0"/>
                </a:lnTo>
                <a:lnTo>
                  <a:pt x="5122545" y="0"/>
                </a:lnTo>
                <a:lnTo>
                  <a:pt x="5122545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1769110"/>
                </a:lnTo>
                <a:lnTo>
                  <a:pt x="12700" y="1769110"/>
                </a:lnTo>
                <a:lnTo>
                  <a:pt x="25400" y="1781810"/>
                </a:lnTo>
                <a:lnTo>
                  <a:pt x="5122545" y="1781810"/>
                </a:lnTo>
                <a:lnTo>
                  <a:pt x="5122545" y="1794510"/>
                </a:lnTo>
                <a:close/>
              </a:path>
              <a:path w="5122545" h="179451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5122545" h="1794510">
                <a:moveTo>
                  <a:pt x="5097145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5097145" y="12700"/>
                </a:lnTo>
                <a:lnTo>
                  <a:pt x="5097145" y="25400"/>
                </a:lnTo>
                <a:close/>
              </a:path>
              <a:path w="5122545" h="1794510">
                <a:moveTo>
                  <a:pt x="5097145" y="1781810"/>
                </a:moveTo>
                <a:lnTo>
                  <a:pt x="5097145" y="12700"/>
                </a:lnTo>
                <a:lnTo>
                  <a:pt x="5109845" y="25400"/>
                </a:lnTo>
                <a:lnTo>
                  <a:pt x="5122545" y="25400"/>
                </a:lnTo>
                <a:lnTo>
                  <a:pt x="5122545" y="1769110"/>
                </a:lnTo>
                <a:lnTo>
                  <a:pt x="5109845" y="1769110"/>
                </a:lnTo>
                <a:lnTo>
                  <a:pt x="5097145" y="1781810"/>
                </a:lnTo>
                <a:close/>
              </a:path>
              <a:path w="5122545" h="1794510">
                <a:moveTo>
                  <a:pt x="5122545" y="25400"/>
                </a:moveTo>
                <a:lnTo>
                  <a:pt x="5109845" y="25400"/>
                </a:lnTo>
                <a:lnTo>
                  <a:pt x="5097145" y="12700"/>
                </a:lnTo>
                <a:lnTo>
                  <a:pt x="5122545" y="12700"/>
                </a:lnTo>
                <a:lnTo>
                  <a:pt x="5122545" y="25400"/>
                </a:lnTo>
                <a:close/>
              </a:path>
              <a:path w="5122545" h="1794510">
                <a:moveTo>
                  <a:pt x="25400" y="1781810"/>
                </a:moveTo>
                <a:lnTo>
                  <a:pt x="12700" y="1769110"/>
                </a:lnTo>
                <a:lnTo>
                  <a:pt x="25400" y="1769110"/>
                </a:lnTo>
                <a:lnTo>
                  <a:pt x="25400" y="1781810"/>
                </a:lnTo>
                <a:close/>
              </a:path>
              <a:path w="5122545" h="1794510">
                <a:moveTo>
                  <a:pt x="5097145" y="1781810"/>
                </a:moveTo>
                <a:lnTo>
                  <a:pt x="25400" y="1781810"/>
                </a:lnTo>
                <a:lnTo>
                  <a:pt x="25400" y="1769110"/>
                </a:lnTo>
                <a:lnTo>
                  <a:pt x="5097145" y="1769110"/>
                </a:lnTo>
                <a:lnTo>
                  <a:pt x="5097145" y="1781810"/>
                </a:lnTo>
                <a:close/>
              </a:path>
              <a:path w="5122545" h="1794510">
                <a:moveTo>
                  <a:pt x="5122545" y="1781810"/>
                </a:moveTo>
                <a:lnTo>
                  <a:pt x="5097145" y="1781810"/>
                </a:lnTo>
                <a:lnTo>
                  <a:pt x="5109845" y="1769110"/>
                </a:lnTo>
                <a:lnTo>
                  <a:pt x="5122545" y="1769110"/>
                </a:lnTo>
                <a:lnTo>
                  <a:pt x="5122545" y="17818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79" name="object 134">
            <a:extLst>
              <a:ext uri="{FF2B5EF4-FFF2-40B4-BE49-F238E27FC236}">
                <a16:creationId xmlns:a16="http://schemas.microsoft.com/office/drawing/2014/main" id="{75C6F502-5197-4643-92F7-98E1C6AAEA09}"/>
              </a:ext>
            </a:extLst>
          </p:cNvPr>
          <p:cNvSpPr>
            <a:spLocks noGrp="1"/>
          </p:cNvSpPr>
          <p:nvPr/>
        </p:nvSpPr>
        <p:spPr>
          <a:xfrm>
            <a:off x="2650313" y="6531216"/>
            <a:ext cx="3555643" cy="357073"/>
          </a:xfrm>
          <a:custGeom>
            <a:avLst/>
            <a:gdLst/>
            <a:ahLst/>
            <a:cxnLst/>
            <a:rect l="l" t="t" r="r" b="b"/>
            <a:pathLst>
              <a:path w="4040504" h="405765">
                <a:moveTo>
                  <a:pt x="4040124" y="405384"/>
                </a:moveTo>
                <a:lnTo>
                  <a:pt x="0" y="405384"/>
                </a:lnTo>
                <a:lnTo>
                  <a:pt x="0" y="0"/>
                </a:lnTo>
                <a:lnTo>
                  <a:pt x="4040124" y="0"/>
                </a:lnTo>
                <a:lnTo>
                  <a:pt x="4040124" y="405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80" name="object 135">
            <a:extLst>
              <a:ext uri="{FF2B5EF4-FFF2-40B4-BE49-F238E27FC236}">
                <a16:creationId xmlns:a16="http://schemas.microsoft.com/office/drawing/2014/main" id="{981138EE-24D7-4E34-9154-723CA20C0B32}"/>
              </a:ext>
            </a:extLst>
          </p:cNvPr>
          <p:cNvSpPr>
            <a:spLocks noGrp="1"/>
          </p:cNvSpPr>
          <p:nvPr/>
        </p:nvSpPr>
        <p:spPr>
          <a:xfrm>
            <a:off x="2396897" y="5304818"/>
            <a:ext cx="1063955" cy="1184656"/>
          </a:xfrm>
          <a:custGeom>
            <a:avLst/>
            <a:gdLst/>
            <a:ahLst/>
            <a:cxnLst/>
            <a:rect l="l" t="t" r="r" b="b"/>
            <a:pathLst>
              <a:path w="1209039" h="1346200">
                <a:moveTo>
                  <a:pt x="1080731" y="12700"/>
                </a:moveTo>
                <a:lnTo>
                  <a:pt x="128181" y="12700"/>
                </a:lnTo>
                <a:lnTo>
                  <a:pt x="137718" y="0"/>
                </a:lnTo>
                <a:lnTo>
                  <a:pt x="1071194" y="0"/>
                </a:lnTo>
                <a:lnTo>
                  <a:pt x="1080731" y="12700"/>
                </a:lnTo>
                <a:close/>
              </a:path>
              <a:path w="1209039" h="1346200">
                <a:moveTo>
                  <a:pt x="204978" y="25400"/>
                </a:moveTo>
                <a:lnTo>
                  <a:pt x="101015" y="25400"/>
                </a:lnTo>
                <a:lnTo>
                  <a:pt x="109816" y="12700"/>
                </a:lnTo>
                <a:lnTo>
                  <a:pt x="210070" y="12700"/>
                </a:lnTo>
                <a:lnTo>
                  <a:pt x="204978" y="25400"/>
                </a:lnTo>
                <a:close/>
              </a:path>
              <a:path w="1209039" h="1346200">
                <a:moveTo>
                  <a:pt x="1107884" y="25400"/>
                </a:moveTo>
                <a:lnTo>
                  <a:pt x="1003935" y="25400"/>
                </a:lnTo>
                <a:lnTo>
                  <a:pt x="998842" y="12700"/>
                </a:lnTo>
                <a:lnTo>
                  <a:pt x="1099096" y="12700"/>
                </a:lnTo>
                <a:lnTo>
                  <a:pt x="1107884" y="25400"/>
                </a:lnTo>
                <a:close/>
              </a:path>
              <a:path w="1209039" h="1346200">
                <a:moveTo>
                  <a:pt x="137782" y="38100"/>
                </a:moveTo>
                <a:lnTo>
                  <a:pt x="84264" y="38100"/>
                </a:lnTo>
                <a:lnTo>
                  <a:pt x="92506" y="25400"/>
                </a:lnTo>
                <a:lnTo>
                  <a:pt x="146735" y="25400"/>
                </a:lnTo>
                <a:lnTo>
                  <a:pt x="137782" y="38100"/>
                </a:lnTo>
                <a:close/>
              </a:path>
              <a:path w="1209039" h="1346200">
                <a:moveTo>
                  <a:pt x="1124635" y="38100"/>
                </a:moveTo>
                <a:lnTo>
                  <a:pt x="1071130" y="38100"/>
                </a:lnTo>
                <a:lnTo>
                  <a:pt x="1062164" y="25400"/>
                </a:lnTo>
                <a:lnTo>
                  <a:pt x="1116406" y="25400"/>
                </a:lnTo>
                <a:lnTo>
                  <a:pt x="1124635" y="38100"/>
                </a:lnTo>
                <a:close/>
              </a:path>
              <a:path w="1209039" h="1346200">
                <a:moveTo>
                  <a:pt x="113944" y="50800"/>
                </a:moveTo>
                <a:lnTo>
                  <a:pt x="68719" y="50800"/>
                </a:lnTo>
                <a:lnTo>
                  <a:pt x="76339" y="38100"/>
                </a:lnTo>
                <a:lnTo>
                  <a:pt x="122212" y="38100"/>
                </a:lnTo>
                <a:lnTo>
                  <a:pt x="113944" y="50800"/>
                </a:lnTo>
                <a:close/>
              </a:path>
              <a:path w="1209039" h="1346200">
                <a:moveTo>
                  <a:pt x="1140193" y="50800"/>
                </a:moveTo>
                <a:lnTo>
                  <a:pt x="1094968" y="50800"/>
                </a:lnTo>
                <a:lnTo>
                  <a:pt x="1086700" y="38100"/>
                </a:lnTo>
                <a:lnTo>
                  <a:pt x="1132573" y="38100"/>
                </a:lnTo>
                <a:lnTo>
                  <a:pt x="1140193" y="50800"/>
                </a:lnTo>
                <a:close/>
              </a:path>
              <a:path w="1209039" h="1346200">
                <a:moveTo>
                  <a:pt x="79184" y="76200"/>
                </a:moveTo>
                <a:lnTo>
                  <a:pt x="47891" y="76200"/>
                </a:lnTo>
                <a:lnTo>
                  <a:pt x="54483" y="63500"/>
                </a:lnTo>
                <a:lnTo>
                  <a:pt x="61429" y="50800"/>
                </a:lnTo>
                <a:lnTo>
                  <a:pt x="99720" y="50800"/>
                </a:lnTo>
                <a:lnTo>
                  <a:pt x="92278" y="63500"/>
                </a:lnTo>
                <a:lnTo>
                  <a:pt x="86029" y="63500"/>
                </a:lnTo>
                <a:lnTo>
                  <a:pt x="79184" y="76200"/>
                </a:lnTo>
                <a:close/>
              </a:path>
              <a:path w="1209039" h="1346200">
                <a:moveTo>
                  <a:pt x="1161021" y="76200"/>
                </a:moveTo>
                <a:lnTo>
                  <a:pt x="1129728" y="76200"/>
                </a:lnTo>
                <a:lnTo>
                  <a:pt x="1122883" y="63500"/>
                </a:lnTo>
                <a:lnTo>
                  <a:pt x="1116634" y="63500"/>
                </a:lnTo>
                <a:lnTo>
                  <a:pt x="1109179" y="50800"/>
                </a:lnTo>
                <a:lnTo>
                  <a:pt x="1147483" y="50800"/>
                </a:lnTo>
                <a:lnTo>
                  <a:pt x="1154430" y="63500"/>
                </a:lnTo>
                <a:lnTo>
                  <a:pt x="1161021" y="76200"/>
                </a:lnTo>
                <a:close/>
              </a:path>
              <a:path w="1209039" h="1346200">
                <a:moveTo>
                  <a:pt x="67284" y="88900"/>
                </a:moveTo>
                <a:lnTo>
                  <a:pt x="35801" y="88900"/>
                </a:lnTo>
                <a:lnTo>
                  <a:pt x="41656" y="76200"/>
                </a:lnTo>
                <a:lnTo>
                  <a:pt x="73482" y="76200"/>
                </a:lnTo>
                <a:lnTo>
                  <a:pt x="67284" y="88900"/>
                </a:lnTo>
                <a:close/>
              </a:path>
              <a:path w="1209039" h="1346200">
                <a:moveTo>
                  <a:pt x="1173111" y="88900"/>
                </a:moveTo>
                <a:lnTo>
                  <a:pt x="1141628" y="88900"/>
                </a:lnTo>
                <a:lnTo>
                  <a:pt x="1135430" y="76200"/>
                </a:lnTo>
                <a:lnTo>
                  <a:pt x="1167257" y="76200"/>
                </a:lnTo>
                <a:lnTo>
                  <a:pt x="1173111" y="88900"/>
                </a:lnTo>
                <a:close/>
              </a:path>
              <a:path w="1209039" h="1346200">
                <a:moveTo>
                  <a:pt x="43395" y="127000"/>
                </a:moveTo>
                <a:lnTo>
                  <a:pt x="16433" y="127000"/>
                </a:lnTo>
                <a:lnTo>
                  <a:pt x="20650" y="114300"/>
                </a:lnTo>
                <a:lnTo>
                  <a:pt x="25285" y="101600"/>
                </a:lnTo>
                <a:lnTo>
                  <a:pt x="30340" y="88900"/>
                </a:lnTo>
                <a:lnTo>
                  <a:pt x="62179" y="88900"/>
                </a:lnTo>
                <a:lnTo>
                  <a:pt x="56680" y="101600"/>
                </a:lnTo>
                <a:lnTo>
                  <a:pt x="52209" y="101600"/>
                </a:lnTo>
                <a:lnTo>
                  <a:pt x="47459" y="114300"/>
                </a:lnTo>
                <a:lnTo>
                  <a:pt x="47752" y="114300"/>
                </a:lnTo>
                <a:lnTo>
                  <a:pt x="43395" y="127000"/>
                </a:lnTo>
                <a:close/>
              </a:path>
              <a:path w="1209039" h="1346200">
                <a:moveTo>
                  <a:pt x="1192479" y="127000"/>
                </a:moveTo>
                <a:lnTo>
                  <a:pt x="1165517" y="127000"/>
                </a:lnTo>
                <a:lnTo>
                  <a:pt x="1161161" y="114300"/>
                </a:lnTo>
                <a:lnTo>
                  <a:pt x="1161453" y="114300"/>
                </a:lnTo>
                <a:lnTo>
                  <a:pt x="1156703" y="101600"/>
                </a:lnTo>
                <a:lnTo>
                  <a:pt x="1152232" y="101600"/>
                </a:lnTo>
                <a:lnTo>
                  <a:pt x="1146733" y="88900"/>
                </a:lnTo>
                <a:lnTo>
                  <a:pt x="1178572" y="88900"/>
                </a:lnTo>
                <a:lnTo>
                  <a:pt x="1183627" y="101600"/>
                </a:lnTo>
                <a:lnTo>
                  <a:pt x="1188262" y="114300"/>
                </a:lnTo>
                <a:lnTo>
                  <a:pt x="1192479" y="127000"/>
                </a:lnTo>
                <a:close/>
              </a:path>
              <a:path w="1209039" h="1346200">
                <a:moveTo>
                  <a:pt x="51892" y="114300"/>
                </a:moveTo>
                <a:lnTo>
                  <a:pt x="52209" y="101600"/>
                </a:lnTo>
                <a:lnTo>
                  <a:pt x="57022" y="101600"/>
                </a:lnTo>
                <a:lnTo>
                  <a:pt x="51892" y="114300"/>
                </a:lnTo>
                <a:close/>
              </a:path>
              <a:path w="1209039" h="1346200">
                <a:moveTo>
                  <a:pt x="1157020" y="114300"/>
                </a:moveTo>
                <a:lnTo>
                  <a:pt x="1151890" y="101600"/>
                </a:lnTo>
                <a:lnTo>
                  <a:pt x="1156703" y="101600"/>
                </a:lnTo>
                <a:lnTo>
                  <a:pt x="1157020" y="114300"/>
                </a:lnTo>
                <a:close/>
              </a:path>
              <a:path w="1209039" h="1346200">
                <a:moveTo>
                  <a:pt x="39954" y="1219200"/>
                </a:moveTo>
                <a:lnTo>
                  <a:pt x="12674" y="1219200"/>
                </a:lnTo>
                <a:lnTo>
                  <a:pt x="9372" y="1206500"/>
                </a:lnTo>
                <a:lnTo>
                  <a:pt x="6540" y="1193800"/>
                </a:lnTo>
                <a:lnTo>
                  <a:pt x="4188" y="1181083"/>
                </a:lnTo>
                <a:lnTo>
                  <a:pt x="2349" y="1168400"/>
                </a:lnTo>
                <a:lnTo>
                  <a:pt x="1015" y="1168400"/>
                </a:lnTo>
                <a:lnTo>
                  <a:pt x="215" y="1155700"/>
                </a:lnTo>
                <a:lnTo>
                  <a:pt x="0" y="1143000"/>
                </a:lnTo>
                <a:lnTo>
                  <a:pt x="0" y="203200"/>
                </a:lnTo>
                <a:lnTo>
                  <a:pt x="215" y="190500"/>
                </a:lnTo>
                <a:lnTo>
                  <a:pt x="1015" y="177800"/>
                </a:lnTo>
                <a:lnTo>
                  <a:pt x="2349" y="177800"/>
                </a:lnTo>
                <a:lnTo>
                  <a:pt x="4194" y="165078"/>
                </a:lnTo>
                <a:lnTo>
                  <a:pt x="6540" y="152400"/>
                </a:lnTo>
                <a:lnTo>
                  <a:pt x="9372" y="139700"/>
                </a:lnTo>
                <a:lnTo>
                  <a:pt x="12674" y="127000"/>
                </a:lnTo>
                <a:lnTo>
                  <a:pt x="39954" y="127000"/>
                </a:lnTo>
                <a:lnTo>
                  <a:pt x="36423" y="139700"/>
                </a:lnTo>
                <a:lnTo>
                  <a:pt x="36639" y="139700"/>
                </a:lnTo>
                <a:lnTo>
                  <a:pt x="33540" y="152400"/>
                </a:lnTo>
                <a:lnTo>
                  <a:pt x="31216" y="152400"/>
                </a:lnTo>
                <a:lnTo>
                  <a:pt x="29613" y="161667"/>
                </a:lnTo>
                <a:lnTo>
                  <a:pt x="29518" y="162213"/>
                </a:lnTo>
                <a:lnTo>
                  <a:pt x="27508" y="177800"/>
                </a:lnTo>
                <a:lnTo>
                  <a:pt x="26314" y="190500"/>
                </a:lnTo>
                <a:lnTo>
                  <a:pt x="25577" y="190500"/>
                </a:lnTo>
                <a:lnTo>
                  <a:pt x="25336" y="203200"/>
                </a:lnTo>
                <a:lnTo>
                  <a:pt x="25387" y="1143000"/>
                </a:lnTo>
                <a:lnTo>
                  <a:pt x="25552" y="1155700"/>
                </a:lnTo>
                <a:lnTo>
                  <a:pt x="26250" y="1155700"/>
                </a:lnTo>
                <a:lnTo>
                  <a:pt x="27406" y="1168400"/>
                </a:lnTo>
                <a:lnTo>
                  <a:pt x="29144" y="1181083"/>
                </a:lnTo>
                <a:lnTo>
                  <a:pt x="29016" y="1181083"/>
                </a:lnTo>
                <a:lnTo>
                  <a:pt x="31216" y="1193800"/>
                </a:lnTo>
                <a:lnTo>
                  <a:pt x="33540" y="1193800"/>
                </a:lnTo>
                <a:lnTo>
                  <a:pt x="36639" y="1206500"/>
                </a:lnTo>
                <a:lnTo>
                  <a:pt x="36423" y="1206500"/>
                </a:lnTo>
                <a:lnTo>
                  <a:pt x="39954" y="1219200"/>
                </a:lnTo>
                <a:close/>
              </a:path>
              <a:path w="1209039" h="1346200">
                <a:moveTo>
                  <a:pt x="1196238" y="1219200"/>
                </a:moveTo>
                <a:lnTo>
                  <a:pt x="1168958" y="1219200"/>
                </a:lnTo>
                <a:lnTo>
                  <a:pt x="1172489" y="1206500"/>
                </a:lnTo>
                <a:lnTo>
                  <a:pt x="1172273" y="1206500"/>
                </a:lnTo>
                <a:lnTo>
                  <a:pt x="1175372" y="1193800"/>
                </a:lnTo>
                <a:lnTo>
                  <a:pt x="1177683" y="1193800"/>
                </a:lnTo>
                <a:lnTo>
                  <a:pt x="1179279" y="1184627"/>
                </a:lnTo>
                <a:lnTo>
                  <a:pt x="1179402" y="1183922"/>
                </a:lnTo>
                <a:lnTo>
                  <a:pt x="1181404" y="1168400"/>
                </a:lnTo>
                <a:lnTo>
                  <a:pt x="1182598" y="1155700"/>
                </a:lnTo>
                <a:lnTo>
                  <a:pt x="1183322" y="1155700"/>
                </a:lnTo>
                <a:lnTo>
                  <a:pt x="1183576" y="1143000"/>
                </a:lnTo>
                <a:lnTo>
                  <a:pt x="1183525" y="203200"/>
                </a:lnTo>
                <a:lnTo>
                  <a:pt x="1183360" y="190500"/>
                </a:lnTo>
                <a:lnTo>
                  <a:pt x="1182662" y="190500"/>
                </a:lnTo>
                <a:lnTo>
                  <a:pt x="1181506" y="177800"/>
                </a:lnTo>
                <a:lnTo>
                  <a:pt x="1179889" y="165078"/>
                </a:lnTo>
                <a:lnTo>
                  <a:pt x="1177683" y="152400"/>
                </a:lnTo>
                <a:lnTo>
                  <a:pt x="1175372" y="152400"/>
                </a:lnTo>
                <a:lnTo>
                  <a:pt x="1172273" y="139700"/>
                </a:lnTo>
                <a:lnTo>
                  <a:pt x="1172489" y="139700"/>
                </a:lnTo>
                <a:lnTo>
                  <a:pt x="1168958" y="127000"/>
                </a:lnTo>
                <a:lnTo>
                  <a:pt x="1196238" y="127000"/>
                </a:lnTo>
                <a:lnTo>
                  <a:pt x="1199540" y="139700"/>
                </a:lnTo>
                <a:lnTo>
                  <a:pt x="1202372" y="152400"/>
                </a:lnTo>
                <a:lnTo>
                  <a:pt x="1204705" y="165078"/>
                </a:lnTo>
                <a:lnTo>
                  <a:pt x="1206563" y="177800"/>
                </a:lnTo>
                <a:lnTo>
                  <a:pt x="1207897" y="177800"/>
                </a:lnTo>
                <a:lnTo>
                  <a:pt x="1208697" y="190500"/>
                </a:lnTo>
                <a:lnTo>
                  <a:pt x="1208913" y="203200"/>
                </a:lnTo>
                <a:lnTo>
                  <a:pt x="1208913" y="1143000"/>
                </a:lnTo>
                <a:lnTo>
                  <a:pt x="1208697" y="1155700"/>
                </a:lnTo>
                <a:lnTo>
                  <a:pt x="1207897" y="1168400"/>
                </a:lnTo>
                <a:lnTo>
                  <a:pt x="1206563" y="1168400"/>
                </a:lnTo>
                <a:lnTo>
                  <a:pt x="1204711" y="1181083"/>
                </a:lnTo>
                <a:lnTo>
                  <a:pt x="1202372" y="1193800"/>
                </a:lnTo>
                <a:lnTo>
                  <a:pt x="1199540" y="1206500"/>
                </a:lnTo>
                <a:lnTo>
                  <a:pt x="1196238" y="1219200"/>
                </a:lnTo>
                <a:close/>
              </a:path>
              <a:path w="1209039" h="1346200">
                <a:moveTo>
                  <a:pt x="29533" y="1183922"/>
                </a:moveTo>
                <a:lnTo>
                  <a:pt x="29016" y="1181083"/>
                </a:lnTo>
                <a:lnTo>
                  <a:pt x="29144" y="1181083"/>
                </a:lnTo>
                <a:lnTo>
                  <a:pt x="29533" y="1183922"/>
                </a:lnTo>
                <a:close/>
              </a:path>
              <a:path w="1209039" h="1346200">
                <a:moveTo>
                  <a:pt x="62179" y="1257300"/>
                </a:moveTo>
                <a:lnTo>
                  <a:pt x="30340" y="1257300"/>
                </a:lnTo>
                <a:lnTo>
                  <a:pt x="25285" y="1244600"/>
                </a:lnTo>
                <a:lnTo>
                  <a:pt x="20650" y="1231900"/>
                </a:lnTo>
                <a:lnTo>
                  <a:pt x="16433" y="1219200"/>
                </a:lnTo>
                <a:lnTo>
                  <a:pt x="43395" y="1219200"/>
                </a:lnTo>
                <a:lnTo>
                  <a:pt x="47752" y="1231900"/>
                </a:lnTo>
                <a:lnTo>
                  <a:pt x="47459" y="1231900"/>
                </a:lnTo>
                <a:lnTo>
                  <a:pt x="52209" y="1244600"/>
                </a:lnTo>
                <a:lnTo>
                  <a:pt x="56680" y="1244600"/>
                </a:lnTo>
                <a:lnTo>
                  <a:pt x="62179" y="1257300"/>
                </a:lnTo>
                <a:close/>
              </a:path>
              <a:path w="1209039" h="1346200">
                <a:moveTo>
                  <a:pt x="1178572" y="1257300"/>
                </a:moveTo>
                <a:lnTo>
                  <a:pt x="1146733" y="1257300"/>
                </a:lnTo>
                <a:lnTo>
                  <a:pt x="1152232" y="1244600"/>
                </a:lnTo>
                <a:lnTo>
                  <a:pt x="1156703" y="1244600"/>
                </a:lnTo>
                <a:lnTo>
                  <a:pt x="1161453" y="1231900"/>
                </a:lnTo>
                <a:lnTo>
                  <a:pt x="1161161" y="1231900"/>
                </a:lnTo>
                <a:lnTo>
                  <a:pt x="1165517" y="1219200"/>
                </a:lnTo>
                <a:lnTo>
                  <a:pt x="1192479" y="1219200"/>
                </a:lnTo>
                <a:lnTo>
                  <a:pt x="1188262" y="1231900"/>
                </a:lnTo>
                <a:lnTo>
                  <a:pt x="1183627" y="1244600"/>
                </a:lnTo>
                <a:lnTo>
                  <a:pt x="1178572" y="1257300"/>
                </a:lnTo>
                <a:close/>
              </a:path>
              <a:path w="1209039" h="1346200">
                <a:moveTo>
                  <a:pt x="57022" y="1244600"/>
                </a:moveTo>
                <a:lnTo>
                  <a:pt x="52209" y="1244600"/>
                </a:lnTo>
                <a:lnTo>
                  <a:pt x="51892" y="1231900"/>
                </a:lnTo>
                <a:lnTo>
                  <a:pt x="57022" y="1244600"/>
                </a:lnTo>
                <a:close/>
              </a:path>
              <a:path w="1209039" h="1346200">
                <a:moveTo>
                  <a:pt x="1156703" y="1244600"/>
                </a:moveTo>
                <a:lnTo>
                  <a:pt x="1151890" y="1244600"/>
                </a:lnTo>
                <a:lnTo>
                  <a:pt x="1157020" y="1231900"/>
                </a:lnTo>
                <a:lnTo>
                  <a:pt x="1156703" y="1244600"/>
                </a:lnTo>
                <a:close/>
              </a:path>
              <a:path w="1209039" h="1346200">
                <a:moveTo>
                  <a:pt x="73482" y="1270000"/>
                </a:moveTo>
                <a:lnTo>
                  <a:pt x="41656" y="1270000"/>
                </a:lnTo>
                <a:lnTo>
                  <a:pt x="35801" y="1257300"/>
                </a:lnTo>
                <a:lnTo>
                  <a:pt x="67284" y="1257300"/>
                </a:lnTo>
                <a:lnTo>
                  <a:pt x="73482" y="1270000"/>
                </a:lnTo>
                <a:close/>
              </a:path>
              <a:path w="1209039" h="1346200">
                <a:moveTo>
                  <a:pt x="1167257" y="1270000"/>
                </a:moveTo>
                <a:lnTo>
                  <a:pt x="1135430" y="1270000"/>
                </a:lnTo>
                <a:lnTo>
                  <a:pt x="1141628" y="1257300"/>
                </a:lnTo>
                <a:lnTo>
                  <a:pt x="1173111" y="1257300"/>
                </a:lnTo>
                <a:lnTo>
                  <a:pt x="1167257" y="1270000"/>
                </a:lnTo>
                <a:close/>
              </a:path>
              <a:path w="1209039" h="1346200">
                <a:moveTo>
                  <a:pt x="99720" y="1295400"/>
                </a:moveTo>
                <a:lnTo>
                  <a:pt x="61429" y="1295400"/>
                </a:lnTo>
                <a:lnTo>
                  <a:pt x="54483" y="1282700"/>
                </a:lnTo>
                <a:lnTo>
                  <a:pt x="47891" y="1270000"/>
                </a:lnTo>
                <a:lnTo>
                  <a:pt x="79184" y="1270000"/>
                </a:lnTo>
                <a:lnTo>
                  <a:pt x="86029" y="1282700"/>
                </a:lnTo>
                <a:lnTo>
                  <a:pt x="92278" y="1282700"/>
                </a:lnTo>
                <a:lnTo>
                  <a:pt x="99720" y="1295400"/>
                </a:lnTo>
                <a:close/>
              </a:path>
              <a:path w="1209039" h="1346200">
                <a:moveTo>
                  <a:pt x="1147483" y="1295400"/>
                </a:moveTo>
                <a:lnTo>
                  <a:pt x="1109179" y="1295400"/>
                </a:lnTo>
                <a:lnTo>
                  <a:pt x="1116634" y="1282700"/>
                </a:lnTo>
                <a:lnTo>
                  <a:pt x="1122883" y="1282700"/>
                </a:lnTo>
                <a:lnTo>
                  <a:pt x="1129728" y="1270000"/>
                </a:lnTo>
                <a:lnTo>
                  <a:pt x="1161021" y="1270000"/>
                </a:lnTo>
                <a:lnTo>
                  <a:pt x="1154430" y="1282700"/>
                </a:lnTo>
                <a:lnTo>
                  <a:pt x="1147483" y="1295400"/>
                </a:lnTo>
                <a:close/>
              </a:path>
              <a:path w="1209039" h="1346200">
                <a:moveTo>
                  <a:pt x="122212" y="1308100"/>
                </a:moveTo>
                <a:lnTo>
                  <a:pt x="76339" y="1308100"/>
                </a:lnTo>
                <a:lnTo>
                  <a:pt x="68719" y="1295400"/>
                </a:lnTo>
                <a:lnTo>
                  <a:pt x="113944" y="1295400"/>
                </a:lnTo>
                <a:lnTo>
                  <a:pt x="122212" y="1308100"/>
                </a:lnTo>
                <a:close/>
              </a:path>
              <a:path w="1209039" h="1346200">
                <a:moveTo>
                  <a:pt x="1132573" y="1308100"/>
                </a:moveTo>
                <a:lnTo>
                  <a:pt x="1086700" y="1308100"/>
                </a:lnTo>
                <a:lnTo>
                  <a:pt x="1094968" y="1295400"/>
                </a:lnTo>
                <a:lnTo>
                  <a:pt x="1140193" y="1295400"/>
                </a:lnTo>
                <a:lnTo>
                  <a:pt x="1132573" y="1308100"/>
                </a:lnTo>
                <a:close/>
              </a:path>
              <a:path w="1209039" h="1346200">
                <a:moveTo>
                  <a:pt x="146735" y="1320800"/>
                </a:moveTo>
                <a:lnTo>
                  <a:pt x="92506" y="1320800"/>
                </a:lnTo>
                <a:lnTo>
                  <a:pt x="84264" y="1308100"/>
                </a:lnTo>
                <a:lnTo>
                  <a:pt x="137782" y="1308100"/>
                </a:lnTo>
                <a:lnTo>
                  <a:pt x="146735" y="1320800"/>
                </a:lnTo>
                <a:close/>
              </a:path>
              <a:path w="1209039" h="1346200">
                <a:moveTo>
                  <a:pt x="1116406" y="1320800"/>
                </a:moveTo>
                <a:lnTo>
                  <a:pt x="1062164" y="1320800"/>
                </a:lnTo>
                <a:lnTo>
                  <a:pt x="1071130" y="1308100"/>
                </a:lnTo>
                <a:lnTo>
                  <a:pt x="1124635" y="1308100"/>
                </a:lnTo>
                <a:lnTo>
                  <a:pt x="1116406" y="1320800"/>
                </a:lnTo>
                <a:close/>
              </a:path>
              <a:path w="1209039" h="1346200">
                <a:moveTo>
                  <a:pt x="1090041" y="1333500"/>
                </a:moveTo>
                <a:lnTo>
                  <a:pt x="118872" y="1333500"/>
                </a:lnTo>
                <a:lnTo>
                  <a:pt x="109816" y="1320800"/>
                </a:lnTo>
                <a:lnTo>
                  <a:pt x="1099096" y="1320800"/>
                </a:lnTo>
                <a:lnTo>
                  <a:pt x="1090041" y="1333500"/>
                </a:lnTo>
                <a:close/>
              </a:path>
              <a:path w="1209039" h="1346200">
                <a:moveTo>
                  <a:pt x="1061440" y="1346200"/>
                </a:moveTo>
                <a:lnTo>
                  <a:pt x="147472" y="1346200"/>
                </a:lnTo>
                <a:lnTo>
                  <a:pt x="137718" y="1333500"/>
                </a:lnTo>
                <a:lnTo>
                  <a:pt x="1071194" y="1333500"/>
                </a:lnTo>
                <a:lnTo>
                  <a:pt x="1061440" y="134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81" name="object 136">
            <a:extLst>
              <a:ext uri="{FF2B5EF4-FFF2-40B4-BE49-F238E27FC236}">
                <a16:creationId xmlns:a16="http://schemas.microsoft.com/office/drawing/2014/main" id="{CA971FE1-49BA-47D6-9B25-43037A7529E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16782" y="6116464"/>
            <a:ext cx="362962" cy="325612"/>
          </a:xfrm>
          <a:prstGeom prst="rect">
            <a:avLst/>
          </a:prstGeom>
        </p:spPr>
      </p:pic>
      <p:pic>
        <p:nvPicPr>
          <p:cNvPr id="82" name="object 137">
            <a:extLst>
              <a:ext uri="{FF2B5EF4-FFF2-40B4-BE49-F238E27FC236}">
                <a16:creationId xmlns:a16="http://schemas.microsoft.com/office/drawing/2014/main" id="{BD2E132D-96CE-4500-A1B8-CD4937AEBF9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16782" y="5405815"/>
            <a:ext cx="362962" cy="723243"/>
          </a:xfrm>
          <a:prstGeom prst="rect">
            <a:avLst/>
          </a:prstGeom>
        </p:spPr>
      </p:pic>
      <p:pic>
        <p:nvPicPr>
          <p:cNvPr id="83" name="object 138">
            <a:extLst>
              <a:ext uri="{FF2B5EF4-FFF2-40B4-BE49-F238E27FC236}">
                <a16:creationId xmlns:a16="http://schemas.microsoft.com/office/drawing/2014/main" id="{23D7F17C-19F8-41BA-9701-A76D2D8E7E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89092" y="5397836"/>
            <a:ext cx="362962" cy="362962"/>
          </a:xfrm>
          <a:prstGeom prst="rect">
            <a:avLst/>
          </a:prstGeom>
        </p:spPr>
      </p:pic>
      <p:pic>
        <p:nvPicPr>
          <p:cNvPr id="84" name="object 139">
            <a:extLst>
              <a:ext uri="{FF2B5EF4-FFF2-40B4-BE49-F238E27FC236}">
                <a16:creationId xmlns:a16="http://schemas.microsoft.com/office/drawing/2014/main" id="{5B59E5F4-207F-4504-B764-71725E70DFD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89092" y="5780502"/>
            <a:ext cx="362962" cy="362962"/>
          </a:xfrm>
          <a:prstGeom prst="rect">
            <a:avLst/>
          </a:prstGeom>
        </p:spPr>
      </p:pic>
      <p:sp>
        <p:nvSpPr>
          <p:cNvPr id="85" name="object 140">
            <a:extLst>
              <a:ext uri="{FF2B5EF4-FFF2-40B4-BE49-F238E27FC236}">
                <a16:creationId xmlns:a16="http://schemas.microsoft.com/office/drawing/2014/main" id="{D9309CD4-134F-49D3-9729-E97E034ECC3E}"/>
              </a:ext>
            </a:extLst>
          </p:cNvPr>
          <p:cNvSpPr>
            <a:spLocks noGrp="1"/>
          </p:cNvSpPr>
          <p:nvPr/>
        </p:nvSpPr>
        <p:spPr>
          <a:xfrm>
            <a:off x="3617328" y="5304270"/>
            <a:ext cx="1538376" cy="1207008"/>
          </a:xfrm>
          <a:custGeom>
            <a:avLst/>
            <a:gdLst/>
            <a:ahLst/>
            <a:cxnLst/>
            <a:rect l="l" t="t" r="r" b="b"/>
            <a:pathLst>
              <a:path w="1748154" h="1371600">
                <a:moveTo>
                  <a:pt x="1591690" y="12700"/>
                </a:moveTo>
                <a:lnTo>
                  <a:pt x="156311" y="12700"/>
                </a:lnTo>
                <a:lnTo>
                  <a:pt x="167398" y="0"/>
                </a:lnTo>
                <a:lnTo>
                  <a:pt x="1580603" y="0"/>
                </a:lnTo>
                <a:lnTo>
                  <a:pt x="1591690" y="12700"/>
                </a:lnTo>
                <a:close/>
              </a:path>
              <a:path w="1748154" h="1371600">
                <a:moveTo>
                  <a:pt x="227139" y="25400"/>
                </a:moveTo>
                <a:lnTo>
                  <a:pt x="124650" y="25400"/>
                </a:lnTo>
                <a:lnTo>
                  <a:pt x="134924" y="12700"/>
                </a:lnTo>
                <a:lnTo>
                  <a:pt x="232918" y="12700"/>
                </a:lnTo>
                <a:lnTo>
                  <a:pt x="227139" y="25400"/>
                </a:lnTo>
                <a:close/>
              </a:path>
              <a:path w="1748154" h="1371600">
                <a:moveTo>
                  <a:pt x="232600" y="25400"/>
                </a:moveTo>
                <a:lnTo>
                  <a:pt x="232918" y="12700"/>
                </a:lnTo>
                <a:lnTo>
                  <a:pt x="238429" y="12700"/>
                </a:lnTo>
                <a:lnTo>
                  <a:pt x="232600" y="25400"/>
                </a:lnTo>
                <a:close/>
              </a:path>
              <a:path w="1748154" h="1371600">
                <a:moveTo>
                  <a:pt x="1515402" y="25400"/>
                </a:moveTo>
                <a:lnTo>
                  <a:pt x="1509572" y="12700"/>
                </a:lnTo>
                <a:lnTo>
                  <a:pt x="1515071" y="12700"/>
                </a:lnTo>
                <a:lnTo>
                  <a:pt x="1515402" y="25400"/>
                </a:lnTo>
                <a:close/>
              </a:path>
              <a:path w="1748154" h="1371600">
                <a:moveTo>
                  <a:pt x="1623352" y="25400"/>
                </a:moveTo>
                <a:lnTo>
                  <a:pt x="1520863" y="25400"/>
                </a:lnTo>
                <a:lnTo>
                  <a:pt x="1515071" y="12700"/>
                </a:lnTo>
                <a:lnTo>
                  <a:pt x="1613077" y="12700"/>
                </a:lnTo>
                <a:lnTo>
                  <a:pt x="1623352" y="25400"/>
                </a:lnTo>
                <a:close/>
              </a:path>
              <a:path w="1748154" h="1371600">
                <a:moveTo>
                  <a:pt x="164757" y="38100"/>
                </a:moveTo>
                <a:lnTo>
                  <a:pt x="104990" y="38100"/>
                </a:lnTo>
                <a:lnTo>
                  <a:pt x="114668" y="25400"/>
                </a:lnTo>
                <a:lnTo>
                  <a:pt x="175234" y="25400"/>
                </a:lnTo>
                <a:lnTo>
                  <a:pt x="164757" y="38100"/>
                </a:lnTo>
                <a:close/>
              </a:path>
              <a:path w="1748154" h="1371600">
                <a:moveTo>
                  <a:pt x="1643011" y="38100"/>
                </a:moveTo>
                <a:lnTo>
                  <a:pt x="1583245" y="38100"/>
                </a:lnTo>
                <a:lnTo>
                  <a:pt x="1572767" y="25400"/>
                </a:lnTo>
                <a:lnTo>
                  <a:pt x="1633334" y="25400"/>
                </a:lnTo>
                <a:lnTo>
                  <a:pt x="1643011" y="38100"/>
                </a:lnTo>
                <a:close/>
              </a:path>
              <a:path w="1748154" h="1371600">
                <a:moveTo>
                  <a:pt x="136499" y="50800"/>
                </a:moveTo>
                <a:lnTo>
                  <a:pt x="86652" y="50800"/>
                </a:lnTo>
                <a:lnTo>
                  <a:pt x="95656" y="38100"/>
                </a:lnTo>
                <a:lnTo>
                  <a:pt x="146227" y="38100"/>
                </a:lnTo>
                <a:lnTo>
                  <a:pt x="136499" y="50800"/>
                </a:lnTo>
                <a:close/>
              </a:path>
              <a:path w="1748154" h="1371600">
                <a:moveTo>
                  <a:pt x="1661350" y="50800"/>
                </a:moveTo>
                <a:lnTo>
                  <a:pt x="1611502" y="50800"/>
                </a:lnTo>
                <a:lnTo>
                  <a:pt x="1601774" y="38100"/>
                </a:lnTo>
                <a:lnTo>
                  <a:pt x="1652346" y="38100"/>
                </a:lnTo>
                <a:lnTo>
                  <a:pt x="1661350" y="50800"/>
                </a:lnTo>
                <a:close/>
              </a:path>
              <a:path w="1748154" h="1371600">
                <a:moveTo>
                  <a:pt x="94868" y="76200"/>
                </a:moveTo>
                <a:lnTo>
                  <a:pt x="61836" y="76200"/>
                </a:lnTo>
                <a:lnTo>
                  <a:pt x="69722" y="63500"/>
                </a:lnTo>
                <a:lnTo>
                  <a:pt x="78003" y="50800"/>
                </a:lnTo>
                <a:lnTo>
                  <a:pt x="119468" y="50800"/>
                </a:lnTo>
                <a:lnTo>
                  <a:pt x="110617" y="63500"/>
                </a:lnTo>
                <a:lnTo>
                  <a:pt x="103047" y="63500"/>
                </a:lnTo>
                <a:lnTo>
                  <a:pt x="94868" y="76200"/>
                </a:lnTo>
                <a:close/>
              </a:path>
              <a:path w="1748154" h="1371600">
                <a:moveTo>
                  <a:pt x="1686166" y="76200"/>
                </a:moveTo>
                <a:lnTo>
                  <a:pt x="1653133" y="76200"/>
                </a:lnTo>
                <a:lnTo>
                  <a:pt x="1644954" y="63500"/>
                </a:lnTo>
                <a:lnTo>
                  <a:pt x="1637385" y="63500"/>
                </a:lnTo>
                <a:lnTo>
                  <a:pt x="1628533" y="50800"/>
                </a:lnTo>
                <a:lnTo>
                  <a:pt x="1669999" y="50800"/>
                </a:lnTo>
                <a:lnTo>
                  <a:pt x="1678266" y="63500"/>
                </a:lnTo>
                <a:lnTo>
                  <a:pt x="1686166" y="76200"/>
                </a:lnTo>
                <a:close/>
              </a:path>
              <a:path w="1748154" h="1371600">
                <a:moveTo>
                  <a:pt x="61506" y="114300"/>
                </a:moveTo>
                <a:lnTo>
                  <a:pt x="34429" y="114300"/>
                </a:lnTo>
                <a:lnTo>
                  <a:pt x="40627" y="101600"/>
                </a:lnTo>
                <a:lnTo>
                  <a:pt x="47282" y="88900"/>
                </a:lnTo>
                <a:lnTo>
                  <a:pt x="54356" y="76200"/>
                </a:lnTo>
                <a:lnTo>
                  <a:pt x="87909" y="76200"/>
                </a:lnTo>
                <a:lnTo>
                  <a:pt x="80429" y="88900"/>
                </a:lnTo>
                <a:lnTo>
                  <a:pt x="80835" y="88900"/>
                </a:lnTo>
                <a:lnTo>
                  <a:pt x="73748" y="101600"/>
                </a:lnTo>
                <a:lnTo>
                  <a:pt x="67805" y="101600"/>
                </a:lnTo>
                <a:lnTo>
                  <a:pt x="61506" y="114300"/>
                </a:lnTo>
                <a:close/>
              </a:path>
              <a:path w="1748154" h="1371600">
                <a:moveTo>
                  <a:pt x="1713572" y="114300"/>
                </a:moveTo>
                <a:lnTo>
                  <a:pt x="1686496" y="114300"/>
                </a:lnTo>
                <a:lnTo>
                  <a:pt x="1680197" y="101600"/>
                </a:lnTo>
                <a:lnTo>
                  <a:pt x="1674253" y="101600"/>
                </a:lnTo>
                <a:lnTo>
                  <a:pt x="1667154" y="88900"/>
                </a:lnTo>
                <a:lnTo>
                  <a:pt x="1667573" y="88900"/>
                </a:lnTo>
                <a:lnTo>
                  <a:pt x="1660093" y="76200"/>
                </a:lnTo>
                <a:lnTo>
                  <a:pt x="1693646" y="76200"/>
                </a:lnTo>
                <a:lnTo>
                  <a:pt x="1700720" y="88900"/>
                </a:lnTo>
                <a:lnTo>
                  <a:pt x="1707362" y="101600"/>
                </a:lnTo>
                <a:lnTo>
                  <a:pt x="1713572" y="114300"/>
                </a:lnTo>
                <a:close/>
              </a:path>
              <a:path w="1748154" h="1371600">
                <a:moveTo>
                  <a:pt x="31940" y="177800"/>
                </a:moveTo>
                <a:lnTo>
                  <a:pt x="7416" y="177800"/>
                </a:lnTo>
                <a:lnTo>
                  <a:pt x="10629" y="165100"/>
                </a:lnTo>
                <a:lnTo>
                  <a:pt x="14389" y="152400"/>
                </a:lnTo>
                <a:lnTo>
                  <a:pt x="18656" y="139700"/>
                </a:lnTo>
                <a:lnTo>
                  <a:pt x="23431" y="127000"/>
                </a:lnTo>
                <a:lnTo>
                  <a:pt x="28689" y="114300"/>
                </a:lnTo>
                <a:lnTo>
                  <a:pt x="61849" y="114300"/>
                </a:lnTo>
                <a:lnTo>
                  <a:pt x="55981" y="127000"/>
                </a:lnTo>
                <a:lnTo>
                  <a:pt x="51155" y="127000"/>
                </a:lnTo>
                <a:lnTo>
                  <a:pt x="46177" y="139700"/>
                </a:lnTo>
                <a:lnTo>
                  <a:pt x="46443" y="139700"/>
                </a:lnTo>
                <a:lnTo>
                  <a:pt x="41922" y="152400"/>
                </a:lnTo>
                <a:lnTo>
                  <a:pt x="38341" y="152400"/>
                </a:lnTo>
                <a:lnTo>
                  <a:pt x="34797" y="165100"/>
                </a:lnTo>
                <a:lnTo>
                  <a:pt x="34988" y="165100"/>
                </a:lnTo>
                <a:lnTo>
                  <a:pt x="31940" y="177800"/>
                </a:lnTo>
                <a:close/>
              </a:path>
              <a:path w="1748154" h="1371600">
                <a:moveTo>
                  <a:pt x="1740573" y="177800"/>
                </a:moveTo>
                <a:lnTo>
                  <a:pt x="1716062" y="177800"/>
                </a:lnTo>
                <a:lnTo>
                  <a:pt x="1713014" y="165100"/>
                </a:lnTo>
                <a:lnTo>
                  <a:pt x="1713204" y="165100"/>
                </a:lnTo>
                <a:lnTo>
                  <a:pt x="1709661" y="152400"/>
                </a:lnTo>
                <a:lnTo>
                  <a:pt x="1706067" y="152400"/>
                </a:lnTo>
                <a:lnTo>
                  <a:pt x="1701558" y="139700"/>
                </a:lnTo>
                <a:lnTo>
                  <a:pt x="1701825" y="139700"/>
                </a:lnTo>
                <a:lnTo>
                  <a:pt x="1696834" y="127000"/>
                </a:lnTo>
                <a:lnTo>
                  <a:pt x="1692021" y="127000"/>
                </a:lnTo>
                <a:lnTo>
                  <a:pt x="1686153" y="114300"/>
                </a:lnTo>
                <a:lnTo>
                  <a:pt x="1719313" y="114300"/>
                </a:lnTo>
                <a:lnTo>
                  <a:pt x="1724571" y="127000"/>
                </a:lnTo>
                <a:lnTo>
                  <a:pt x="1729346" y="139700"/>
                </a:lnTo>
                <a:lnTo>
                  <a:pt x="1733613" y="152400"/>
                </a:lnTo>
                <a:lnTo>
                  <a:pt x="1737360" y="165100"/>
                </a:lnTo>
                <a:lnTo>
                  <a:pt x="1740573" y="177800"/>
                </a:lnTo>
                <a:close/>
              </a:path>
              <a:path w="1748154" h="1371600">
                <a:moveTo>
                  <a:pt x="38125" y="165100"/>
                </a:moveTo>
                <a:lnTo>
                  <a:pt x="38341" y="152400"/>
                </a:lnTo>
                <a:lnTo>
                  <a:pt x="42163" y="152400"/>
                </a:lnTo>
                <a:lnTo>
                  <a:pt x="38125" y="165100"/>
                </a:lnTo>
                <a:close/>
              </a:path>
              <a:path w="1748154" h="1371600">
                <a:moveTo>
                  <a:pt x="1709877" y="165100"/>
                </a:moveTo>
                <a:lnTo>
                  <a:pt x="1705825" y="152400"/>
                </a:lnTo>
                <a:lnTo>
                  <a:pt x="1709661" y="152400"/>
                </a:lnTo>
                <a:lnTo>
                  <a:pt x="1709877" y="165100"/>
                </a:lnTo>
                <a:close/>
              </a:path>
              <a:path w="1748154" h="1371600">
                <a:moveTo>
                  <a:pt x="29679" y="190500"/>
                </a:moveTo>
                <a:lnTo>
                  <a:pt x="3644" y="190500"/>
                </a:lnTo>
                <a:lnTo>
                  <a:pt x="4775" y="177800"/>
                </a:lnTo>
                <a:lnTo>
                  <a:pt x="32105" y="177800"/>
                </a:lnTo>
                <a:lnTo>
                  <a:pt x="29679" y="190500"/>
                </a:lnTo>
                <a:close/>
              </a:path>
              <a:path w="1748154" h="1371600">
                <a:moveTo>
                  <a:pt x="1744357" y="190500"/>
                </a:moveTo>
                <a:lnTo>
                  <a:pt x="1718424" y="190500"/>
                </a:lnTo>
                <a:lnTo>
                  <a:pt x="1715897" y="177800"/>
                </a:lnTo>
                <a:lnTo>
                  <a:pt x="1743227" y="177800"/>
                </a:lnTo>
                <a:lnTo>
                  <a:pt x="1744357" y="190500"/>
                </a:lnTo>
                <a:close/>
              </a:path>
              <a:path w="1748154" h="1371600">
                <a:moveTo>
                  <a:pt x="27800" y="203200"/>
                </a:moveTo>
                <a:lnTo>
                  <a:pt x="1841" y="203200"/>
                </a:lnTo>
                <a:lnTo>
                  <a:pt x="2667" y="190500"/>
                </a:lnTo>
                <a:lnTo>
                  <a:pt x="28676" y="190500"/>
                </a:lnTo>
                <a:lnTo>
                  <a:pt x="27800" y="203200"/>
                </a:lnTo>
                <a:close/>
              </a:path>
              <a:path w="1748154" h="1371600">
                <a:moveTo>
                  <a:pt x="1746161" y="203200"/>
                </a:moveTo>
                <a:lnTo>
                  <a:pt x="1720253" y="203200"/>
                </a:lnTo>
                <a:lnTo>
                  <a:pt x="1719376" y="190500"/>
                </a:lnTo>
                <a:lnTo>
                  <a:pt x="1745335" y="190500"/>
                </a:lnTo>
                <a:lnTo>
                  <a:pt x="1746161" y="203200"/>
                </a:lnTo>
                <a:close/>
              </a:path>
              <a:path w="1748154" h="1371600">
                <a:moveTo>
                  <a:pt x="26441" y="215900"/>
                </a:moveTo>
                <a:lnTo>
                  <a:pt x="622" y="215900"/>
                </a:lnTo>
                <a:lnTo>
                  <a:pt x="1155" y="203200"/>
                </a:lnTo>
                <a:lnTo>
                  <a:pt x="27050" y="203200"/>
                </a:lnTo>
                <a:lnTo>
                  <a:pt x="26441" y="215900"/>
                </a:lnTo>
                <a:close/>
              </a:path>
              <a:path w="1748154" h="1371600">
                <a:moveTo>
                  <a:pt x="1747380" y="215900"/>
                </a:moveTo>
                <a:lnTo>
                  <a:pt x="1721599" y="215900"/>
                </a:lnTo>
                <a:lnTo>
                  <a:pt x="1720989" y="203200"/>
                </a:lnTo>
                <a:lnTo>
                  <a:pt x="1746846" y="203200"/>
                </a:lnTo>
                <a:lnTo>
                  <a:pt x="1747380" y="215900"/>
                </a:lnTo>
                <a:close/>
              </a:path>
              <a:path w="1748154" h="1371600">
                <a:moveTo>
                  <a:pt x="25387" y="1143000"/>
                </a:moveTo>
                <a:lnTo>
                  <a:pt x="0" y="1143000"/>
                </a:lnTo>
                <a:lnTo>
                  <a:pt x="0" y="228600"/>
                </a:lnTo>
                <a:lnTo>
                  <a:pt x="228" y="215900"/>
                </a:lnTo>
                <a:lnTo>
                  <a:pt x="25603" y="215900"/>
                </a:lnTo>
                <a:lnTo>
                  <a:pt x="25323" y="228600"/>
                </a:lnTo>
                <a:lnTo>
                  <a:pt x="25387" y="1143000"/>
                </a:lnTo>
                <a:close/>
              </a:path>
              <a:path w="1748154" h="1371600">
                <a:moveTo>
                  <a:pt x="1748002" y="1143000"/>
                </a:moveTo>
                <a:lnTo>
                  <a:pt x="1722602" y="1143000"/>
                </a:lnTo>
                <a:lnTo>
                  <a:pt x="1722615" y="228600"/>
                </a:lnTo>
                <a:lnTo>
                  <a:pt x="1722412" y="215900"/>
                </a:lnTo>
                <a:lnTo>
                  <a:pt x="1747774" y="215900"/>
                </a:lnTo>
                <a:lnTo>
                  <a:pt x="1748002" y="228600"/>
                </a:lnTo>
                <a:lnTo>
                  <a:pt x="1748002" y="1143000"/>
                </a:lnTo>
                <a:close/>
              </a:path>
              <a:path w="1748154" h="1371600">
                <a:moveTo>
                  <a:pt x="25933" y="1155700"/>
                </a:moveTo>
                <a:lnTo>
                  <a:pt x="622" y="1155700"/>
                </a:lnTo>
                <a:lnTo>
                  <a:pt x="228" y="1143000"/>
                </a:lnTo>
                <a:lnTo>
                  <a:pt x="25590" y="1143000"/>
                </a:lnTo>
                <a:lnTo>
                  <a:pt x="25933" y="1155700"/>
                </a:lnTo>
                <a:close/>
              </a:path>
              <a:path w="1748154" h="1371600">
                <a:moveTo>
                  <a:pt x="1747380" y="1155700"/>
                </a:moveTo>
                <a:lnTo>
                  <a:pt x="1722043" y="1155700"/>
                </a:lnTo>
                <a:lnTo>
                  <a:pt x="1722399" y="1143000"/>
                </a:lnTo>
                <a:lnTo>
                  <a:pt x="1747774" y="1143000"/>
                </a:lnTo>
                <a:lnTo>
                  <a:pt x="1747380" y="1155700"/>
                </a:lnTo>
                <a:close/>
              </a:path>
              <a:path w="1748154" h="1371600">
                <a:moveTo>
                  <a:pt x="27749" y="1168400"/>
                </a:moveTo>
                <a:lnTo>
                  <a:pt x="1841" y="1168400"/>
                </a:lnTo>
                <a:lnTo>
                  <a:pt x="1155" y="1155700"/>
                </a:lnTo>
                <a:lnTo>
                  <a:pt x="27012" y="1155700"/>
                </a:lnTo>
                <a:lnTo>
                  <a:pt x="27749" y="1168400"/>
                </a:lnTo>
                <a:close/>
              </a:path>
              <a:path w="1748154" h="1371600">
                <a:moveTo>
                  <a:pt x="1746161" y="1168400"/>
                </a:moveTo>
                <a:lnTo>
                  <a:pt x="1720202" y="1168400"/>
                </a:lnTo>
                <a:lnTo>
                  <a:pt x="1720951" y="1155700"/>
                </a:lnTo>
                <a:lnTo>
                  <a:pt x="1746846" y="1155700"/>
                </a:lnTo>
                <a:lnTo>
                  <a:pt x="1746161" y="1168400"/>
                </a:lnTo>
                <a:close/>
              </a:path>
              <a:path w="1748154" h="1371600">
                <a:moveTo>
                  <a:pt x="46443" y="1231900"/>
                </a:moveTo>
                <a:lnTo>
                  <a:pt x="18656" y="1231900"/>
                </a:lnTo>
                <a:lnTo>
                  <a:pt x="14389" y="1219200"/>
                </a:lnTo>
                <a:lnTo>
                  <a:pt x="10629" y="1206500"/>
                </a:lnTo>
                <a:lnTo>
                  <a:pt x="7416" y="1193800"/>
                </a:lnTo>
                <a:lnTo>
                  <a:pt x="4775" y="1181100"/>
                </a:lnTo>
                <a:lnTo>
                  <a:pt x="3644" y="1181100"/>
                </a:lnTo>
                <a:lnTo>
                  <a:pt x="2667" y="1168400"/>
                </a:lnTo>
                <a:lnTo>
                  <a:pt x="28625" y="1168400"/>
                </a:lnTo>
                <a:lnTo>
                  <a:pt x="29578" y="1181100"/>
                </a:lnTo>
                <a:lnTo>
                  <a:pt x="32105" y="1193800"/>
                </a:lnTo>
                <a:lnTo>
                  <a:pt x="34797" y="1193800"/>
                </a:lnTo>
                <a:lnTo>
                  <a:pt x="38341" y="1206500"/>
                </a:lnTo>
                <a:lnTo>
                  <a:pt x="38125" y="1206500"/>
                </a:lnTo>
                <a:lnTo>
                  <a:pt x="42163" y="1219200"/>
                </a:lnTo>
                <a:lnTo>
                  <a:pt x="41922" y="1219200"/>
                </a:lnTo>
                <a:lnTo>
                  <a:pt x="46443" y="1231900"/>
                </a:lnTo>
                <a:close/>
              </a:path>
              <a:path w="1748154" h="1371600">
                <a:moveTo>
                  <a:pt x="1729346" y="1231900"/>
                </a:moveTo>
                <a:lnTo>
                  <a:pt x="1701558" y="1231900"/>
                </a:lnTo>
                <a:lnTo>
                  <a:pt x="1706067" y="1219200"/>
                </a:lnTo>
                <a:lnTo>
                  <a:pt x="1705825" y="1219200"/>
                </a:lnTo>
                <a:lnTo>
                  <a:pt x="1709877" y="1206500"/>
                </a:lnTo>
                <a:lnTo>
                  <a:pt x="1709661" y="1206500"/>
                </a:lnTo>
                <a:lnTo>
                  <a:pt x="1713204" y="1193800"/>
                </a:lnTo>
                <a:lnTo>
                  <a:pt x="1715897" y="1193800"/>
                </a:lnTo>
                <a:lnTo>
                  <a:pt x="1718322" y="1181100"/>
                </a:lnTo>
                <a:lnTo>
                  <a:pt x="1719326" y="1168400"/>
                </a:lnTo>
                <a:lnTo>
                  <a:pt x="1745335" y="1168400"/>
                </a:lnTo>
                <a:lnTo>
                  <a:pt x="1744357" y="1181100"/>
                </a:lnTo>
                <a:lnTo>
                  <a:pt x="1743227" y="1181100"/>
                </a:lnTo>
                <a:lnTo>
                  <a:pt x="1740573" y="1193800"/>
                </a:lnTo>
                <a:lnTo>
                  <a:pt x="1737360" y="1206500"/>
                </a:lnTo>
                <a:lnTo>
                  <a:pt x="1733613" y="1219200"/>
                </a:lnTo>
                <a:lnTo>
                  <a:pt x="1729346" y="1231900"/>
                </a:lnTo>
                <a:close/>
              </a:path>
              <a:path w="1748154" h="1371600">
                <a:moveTo>
                  <a:pt x="34988" y="1193800"/>
                </a:moveTo>
                <a:lnTo>
                  <a:pt x="32105" y="1193800"/>
                </a:lnTo>
                <a:lnTo>
                  <a:pt x="31940" y="1181100"/>
                </a:lnTo>
                <a:lnTo>
                  <a:pt x="34988" y="1193800"/>
                </a:lnTo>
                <a:close/>
              </a:path>
              <a:path w="1748154" h="1371600">
                <a:moveTo>
                  <a:pt x="1715897" y="1193800"/>
                </a:moveTo>
                <a:lnTo>
                  <a:pt x="1713014" y="1193800"/>
                </a:lnTo>
                <a:lnTo>
                  <a:pt x="1716062" y="1181100"/>
                </a:lnTo>
                <a:lnTo>
                  <a:pt x="1715897" y="1193800"/>
                </a:lnTo>
                <a:close/>
              </a:path>
              <a:path w="1748154" h="1371600">
                <a:moveTo>
                  <a:pt x="80835" y="1282700"/>
                </a:moveTo>
                <a:lnTo>
                  <a:pt x="47282" y="1282700"/>
                </a:lnTo>
                <a:lnTo>
                  <a:pt x="40627" y="1270000"/>
                </a:lnTo>
                <a:lnTo>
                  <a:pt x="34429" y="1257300"/>
                </a:lnTo>
                <a:lnTo>
                  <a:pt x="28689" y="1244600"/>
                </a:lnTo>
                <a:lnTo>
                  <a:pt x="23431" y="1231900"/>
                </a:lnTo>
                <a:lnTo>
                  <a:pt x="50863" y="1231900"/>
                </a:lnTo>
                <a:lnTo>
                  <a:pt x="56299" y="1244600"/>
                </a:lnTo>
                <a:lnTo>
                  <a:pt x="55981" y="1244600"/>
                </a:lnTo>
                <a:lnTo>
                  <a:pt x="61849" y="1257300"/>
                </a:lnTo>
                <a:lnTo>
                  <a:pt x="67437" y="1257300"/>
                </a:lnTo>
                <a:lnTo>
                  <a:pt x="74129" y="1270000"/>
                </a:lnTo>
                <a:lnTo>
                  <a:pt x="73748" y="1270000"/>
                </a:lnTo>
                <a:lnTo>
                  <a:pt x="80835" y="1282700"/>
                </a:lnTo>
                <a:close/>
              </a:path>
              <a:path w="1748154" h="1371600">
                <a:moveTo>
                  <a:pt x="1700720" y="1282700"/>
                </a:moveTo>
                <a:lnTo>
                  <a:pt x="1667154" y="1282700"/>
                </a:lnTo>
                <a:lnTo>
                  <a:pt x="1674253" y="1270000"/>
                </a:lnTo>
                <a:lnTo>
                  <a:pt x="1673872" y="1270000"/>
                </a:lnTo>
                <a:lnTo>
                  <a:pt x="1680565" y="1257300"/>
                </a:lnTo>
                <a:lnTo>
                  <a:pt x="1686153" y="1257300"/>
                </a:lnTo>
                <a:lnTo>
                  <a:pt x="1692021" y="1244600"/>
                </a:lnTo>
                <a:lnTo>
                  <a:pt x="1691703" y="1244600"/>
                </a:lnTo>
                <a:lnTo>
                  <a:pt x="1697139" y="1231900"/>
                </a:lnTo>
                <a:lnTo>
                  <a:pt x="1724571" y="1231900"/>
                </a:lnTo>
                <a:lnTo>
                  <a:pt x="1719313" y="1244600"/>
                </a:lnTo>
                <a:lnTo>
                  <a:pt x="1713572" y="1257300"/>
                </a:lnTo>
                <a:lnTo>
                  <a:pt x="1707362" y="1270000"/>
                </a:lnTo>
                <a:lnTo>
                  <a:pt x="1700720" y="1282700"/>
                </a:lnTo>
                <a:close/>
              </a:path>
              <a:path w="1748154" h="1371600">
                <a:moveTo>
                  <a:pt x="111112" y="1308100"/>
                </a:moveTo>
                <a:lnTo>
                  <a:pt x="69722" y="1308100"/>
                </a:lnTo>
                <a:lnTo>
                  <a:pt x="61836" y="1295400"/>
                </a:lnTo>
                <a:lnTo>
                  <a:pt x="54356" y="1282700"/>
                </a:lnTo>
                <a:lnTo>
                  <a:pt x="87477" y="1282700"/>
                </a:lnTo>
                <a:lnTo>
                  <a:pt x="95313" y="1295400"/>
                </a:lnTo>
                <a:lnTo>
                  <a:pt x="102577" y="1295400"/>
                </a:lnTo>
                <a:lnTo>
                  <a:pt x="111112" y="1308100"/>
                </a:lnTo>
                <a:close/>
              </a:path>
              <a:path w="1748154" h="1371600">
                <a:moveTo>
                  <a:pt x="1678266" y="1308100"/>
                </a:moveTo>
                <a:lnTo>
                  <a:pt x="1636890" y="1308100"/>
                </a:lnTo>
                <a:lnTo>
                  <a:pt x="1645412" y="1295400"/>
                </a:lnTo>
                <a:lnTo>
                  <a:pt x="1652689" y="1295400"/>
                </a:lnTo>
                <a:lnTo>
                  <a:pt x="1660525" y="1282700"/>
                </a:lnTo>
                <a:lnTo>
                  <a:pt x="1693646" y="1282700"/>
                </a:lnTo>
                <a:lnTo>
                  <a:pt x="1686166" y="1295400"/>
                </a:lnTo>
                <a:lnTo>
                  <a:pt x="1678266" y="1308100"/>
                </a:lnTo>
                <a:close/>
              </a:path>
              <a:path w="1748154" h="1371600">
                <a:moveTo>
                  <a:pt x="128117" y="1320800"/>
                </a:moveTo>
                <a:lnTo>
                  <a:pt x="86652" y="1320800"/>
                </a:lnTo>
                <a:lnTo>
                  <a:pt x="78003" y="1308100"/>
                </a:lnTo>
                <a:lnTo>
                  <a:pt x="118960" y="1308100"/>
                </a:lnTo>
                <a:lnTo>
                  <a:pt x="128117" y="1320800"/>
                </a:lnTo>
                <a:close/>
              </a:path>
              <a:path w="1748154" h="1371600">
                <a:moveTo>
                  <a:pt x="1661350" y="1320800"/>
                </a:moveTo>
                <a:lnTo>
                  <a:pt x="1619885" y="1320800"/>
                </a:lnTo>
                <a:lnTo>
                  <a:pt x="1629041" y="1308100"/>
                </a:lnTo>
                <a:lnTo>
                  <a:pt x="1669999" y="1308100"/>
                </a:lnTo>
                <a:lnTo>
                  <a:pt x="1661350" y="1320800"/>
                </a:lnTo>
                <a:close/>
              </a:path>
              <a:path w="1748154" h="1371600">
                <a:moveTo>
                  <a:pt x="155663" y="1333500"/>
                </a:moveTo>
                <a:lnTo>
                  <a:pt x="104990" y="1333500"/>
                </a:lnTo>
                <a:lnTo>
                  <a:pt x="95656" y="1320800"/>
                </a:lnTo>
                <a:lnTo>
                  <a:pt x="145669" y="1320800"/>
                </a:lnTo>
                <a:lnTo>
                  <a:pt x="155663" y="1333500"/>
                </a:lnTo>
                <a:close/>
              </a:path>
              <a:path w="1748154" h="1371600">
                <a:moveTo>
                  <a:pt x="1643011" y="1333500"/>
                </a:moveTo>
                <a:lnTo>
                  <a:pt x="1592338" y="1333500"/>
                </a:lnTo>
                <a:lnTo>
                  <a:pt x="1602333" y="1320800"/>
                </a:lnTo>
                <a:lnTo>
                  <a:pt x="1652346" y="1320800"/>
                </a:lnTo>
                <a:lnTo>
                  <a:pt x="1643011" y="1333500"/>
                </a:lnTo>
                <a:close/>
              </a:path>
              <a:path w="1748154" h="1371600">
                <a:moveTo>
                  <a:pt x="185343" y="1346200"/>
                </a:moveTo>
                <a:lnTo>
                  <a:pt x="124650" y="1346200"/>
                </a:lnTo>
                <a:lnTo>
                  <a:pt x="114668" y="1333500"/>
                </a:lnTo>
                <a:lnTo>
                  <a:pt x="174637" y="1333500"/>
                </a:lnTo>
                <a:lnTo>
                  <a:pt x="185343" y="1346200"/>
                </a:lnTo>
                <a:close/>
              </a:path>
              <a:path w="1748154" h="1371600">
                <a:moveTo>
                  <a:pt x="1623352" y="1346200"/>
                </a:moveTo>
                <a:lnTo>
                  <a:pt x="1562658" y="1346200"/>
                </a:lnTo>
                <a:lnTo>
                  <a:pt x="1573364" y="1333500"/>
                </a:lnTo>
                <a:lnTo>
                  <a:pt x="1633334" y="1333500"/>
                </a:lnTo>
                <a:lnTo>
                  <a:pt x="1623352" y="1346200"/>
                </a:lnTo>
                <a:close/>
              </a:path>
              <a:path w="1748154" h="1371600">
                <a:moveTo>
                  <a:pt x="1602511" y="1358900"/>
                </a:moveTo>
                <a:lnTo>
                  <a:pt x="145491" y="1358900"/>
                </a:lnTo>
                <a:lnTo>
                  <a:pt x="134924" y="1346200"/>
                </a:lnTo>
                <a:lnTo>
                  <a:pt x="1613077" y="1346200"/>
                </a:lnTo>
                <a:lnTo>
                  <a:pt x="1602511" y="1358900"/>
                </a:lnTo>
                <a:close/>
              </a:path>
              <a:path w="1748154" h="1371600">
                <a:moveTo>
                  <a:pt x="1569288" y="1371600"/>
                </a:moveTo>
                <a:lnTo>
                  <a:pt x="178714" y="1371600"/>
                </a:lnTo>
                <a:lnTo>
                  <a:pt x="167398" y="1358900"/>
                </a:lnTo>
                <a:lnTo>
                  <a:pt x="1580603" y="1358900"/>
                </a:lnTo>
                <a:lnTo>
                  <a:pt x="1569288" y="1371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86" name="object 141">
            <a:extLst>
              <a:ext uri="{FF2B5EF4-FFF2-40B4-BE49-F238E27FC236}">
                <a16:creationId xmlns:a16="http://schemas.microsoft.com/office/drawing/2014/main" id="{CDA20B60-C529-4778-A473-35CD23CEB28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10052" y="5384570"/>
            <a:ext cx="1525568" cy="1057204"/>
          </a:xfrm>
          <a:prstGeom prst="rect">
            <a:avLst/>
          </a:prstGeom>
        </p:spPr>
      </p:pic>
      <p:pic>
        <p:nvPicPr>
          <p:cNvPr id="87" name="object 142">
            <a:extLst>
              <a:ext uri="{FF2B5EF4-FFF2-40B4-BE49-F238E27FC236}">
                <a16:creationId xmlns:a16="http://schemas.microsoft.com/office/drawing/2014/main" id="{A7C7A09B-C0D6-49A5-B4A5-14E40540512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33740" y="5374668"/>
            <a:ext cx="334041" cy="339749"/>
          </a:xfrm>
          <a:prstGeom prst="rect">
            <a:avLst/>
          </a:prstGeom>
        </p:spPr>
      </p:pic>
      <p:sp>
        <p:nvSpPr>
          <p:cNvPr id="88" name="object 143">
            <a:extLst>
              <a:ext uri="{FF2B5EF4-FFF2-40B4-BE49-F238E27FC236}">
                <a16:creationId xmlns:a16="http://schemas.microsoft.com/office/drawing/2014/main" id="{D962CEAE-C8F3-4447-8C39-B07581D39B6C}"/>
              </a:ext>
            </a:extLst>
          </p:cNvPr>
          <p:cNvSpPr>
            <a:spLocks noGrp="1"/>
          </p:cNvSpPr>
          <p:nvPr/>
        </p:nvSpPr>
        <p:spPr>
          <a:xfrm>
            <a:off x="4736537" y="5460107"/>
            <a:ext cx="273243" cy="146142"/>
          </a:xfrm>
          <a:prstGeom prst="rect">
            <a:avLst/>
          </a:prstGeom>
        </p:spPr>
        <p:txBody>
          <a:bodyPr vert="horz" wrap="square" lIns="0" tIns="10617" rIns="0" bIns="0">
            <a:spAutoFit/>
          </a:bodyPr>
          <a:lstStyle/>
          <a:p>
            <a:pPr>
              <a:lnSpc>
                <a:spcPct val="100000"/>
              </a:lnSpc>
              <a:spcBef>
                <a:spcPts val="84"/>
              </a:spcBef>
              <a:buNone/>
            </a:pPr>
            <a:r>
              <a:rPr sz="880" b="1">
                <a:latin typeface="Calibri"/>
                <a:ea typeface="Calibri"/>
                <a:cs typeface="Calibri"/>
              </a:rPr>
              <a:t>busy</a:t>
            </a:r>
            <a:endParaRPr sz="880">
              <a:latin typeface="Calibri"/>
              <a:ea typeface="Calibri"/>
              <a:cs typeface="Calibri"/>
            </a:endParaRPr>
          </a:p>
        </p:txBody>
      </p:sp>
      <p:sp>
        <p:nvSpPr>
          <p:cNvPr id="89" name="object 150">
            <a:extLst>
              <a:ext uri="{FF2B5EF4-FFF2-40B4-BE49-F238E27FC236}">
                <a16:creationId xmlns:a16="http://schemas.microsoft.com/office/drawing/2014/main" id="{A562540D-083E-4D96-B3BC-395DBF45D70F}"/>
              </a:ext>
            </a:extLst>
          </p:cNvPr>
          <p:cNvSpPr>
            <a:spLocks noGrp="1"/>
          </p:cNvSpPr>
          <p:nvPr/>
        </p:nvSpPr>
        <p:spPr>
          <a:xfrm>
            <a:off x="6904112" y="4329633"/>
            <a:ext cx="401777" cy="1254506"/>
          </a:xfrm>
          <a:custGeom>
            <a:avLst/>
            <a:gdLst/>
            <a:ahLst/>
            <a:cxnLst/>
            <a:rect l="l" t="t" r="r" b="b"/>
            <a:pathLst>
              <a:path w="456565" h="1425575">
                <a:moveTo>
                  <a:pt x="214985" y="394830"/>
                </a:moveTo>
                <a:lnTo>
                  <a:pt x="214985" y="0"/>
                </a:lnTo>
                <a:lnTo>
                  <a:pt x="241097" y="77165"/>
                </a:lnTo>
                <a:lnTo>
                  <a:pt x="240385" y="77165"/>
                </a:lnTo>
                <a:lnTo>
                  <a:pt x="215658" y="81229"/>
                </a:lnTo>
                <a:lnTo>
                  <a:pt x="240385" y="154304"/>
                </a:lnTo>
                <a:lnTo>
                  <a:pt x="240385" y="382130"/>
                </a:lnTo>
                <a:lnTo>
                  <a:pt x="227685" y="382130"/>
                </a:lnTo>
                <a:lnTo>
                  <a:pt x="214985" y="394830"/>
                </a:lnTo>
                <a:close/>
              </a:path>
              <a:path w="456565" h="1425575">
                <a:moveTo>
                  <a:pt x="240385" y="154304"/>
                </a:moveTo>
                <a:lnTo>
                  <a:pt x="215658" y="81229"/>
                </a:lnTo>
                <a:lnTo>
                  <a:pt x="240385" y="77165"/>
                </a:lnTo>
                <a:lnTo>
                  <a:pt x="240385" y="154304"/>
                </a:lnTo>
                <a:close/>
              </a:path>
              <a:path w="456565" h="1425575">
                <a:moveTo>
                  <a:pt x="429269" y="712495"/>
                </a:moveTo>
                <a:lnTo>
                  <a:pt x="240385" y="154304"/>
                </a:lnTo>
                <a:lnTo>
                  <a:pt x="240385" y="77165"/>
                </a:lnTo>
                <a:lnTo>
                  <a:pt x="241097" y="77165"/>
                </a:lnTo>
                <a:lnTo>
                  <a:pt x="454707" y="708431"/>
                </a:lnTo>
                <a:lnTo>
                  <a:pt x="430644" y="708431"/>
                </a:lnTo>
                <a:lnTo>
                  <a:pt x="429269" y="712495"/>
                </a:lnTo>
                <a:close/>
              </a:path>
              <a:path w="456565" h="1425575">
                <a:moveTo>
                  <a:pt x="214985" y="1042860"/>
                </a:moveTo>
                <a:lnTo>
                  <a:pt x="0" y="1042860"/>
                </a:lnTo>
                <a:lnTo>
                  <a:pt x="0" y="382130"/>
                </a:lnTo>
                <a:lnTo>
                  <a:pt x="214985" y="382130"/>
                </a:lnTo>
                <a:lnTo>
                  <a:pt x="214985" y="394830"/>
                </a:lnTo>
                <a:lnTo>
                  <a:pt x="25400" y="394830"/>
                </a:lnTo>
                <a:lnTo>
                  <a:pt x="12700" y="407530"/>
                </a:lnTo>
                <a:lnTo>
                  <a:pt x="25400" y="407530"/>
                </a:lnTo>
                <a:lnTo>
                  <a:pt x="25400" y="1017460"/>
                </a:lnTo>
                <a:lnTo>
                  <a:pt x="12700" y="1017460"/>
                </a:lnTo>
                <a:lnTo>
                  <a:pt x="25400" y="1030160"/>
                </a:lnTo>
                <a:lnTo>
                  <a:pt x="214985" y="1030160"/>
                </a:lnTo>
                <a:lnTo>
                  <a:pt x="214985" y="1042860"/>
                </a:lnTo>
                <a:close/>
              </a:path>
              <a:path w="456565" h="1425575">
                <a:moveTo>
                  <a:pt x="240385" y="407530"/>
                </a:moveTo>
                <a:lnTo>
                  <a:pt x="25400" y="407530"/>
                </a:lnTo>
                <a:lnTo>
                  <a:pt x="25400" y="394830"/>
                </a:lnTo>
                <a:lnTo>
                  <a:pt x="214985" y="394830"/>
                </a:lnTo>
                <a:lnTo>
                  <a:pt x="227685" y="382130"/>
                </a:lnTo>
                <a:lnTo>
                  <a:pt x="240385" y="382130"/>
                </a:lnTo>
                <a:lnTo>
                  <a:pt x="240385" y="407530"/>
                </a:lnTo>
                <a:close/>
              </a:path>
              <a:path w="456565" h="1425575">
                <a:moveTo>
                  <a:pt x="25400" y="407530"/>
                </a:moveTo>
                <a:lnTo>
                  <a:pt x="12700" y="407530"/>
                </a:lnTo>
                <a:lnTo>
                  <a:pt x="25400" y="394830"/>
                </a:lnTo>
                <a:lnTo>
                  <a:pt x="25400" y="407530"/>
                </a:lnTo>
                <a:close/>
              </a:path>
              <a:path w="456565" h="1425575">
                <a:moveTo>
                  <a:pt x="430644" y="716572"/>
                </a:moveTo>
                <a:lnTo>
                  <a:pt x="429269" y="712495"/>
                </a:lnTo>
                <a:lnTo>
                  <a:pt x="430644" y="708431"/>
                </a:lnTo>
                <a:lnTo>
                  <a:pt x="430644" y="716572"/>
                </a:lnTo>
                <a:close/>
              </a:path>
              <a:path w="456565" h="1425575">
                <a:moveTo>
                  <a:pt x="454702" y="716572"/>
                </a:moveTo>
                <a:lnTo>
                  <a:pt x="430644" y="716572"/>
                </a:lnTo>
                <a:lnTo>
                  <a:pt x="430644" y="708431"/>
                </a:lnTo>
                <a:lnTo>
                  <a:pt x="454707" y="708431"/>
                </a:lnTo>
                <a:lnTo>
                  <a:pt x="456082" y="712495"/>
                </a:lnTo>
                <a:lnTo>
                  <a:pt x="454702" y="716572"/>
                </a:lnTo>
                <a:close/>
              </a:path>
              <a:path w="456565" h="1425575">
                <a:moveTo>
                  <a:pt x="241092" y="1347838"/>
                </a:moveTo>
                <a:lnTo>
                  <a:pt x="240385" y="1347838"/>
                </a:lnTo>
                <a:lnTo>
                  <a:pt x="240385" y="1270688"/>
                </a:lnTo>
                <a:lnTo>
                  <a:pt x="429269" y="712495"/>
                </a:lnTo>
                <a:lnTo>
                  <a:pt x="430644" y="716572"/>
                </a:lnTo>
                <a:lnTo>
                  <a:pt x="454702" y="716572"/>
                </a:lnTo>
                <a:lnTo>
                  <a:pt x="241092" y="1347838"/>
                </a:lnTo>
                <a:close/>
              </a:path>
              <a:path w="456565" h="1425575">
                <a:moveTo>
                  <a:pt x="25400" y="1030160"/>
                </a:moveTo>
                <a:lnTo>
                  <a:pt x="12700" y="1017460"/>
                </a:lnTo>
                <a:lnTo>
                  <a:pt x="25400" y="1017460"/>
                </a:lnTo>
                <a:lnTo>
                  <a:pt x="25400" y="1030160"/>
                </a:lnTo>
                <a:close/>
              </a:path>
              <a:path w="456565" h="1425575">
                <a:moveTo>
                  <a:pt x="240385" y="1042860"/>
                </a:moveTo>
                <a:lnTo>
                  <a:pt x="227685" y="1042860"/>
                </a:lnTo>
                <a:lnTo>
                  <a:pt x="214985" y="1030160"/>
                </a:lnTo>
                <a:lnTo>
                  <a:pt x="25400" y="1030160"/>
                </a:lnTo>
                <a:lnTo>
                  <a:pt x="25400" y="1017460"/>
                </a:lnTo>
                <a:lnTo>
                  <a:pt x="240385" y="1017460"/>
                </a:lnTo>
                <a:lnTo>
                  <a:pt x="240385" y="1042860"/>
                </a:lnTo>
                <a:close/>
              </a:path>
              <a:path w="456565" h="1425575">
                <a:moveTo>
                  <a:pt x="214985" y="1424990"/>
                </a:moveTo>
                <a:lnTo>
                  <a:pt x="214985" y="1030160"/>
                </a:lnTo>
                <a:lnTo>
                  <a:pt x="227685" y="1042860"/>
                </a:lnTo>
                <a:lnTo>
                  <a:pt x="240385" y="1042860"/>
                </a:lnTo>
                <a:lnTo>
                  <a:pt x="240385" y="1270688"/>
                </a:lnTo>
                <a:lnTo>
                  <a:pt x="215658" y="1343761"/>
                </a:lnTo>
                <a:lnTo>
                  <a:pt x="240385" y="1347838"/>
                </a:lnTo>
                <a:lnTo>
                  <a:pt x="241092" y="1347838"/>
                </a:lnTo>
                <a:lnTo>
                  <a:pt x="214985" y="1424990"/>
                </a:lnTo>
                <a:close/>
              </a:path>
              <a:path w="456565" h="1425575">
                <a:moveTo>
                  <a:pt x="240385" y="1347838"/>
                </a:moveTo>
                <a:lnTo>
                  <a:pt x="215658" y="1343761"/>
                </a:lnTo>
                <a:lnTo>
                  <a:pt x="240385" y="1270688"/>
                </a:lnTo>
                <a:lnTo>
                  <a:pt x="240385" y="13478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90" name="object 145">
            <a:extLst>
              <a:ext uri="{FF2B5EF4-FFF2-40B4-BE49-F238E27FC236}">
                <a16:creationId xmlns:a16="http://schemas.microsoft.com/office/drawing/2014/main" id="{27FDEFFD-298F-4204-919C-7F5D15282E9F}"/>
              </a:ext>
            </a:extLst>
          </p:cNvPr>
          <p:cNvSpPr>
            <a:spLocks noGrp="1"/>
          </p:cNvSpPr>
          <p:nvPr/>
        </p:nvSpPr>
        <p:spPr>
          <a:xfrm>
            <a:off x="4195619" y="5391375"/>
            <a:ext cx="358190" cy="344221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 marL="40792" indent="-29616">
              <a:lnSpc>
                <a:spcPct val="100000"/>
              </a:lnSpc>
              <a:spcBef>
                <a:spcPts val="88"/>
              </a:spcBef>
              <a:buNone/>
            </a:pPr>
            <a:r>
              <a:rPr sz="1056" b="1">
                <a:latin typeface="Calibri"/>
                <a:ea typeface="Calibri"/>
                <a:cs typeface="Calibri"/>
              </a:rPr>
              <a:t>Weak CPU</a:t>
            </a:r>
            <a:endParaRPr sz="1056">
              <a:latin typeface="Calibri"/>
              <a:ea typeface="Calibri"/>
              <a:cs typeface="Calibri"/>
            </a:endParaRPr>
          </a:p>
        </p:txBody>
      </p:sp>
      <p:pic>
        <p:nvPicPr>
          <p:cNvPr id="91" name="object 147">
            <a:extLst>
              <a:ext uri="{FF2B5EF4-FFF2-40B4-BE49-F238E27FC236}">
                <a16:creationId xmlns:a16="http://schemas.microsoft.com/office/drawing/2014/main" id="{5B787A01-481B-433C-AD5A-62104294E4F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32385" y="5791074"/>
            <a:ext cx="362962" cy="650700"/>
          </a:xfrm>
          <a:prstGeom prst="rect">
            <a:avLst/>
          </a:prstGeom>
        </p:spPr>
      </p:pic>
      <p:sp>
        <p:nvSpPr>
          <p:cNvPr id="92" name="object 148">
            <a:extLst>
              <a:ext uri="{FF2B5EF4-FFF2-40B4-BE49-F238E27FC236}">
                <a16:creationId xmlns:a16="http://schemas.microsoft.com/office/drawing/2014/main" id="{DE2053D4-AF53-487B-A365-1A307DA9EE66}"/>
              </a:ext>
            </a:extLst>
          </p:cNvPr>
          <p:cNvSpPr>
            <a:spLocks noGrp="1"/>
          </p:cNvSpPr>
          <p:nvPr/>
        </p:nvSpPr>
        <p:spPr>
          <a:xfrm>
            <a:off x="3377278" y="5556221"/>
            <a:ext cx="357073" cy="420217"/>
          </a:xfrm>
          <a:custGeom>
            <a:avLst/>
            <a:gdLst/>
            <a:ahLst/>
            <a:cxnLst/>
            <a:rect l="l" t="t" r="r" b="b"/>
            <a:pathLst>
              <a:path w="405764" h="477520">
                <a:moveTo>
                  <a:pt x="311264" y="53378"/>
                </a:moveTo>
                <a:lnTo>
                  <a:pt x="308737" y="53378"/>
                </a:lnTo>
                <a:lnTo>
                  <a:pt x="306514" y="52781"/>
                </a:lnTo>
                <a:lnTo>
                  <a:pt x="300558" y="43751"/>
                </a:lnTo>
                <a:lnTo>
                  <a:pt x="300888" y="41478"/>
                </a:lnTo>
                <a:lnTo>
                  <a:pt x="405422" y="0"/>
                </a:lnTo>
                <a:lnTo>
                  <a:pt x="403968" y="8293"/>
                </a:lnTo>
                <a:lnTo>
                  <a:pt x="385940" y="8293"/>
                </a:lnTo>
                <a:lnTo>
                  <a:pt x="363196" y="35208"/>
                </a:lnTo>
                <a:lnTo>
                  <a:pt x="313270" y="52933"/>
                </a:lnTo>
                <a:lnTo>
                  <a:pt x="311264" y="53378"/>
                </a:lnTo>
                <a:close/>
              </a:path>
              <a:path w="405764" h="477520">
                <a:moveTo>
                  <a:pt x="363196" y="35208"/>
                </a:moveTo>
                <a:lnTo>
                  <a:pt x="385940" y="8293"/>
                </a:lnTo>
                <a:lnTo>
                  <a:pt x="391277" y="12801"/>
                </a:lnTo>
                <a:lnTo>
                  <a:pt x="383832" y="12801"/>
                </a:lnTo>
                <a:lnTo>
                  <a:pt x="381013" y="28883"/>
                </a:lnTo>
                <a:lnTo>
                  <a:pt x="363196" y="35208"/>
                </a:lnTo>
                <a:close/>
              </a:path>
              <a:path w="405764" h="477520">
                <a:moveTo>
                  <a:pt x="377482" y="110845"/>
                </a:moveTo>
                <a:lnTo>
                  <a:pt x="368604" y="99694"/>
                </a:lnTo>
                <a:lnTo>
                  <a:pt x="377629" y="48196"/>
                </a:lnTo>
                <a:lnTo>
                  <a:pt x="377751" y="47501"/>
                </a:lnTo>
                <a:lnTo>
                  <a:pt x="400494" y="20586"/>
                </a:lnTo>
                <a:lnTo>
                  <a:pt x="385940" y="8293"/>
                </a:lnTo>
                <a:lnTo>
                  <a:pt x="403968" y="8293"/>
                </a:lnTo>
                <a:lnTo>
                  <a:pt x="387375" y="102971"/>
                </a:lnTo>
                <a:lnTo>
                  <a:pt x="379780" y="110693"/>
                </a:lnTo>
                <a:lnTo>
                  <a:pt x="377482" y="110845"/>
                </a:lnTo>
                <a:close/>
              </a:path>
              <a:path w="405764" h="477520">
                <a:moveTo>
                  <a:pt x="381013" y="28883"/>
                </a:moveTo>
                <a:lnTo>
                  <a:pt x="383832" y="12801"/>
                </a:lnTo>
                <a:lnTo>
                  <a:pt x="396405" y="23418"/>
                </a:lnTo>
                <a:lnTo>
                  <a:pt x="381013" y="28883"/>
                </a:lnTo>
                <a:close/>
              </a:path>
              <a:path w="405764" h="477520">
                <a:moveTo>
                  <a:pt x="377751" y="47501"/>
                </a:moveTo>
                <a:lnTo>
                  <a:pt x="381013" y="28883"/>
                </a:lnTo>
                <a:lnTo>
                  <a:pt x="396405" y="23418"/>
                </a:lnTo>
                <a:lnTo>
                  <a:pt x="383832" y="12801"/>
                </a:lnTo>
                <a:lnTo>
                  <a:pt x="391277" y="12801"/>
                </a:lnTo>
                <a:lnTo>
                  <a:pt x="400494" y="20586"/>
                </a:lnTo>
                <a:lnTo>
                  <a:pt x="377751" y="47501"/>
                </a:lnTo>
                <a:close/>
              </a:path>
              <a:path w="405764" h="477520">
                <a:moveTo>
                  <a:pt x="14554" y="477316"/>
                </a:moveTo>
                <a:lnTo>
                  <a:pt x="0" y="465023"/>
                </a:lnTo>
                <a:lnTo>
                  <a:pt x="363196" y="35208"/>
                </a:lnTo>
                <a:lnTo>
                  <a:pt x="381013" y="28883"/>
                </a:lnTo>
                <a:lnTo>
                  <a:pt x="377751" y="47501"/>
                </a:lnTo>
                <a:lnTo>
                  <a:pt x="14554" y="477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93" name="object 144">
            <a:extLst>
              <a:ext uri="{FF2B5EF4-FFF2-40B4-BE49-F238E27FC236}">
                <a16:creationId xmlns:a16="http://schemas.microsoft.com/office/drawing/2014/main" id="{65415DEC-4EC1-454D-B092-A6B622B4D32E}"/>
              </a:ext>
            </a:extLst>
          </p:cNvPr>
          <p:cNvSpPr>
            <a:spLocks noGrp="1"/>
          </p:cNvSpPr>
          <p:nvPr/>
        </p:nvSpPr>
        <p:spPr>
          <a:xfrm>
            <a:off x="5324954" y="5438315"/>
            <a:ext cx="1159510" cy="880110"/>
          </a:xfrm>
          <a:prstGeom prst="rect">
            <a:avLst/>
          </a:prstGeom>
        </p:spPr>
        <p:txBody>
          <a:bodyPr vert="horz" wrap="square" lIns="0" tIns="10617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84"/>
              </a:spcBef>
              <a:buNone/>
            </a:pPr>
            <a:r>
              <a:rPr sz="1408">
                <a:latin typeface="Calibri"/>
                <a:ea typeface="Calibri"/>
                <a:cs typeface="Calibri"/>
              </a:rPr>
              <a:t>Allocation with RPC:</a:t>
            </a:r>
          </a:p>
          <a:p>
            <a:pPr algn="ctr">
              <a:lnSpc>
                <a:spcPct val="100000"/>
              </a:lnSpc>
              <a:buNone/>
            </a:pPr>
            <a:r>
              <a:rPr sz="1408" b="1">
                <a:latin typeface="Calibri"/>
                <a:ea typeface="Calibri"/>
                <a:cs typeface="Calibri"/>
              </a:rPr>
              <a:t>Memory node </a:t>
            </a:r>
            <a:r>
              <a:rPr sz="1408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CPU execution</a:t>
            </a:r>
            <a:endParaRPr sz="1408">
              <a:latin typeface="Calibri"/>
              <a:ea typeface="Calibri"/>
              <a:cs typeface="Calibri"/>
            </a:endParaRPr>
          </a:p>
        </p:txBody>
      </p:sp>
      <p:sp>
        <p:nvSpPr>
          <p:cNvPr id="94" name="object 149">
            <a:extLst>
              <a:ext uri="{FF2B5EF4-FFF2-40B4-BE49-F238E27FC236}">
                <a16:creationId xmlns:a16="http://schemas.microsoft.com/office/drawing/2014/main" id="{6B80956C-FAE7-448A-92A4-6426068C29EB}"/>
              </a:ext>
            </a:extLst>
          </p:cNvPr>
          <p:cNvSpPr>
            <a:spLocks noGrp="1"/>
          </p:cNvSpPr>
          <p:nvPr/>
        </p:nvSpPr>
        <p:spPr>
          <a:xfrm>
            <a:off x="7038726" y="5876860"/>
            <a:ext cx="4158031" cy="319062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>
              <a:lnSpc>
                <a:spcPct val="100000"/>
              </a:lnSpc>
              <a:spcBef>
                <a:spcPts val="88"/>
              </a:spcBef>
              <a:buNone/>
            </a:pPr>
            <a:r>
              <a:rPr sz="2000" dirty="0">
                <a:latin typeface="Calibri"/>
                <a:ea typeface="Calibri"/>
                <a:cs typeface="Calibri"/>
              </a:rPr>
              <a:t>DM KV-Store in a YCSB-A workload</a:t>
            </a:r>
          </a:p>
        </p:txBody>
      </p:sp>
      <p:sp>
        <p:nvSpPr>
          <p:cNvPr id="95" name="object 151">
            <a:extLst>
              <a:ext uri="{FF2B5EF4-FFF2-40B4-BE49-F238E27FC236}">
                <a16:creationId xmlns:a16="http://schemas.microsoft.com/office/drawing/2014/main" id="{B8E6FBBD-0A44-4396-ABBF-82F9056FA21C}"/>
              </a:ext>
            </a:extLst>
          </p:cNvPr>
          <p:cNvSpPr>
            <a:spLocks noGrp="1"/>
          </p:cNvSpPr>
          <p:nvPr/>
        </p:nvSpPr>
        <p:spPr>
          <a:xfrm>
            <a:off x="2938319" y="6570555"/>
            <a:ext cx="3108100" cy="230832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>
              <a:lnSpc>
                <a:spcPts val="1817"/>
              </a:lnSpc>
              <a:buNone/>
            </a:pPr>
            <a:r>
              <a:rPr sz="1584" b="1">
                <a:latin typeface="Calibri"/>
                <a:ea typeface="Calibri"/>
                <a:cs typeface="Calibri"/>
              </a:rPr>
              <a:t>Remote Allocations Over Network</a:t>
            </a:r>
            <a:endParaRPr sz="1584">
              <a:latin typeface="Calibri"/>
              <a:ea typeface="Calibri"/>
              <a:cs typeface="Calibri"/>
            </a:endParaRPr>
          </a:p>
        </p:txBody>
      </p:sp>
      <p:sp>
        <p:nvSpPr>
          <p:cNvPr id="96" name="Label 153">
            <a:extLst>
              <a:ext uri="{FF2B5EF4-FFF2-40B4-BE49-F238E27FC236}">
                <a16:creationId xmlns:a16="http://schemas.microsoft.com/office/drawing/2014/main" id="{96C3B3D1-A274-4C95-8A0F-8D293867A0BF}"/>
              </a:ext>
            </a:extLst>
          </p:cNvPr>
          <p:cNvSpPr>
            <a:spLocks noGrp="1"/>
          </p:cNvSpPr>
          <p:nvPr/>
        </p:nvSpPr>
        <p:spPr>
          <a:xfrm rot="16200000">
            <a:off x="6526553" y="4570499"/>
            <a:ext cx="2332744" cy="2414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584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Throughput (Mops)</a:t>
            </a:r>
          </a:p>
        </p:txBody>
      </p:sp>
      <p:sp>
        <p:nvSpPr>
          <p:cNvPr id="97" name="Label 154">
            <a:extLst>
              <a:ext uri="{FF2B5EF4-FFF2-40B4-BE49-F238E27FC236}">
                <a16:creationId xmlns:a16="http://schemas.microsoft.com/office/drawing/2014/main" id="{D8A1F3F5-8ABA-48C2-A3E5-A3BFCBB72DCF}"/>
              </a:ext>
            </a:extLst>
          </p:cNvPr>
          <p:cNvSpPr>
            <a:spLocks noGrp="1"/>
          </p:cNvSpPr>
          <p:nvPr/>
        </p:nvSpPr>
        <p:spPr>
          <a:xfrm>
            <a:off x="7569005" y="4013933"/>
            <a:ext cx="481998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1.5</a:t>
            </a:r>
          </a:p>
        </p:txBody>
      </p:sp>
      <p:sp>
        <p:nvSpPr>
          <p:cNvPr id="98" name="Label 155">
            <a:extLst>
              <a:ext uri="{FF2B5EF4-FFF2-40B4-BE49-F238E27FC236}">
                <a16:creationId xmlns:a16="http://schemas.microsoft.com/office/drawing/2014/main" id="{40D798D5-B91D-478C-8BA5-CBF903B3BA78}"/>
              </a:ext>
            </a:extLst>
          </p:cNvPr>
          <p:cNvSpPr>
            <a:spLocks noGrp="1"/>
          </p:cNvSpPr>
          <p:nvPr/>
        </p:nvSpPr>
        <p:spPr>
          <a:xfrm>
            <a:off x="7569005" y="4480644"/>
            <a:ext cx="481998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1.0</a:t>
            </a:r>
          </a:p>
        </p:txBody>
      </p:sp>
      <p:sp>
        <p:nvSpPr>
          <p:cNvPr id="99" name="Label 156">
            <a:extLst>
              <a:ext uri="{FF2B5EF4-FFF2-40B4-BE49-F238E27FC236}">
                <a16:creationId xmlns:a16="http://schemas.microsoft.com/office/drawing/2014/main" id="{F2101C3F-8BCA-48A0-AEB2-A10C9E1A7B8A}"/>
              </a:ext>
            </a:extLst>
          </p:cNvPr>
          <p:cNvSpPr>
            <a:spLocks noGrp="1"/>
          </p:cNvSpPr>
          <p:nvPr/>
        </p:nvSpPr>
        <p:spPr>
          <a:xfrm>
            <a:off x="7563372" y="4950571"/>
            <a:ext cx="487631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0.5</a:t>
            </a:r>
          </a:p>
        </p:txBody>
      </p:sp>
      <p:sp>
        <p:nvSpPr>
          <p:cNvPr id="100" name="Label 157">
            <a:extLst>
              <a:ext uri="{FF2B5EF4-FFF2-40B4-BE49-F238E27FC236}">
                <a16:creationId xmlns:a16="http://schemas.microsoft.com/office/drawing/2014/main" id="{DF321137-F085-46CF-9285-30A46E9AD9EE}"/>
              </a:ext>
            </a:extLst>
          </p:cNvPr>
          <p:cNvSpPr>
            <a:spLocks noGrp="1"/>
          </p:cNvSpPr>
          <p:nvPr/>
        </p:nvSpPr>
        <p:spPr>
          <a:xfrm>
            <a:off x="7908577" y="5475218"/>
            <a:ext cx="403140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101" name="Label 158">
            <a:extLst>
              <a:ext uri="{FF2B5EF4-FFF2-40B4-BE49-F238E27FC236}">
                <a16:creationId xmlns:a16="http://schemas.microsoft.com/office/drawing/2014/main" id="{BBE72C95-EDB7-4E16-A94D-85B7DF313A76}"/>
              </a:ext>
            </a:extLst>
          </p:cNvPr>
          <p:cNvSpPr>
            <a:spLocks noGrp="1"/>
          </p:cNvSpPr>
          <p:nvPr/>
        </p:nvSpPr>
        <p:spPr>
          <a:xfrm>
            <a:off x="8233182" y="5475218"/>
            <a:ext cx="400888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102" name="Label 159">
            <a:extLst>
              <a:ext uri="{FF2B5EF4-FFF2-40B4-BE49-F238E27FC236}">
                <a16:creationId xmlns:a16="http://schemas.microsoft.com/office/drawing/2014/main" id="{E80B2257-82D5-4F66-86B3-E88C8BA4FD46}"/>
              </a:ext>
            </a:extLst>
          </p:cNvPr>
          <p:cNvSpPr>
            <a:spLocks noGrp="1"/>
          </p:cNvSpPr>
          <p:nvPr/>
        </p:nvSpPr>
        <p:spPr>
          <a:xfrm>
            <a:off x="8555533" y="5475218"/>
            <a:ext cx="414406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  <p:sp>
        <p:nvSpPr>
          <p:cNvPr id="103" name="Label 160">
            <a:extLst>
              <a:ext uri="{FF2B5EF4-FFF2-40B4-BE49-F238E27FC236}">
                <a16:creationId xmlns:a16="http://schemas.microsoft.com/office/drawing/2014/main" id="{5FC320E2-30F0-44A5-AA69-7FE84E743CBF}"/>
              </a:ext>
            </a:extLst>
          </p:cNvPr>
          <p:cNvSpPr>
            <a:spLocks noGrp="1"/>
          </p:cNvSpPr>
          <p:nvPr/>
        </p:nvSpPr>
        <p:spPr>
          <a:xfrm>
            <a:off x="8888023" y="5475218"/>
            <a:ext cx="413279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  <p:sp>
        <p:nvSpPr>
          <p:cNvPr id="104" name="Label 161">
            <a:extLst>
              <a:ext uri="{FF2B5EF4-FFF2-40B4-BE49-F238E27FC236}">
                <a16:creationId xmlns:a16="http://schemas.microsoft.com/office/drawing/2014/main" id="{F614F11A-6FD8-4AB0-95D9-D796F1AC3EF6}"/>
              </a:ext>
            </a:extLst>
          </p:cNvPr>
          <p:cNvSpPr>
            <a:spLocks noGrp="1"/>
          </p:cNvSpPr>
          <p:nvPr/>
        </p:nvSpPr>
        <p:spPr>
          <a:xfrm>
            <a:off x="9217456" y="5475218"/>
            <a:ext cx="411026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  <p:sp>
        <p:nvSpPr>
          <p:cNvPr id="105" name="Label 162">
            <a:extLst>
              <a:ext uri="{FF2B5EF4-FFF2-40B4-BE49-F238E27FC236}">
                <a16:creationId xmlns:a16="http://schemas.microsoft.com/office/drawing/2014/main" id="{0FDD2491-A248-4CE7-B358-1F6EEE45BD46}"/>
              </a:ext>
            </a:extLst>
          </p:cNvPr>
          <p:cNvSpPr>
            <a:spLocks noGrp="1"/>
          </p:cNvSpPr>
          <p:nvPr/>
        </p:nvSpPr>
        <p:spPr>
          <a:xfrm>
            <a:off x="9545601" y="5475218"/>
            <a:ext cx="412152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96</a:t>
            </a:r>
          </a:p>
        </p:txBody>
      </p:sp>
      <p:sp>
        <p:nvSpPr>
          <p:cNvPr id="106" name="Label 163">
            <a:extLst>
              <a:ext uri="{FF2B5EF4-FFF2-40B4-BE49-F238E27FC236}">
                <a16:creationId xmlns:a16="http://schemas.microsoft.com/office/drawing/2014/main" id="{9E2E2BBC-E0CB-4C4A-BFA3-FCC4F8A2FF08}"/>
              </a:ext>
            </a:extLst>
          </p:cNvPr>
          <p:cNvSpPr>
            <a:spLocks noGrp="1"/>
          </p:cNvSpPr>
          <p:nvPr/>
        </p:nvSpPr>
        <p:spPr>
          <a:xfrm>
            <a:off x="9814523" y="5475218"/>
            <a:ext cx="534946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112</a:t>
            </a:r>
          </a:p>
        </p:txBody>
      </p:sp>
      <p:sp>
        <p:nvSpPr>
          <p:cNvPr id="107" name="Label 164">
            <a:extLst>
              <a:ext uri="{FF2B5EF4-FFF2-40B4-BE49-F238E27FC236}">
                <a16:creationId xmlns:a16="http://schemas.microsoft.com/office/drawing/2014/main" id="{BD378E58-9D9D-45A5-829A-4D7CC0DF1E5F}"/>
              </a:ext>
            </a:extLst>
          </p:cNvPr>
          <p:cNvSpPr>
            <a:spLocks noGrp="1"/>
          </p:cNvSpPr>
          <p:nvPr/>
        </p:nvSpPr>
        <p:spPr>
          <a:xfrm>
            <a:off x="10142829" y="5475218"/>
            <a:ext cx="540578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128</a:t>
            </a:r>
          </a:p>
        </p:txBody>
      </p:sp>
      <p:sp>
        <p:nvSpPr>
          <p:cNvPr id="108" name="Label 165">
            <a:extLst>
              <a:ext uri="{FF2B5EF4-FFF2-40B4-BE49-F238E27FC236}">
                <a16:creationId xmlns:a16="http://schemas.microsoft.com/office/drawing/2014/main" id="{F8D390F2-A572-42DD-9F00-15A148EC9714}"/>
              </a:ext>
            </a:extLst>
          </p:cNvPr>
          <p:cNvSpPr>
            <a:spLocks noGrp="1"/>
          </p:cNvSpPr>
          <p:nvPr/>
        </p:nvSpPr>
        <p:spPr>
          <a:xfrm>
            <a:off x="8194236" y="5638701"/>
            <a:ext cx="2143646" cy="2414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584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Client Number</a:t>
            </a:r>
          </a:p>
        </p:txBody>
      </p:sp>
    </p:spTree>
    <p:extLst>
      <p:ext uri="{BB962C8B-B14F-4D97-AF65-F5344CB8AC3E}">
        <p14:creationId xmlns:p14="http://schemas.microsoft.com/office/powerpoint/2010/main" val="279437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BAEFA-4125-481A-9F52-AB7A76E8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b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Trade-off: Coarse-grained Memory Management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CCFF7-327E-44EA-A245-DE40D5A44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88"/>
              </a:spcBef>
              <a:buNone/>
            </a:pPr>
            <a:r>
              <a:rPr lang="en-US" altLang="ko-KR" sz="2800" dirty="0">
                <a:latin typeface="Calibri"/>
                <a:ea typeface="Calibri"/>
                <a:cs typeface="Calibri"/>
              </a:rPr>
              <a:t>Existing DM systems: </a:t>
            </a:r>
            <a:r>
              <a:rPr lang="en-US" altLang="ko-KR" sz="2800" b="1" dirty="0">
                <a:latin typeface="Calibri"/>
                <a:ea typeface="Calibri"/>
                <a:cs typeface="Calibri"/>
              </a:rPr>
              <a:t>Coarse-grained (MB-GB) Memory Management</a:t>
            </a:r>
            <a:endParaRPr lang="en-US" altLang="ko-KR" sz="2800" dirty="0">
              <a:latin typeface="Calibri"/>
              <a:ea typeface="Calibri"/>
              <a:cs typeface="Calibri"/>
            </a:endParaRPr>
          </a:p>
          <a:p>
            <a:pPr>
              <a:spcBef>
                <a:spcPts val="9"/>
              </a:spcBef>
            </a:pPr>
            <a:r>
              <a:rPr lang="en-US" altLang="ko-KR" sz="2800" dirty="0">
                <a:latin typeface="Calibri"/>
                <a:ea typeface="Calibri"/>
                <a:cs typeface="Calibri"/>
              </a:rPr>
              <a:t>Reduce allocation frequency → Lower allocation overheads</a:t>
            </a:r>
            <a:endParaRPr lang="en-US" altLang="ko-KR" sz="2800" dirty="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073D3F-3060-417B-971C-787064D95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48D8A-CE08-4B51-93B7-55E25E689F72}"/>
              </a:ext>
            </a:extLst>
          </p:cNvPr>
          <p:cNvSpPr>
            <a:spLocks noGrp="1"/>
          </p:cNvSpPr>
          <p:nvPr/>
        </p:nvSpPr>
        <p:spPr>
          <a:xfrm>
            <a:off x="838200" y="291955"/>
            <a:ext cx="23797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0C0"/>
                </a:solidFill>
              </a:rPr>
              <a:t>Background &amp; Motivation</a:t>
            </a:r>
          </a:p>
        </p:txBody>
      </p:sp>
      <p:pic>
        <p:nvPicPr>
          <p:cNvPr id="10" name="object 6">
            <a:extLst>
              <a:ext uri="{FF2B5EF4-FFF2-40B4-BE49-F238E27FC236}">
                <a16:creationId xmlns:a16="http://schemas.microsoft.com/office/drawing/2014/main" id="{60C5EEFE-0BD4-4DDA-80EC-D43D37E7E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733" y="2963549"/>
            <a:ext cx="2692600" cy="1892416"/>
          </a:xfrm>
          <a:prstGeom prst="rect">
            <a:avLst/>
          </a:prstGeom>
        </p:spPr>
      </p:pic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83FD26EF-13D9-4105-BFCC-9F8CF989C4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7541790"/>
              </p:ext>
            </p:extLst>
          </p:nvPr>
        </p:nvGraphicFramePr>
        <p:xfrm>
          <a:off x="1361426" y="3222314"/>
          <a:ext cx="4338334" cy="210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6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3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2"/>
                        </a:spcBef>
                        <a:buNone/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State-of-the-Art Works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2"/>
                        </a:spcBef>
                        <a:buNone/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Management Granularity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3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  <a:buNone/>
                      </a:pPr>
                      <a:r>
                        <a:rPr sz="1800" dirty="0">
                          <a:latin typeface="Calibri"/>
                          <a:ea typeface="Calibri"/>
                          <a:cs typeface="Calibri"/>
                        </a:rPr>
                        <a:t>FaRM@NSDI’14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2GB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1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2"/>
                        </a:spcBef>
                        <a:buNone/>
                      </a:pPr>
                      <a:r>
                        <a:rPr sz="1800" dirty="0">
                          <a:latin typeface="Calibri"/>
                          <a:ea typeface="Calibri"/>
                          <a:cs typeface="Calibri"/>
                        </a:rPr>
                        <a:t>Fastswap@Furosys’20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2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32GB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1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2"/>
                        </a:spcBef>
                        <a:buNone/>
                      </a:pPr>
                      <a:r>
                        <a:rPr sz="1800" dirty="0">
                          <a:latin typeface="Calibri"/>
                          <a:ea typeface="Calibri"/>
                          <a:cs typeface="Calibri"/>
                        </a:rPr>
                        <a:t>FUSEE@FAST’23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2"/>
                        </a:spcBef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16MB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1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2"/>
                        </a:spcBef>
                        <a:buNone/>
                      </a:pPr>
                      <a:r>
                        <a:rPr sz="1800" dirty="0">
                          <a:latin typeface="Calibri"/>
                          <a:ea typeface="Calibri"/>
                          <a:cs typeface="Calibri"/>
                        </a:rPr>
                        <a:t>CXL-SHM@SOSP’24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2"/>
                        </a:spcBef>
                        <a:buNone/>
                      </a:pPr>
                      <a:r>
                        <a:rPr sz="1800" dirty="0">
                          <a:latin typeface="Calibri"/>
                          <a:ea typeface="Calibri"/>
                          <a:cs typeface="Calibri"/>
                        </a:rPr>
                        <a:t>64MB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7">
            <a:extLst>
              <a:ext uri="{FF2B5EF4-FFF2-40B4-BE49-F238E27FC236}">
                <a16:creationId xmlns:a16="http://schemas.microsoft.com/office/drawing/2014/main" id="{6E20291D-F0F8-4BB2-A85A-96A5C7F427CE}"/>
              </a:ext>
            </a:extLst>
          </p:cNvPr>
          <p:cNvSpPr>
            <a:spLocks noGrp="1"/>
          </p:cNvSpPr>
          <p:nvPr/>
        </p:nvSpPr>
        <p:spPr>
          <a:xfrm>
            <a:off x="5907459" y="5011548"/>
            <a:ext cx="3455619" cy="639662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88"/>
              </a:spcBef>
              <a:buNone/>
            </a:pPr>
            <a:r>
              <a:rPr sz="2000" dirty="0">
                <a:latin typeface="Calibri"/>
                <a:ea typeface="Calibri"/>
                <a:cs typeface="Calibri"/>
              </a:rPr>
              <a:t>DM KV-Store with different 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8"/>
              </a:spcBef>
              <a:buNone/>
            </a:pPr>
            <a:r>
              <a:rPr sz="2000" dirty="0">
                <a:latin typeface="Calibri"/>
                <a:ea typeface="Calibri"/>
                <a:cs typeface="Calibri"/>
              </a:rPr>
              <a:t>block allocation size (YCSB-A)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4149A7-7BE2-4B31-A2E4-5D9BB0B24D94}"/>
              </a:ext>
            </a:extLst>
          </p:cNvPr>
          <p:cNvSpPr txBox="1"/>
          <p:nvPr/>
        </p:nvSpPr>
        <p:spPr>
          <a:xfrm>
            <a:off x="8769333" y="3078760"/>
            <a:ext cx="2637019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9"/>
              </a:spcBef>
            </a:pPr>
            <a:r>
              <a:rPr lang="en-US" altLang="ko-KR" sz="2400" dirty="0">
                <a:latin typeface="Calibri"/>
                <a:ea typeface="Calibri"/>
                <a:cs typeface="Calibri"/>
              </a:rPr>
              <a:t>Performance </a:t>
            </a:r>
            <a:r>
              <a:rPr lang="en-US" altLang="ko-KR" sz="2400" dirty="0"/>
              <a:t>↑</a:t>
            </a:r>
          </a:p>
          <a:p>
            <a:pPr>
              <a:spcBef>
                <a:spcPts val="9"/>
              </a:spcBef>
            </a:pPr>
            <a:r>
              <a:rPr lang="en-US" altLang="ko-KR" sz="2400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Memory efficiency?</a:t>
            </a:r>
          </a:p>
        </p:txBody>
      </p:sp>
    </p:spTree>
    <p:extLst>
      <p:ext uri="{BB962C8B-B14F-4D97-AF65-F5344CB8AC3E}">
        <p14:creationId xmlns:p14="http://schemas.microsoft.com/office/powerpoint/2010/main" val="2948892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9A432-40F6-4FED-98D7-80700C572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b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DM Dilemma: Performance vs Efficiency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11C1D-D9E0-4E87-A1EA-5AF131F56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88"/>
              </a:spcBef>
              <a:buNone/>
            </a:pPr>
            <a:r>
              <a:rPr lang="en-US" altLang="ko-KR" sz="2800" dirty="0">
                <a:latin typeface="Calibri"/>
                <a:ea typeface="Calibri"/>
                <a:cs typeface="Calibri"/>
              </a:rPr>
              <a:t>Existing DM systems: </a:t>
            </a:r>
            <a:r>
              <a:rPr lang="en-US" altLang="ko-KR" sz="2800" b="1" dirty="0">
                <a:latin typeface="Calibri"/>
                <a:ea typeface="Calibri"/>
                <a:cs typeface="Calibri"/>
              </a:rPr>
              <a:t>Coarse-grained (MB-GB) Memory Management</a:t>
            </a:r>
            <a:endParaRPr lang="en-US" altLang="ko-KR" sz="2800" dirty="0">
              <a:latin typeface="Calibri"/>
              <a:ea typeface="Calibri"/>
              <a:cs typeface="Calibri"/>
            </a:endParaRPr>
          </a:p>
          <a:p>
            <a:pPr>
              <a:spcBef>
                <a:spcPts val="9"/>
              </a:spcBef>
            </a:pPr>
            <a:r>
              <a:rPr lang="en-US" altLang="ko-KR" sz="2800" dirty="0">
                <a:latin typeface="Calibri"/>
                <a:ea typeface="Calibri"/>
                <a:cs typeface="Calibri"/>
              </a:rPr>
              <a:t>Reduce allocation frequency </a:t>
            </a:r>
            <a:r>
              <a:rPr lang="en-US" altLang="ko-KR" sz="2800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→ </a:t>
            </a:r>
            <a:r>
              <a:rPr lang="en-US" altLang="ko-KR" sz="2800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Causing significant memory waste</a:t>
            </a:r>
            <a:endParaRPr lang="en-US" altLang="ko-KR" sz="2800" dirty="0">
              <a:latin typeface="Calibri"/>
              <a:ea typeface="Calibri"/>
              <a:cs typeface="Calibri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882273-800A-431C-8831-40F69F771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4BE759-25FA-4826-B391-B752D2E7587F}"/>
              </a:ext>
            </a:extLst>
          </p:cNvPr>
          <p:cNvSpPr>
            <a:spLocks noGrp="1"/>
          </p:cNvSpPr>
          <p:nvPr/>
        </p:nvSpPr>
        <p:spPr>
          <a:xfrm>
            <a:off x="838200" y="291955"/>
            <a:ext cx="23797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0C0"/>
                </a:solidFill>
              </a:rPr>
              <a:t>Background &amp; Motivation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E4823CF-76BE-450D-90F6-6B9AF797A5D5}"/>
              </a:ext>
            </a:extLst>
          </p:cNvPr>
          <p:cNvSpPr>
            <a:spLocks noGrp="1"/>
          </p:cNvSpPr>
          <p:nvPr/>
        </p:nvSpPr>
        <p:spPr>
          <a:xfrm>
            <a:off x="6415006" y="3045467"/>
            <a:ext cx="2678887" cy="2324608"/>
          </a:xfrm>
          <a:custGeom>
            <a:avLst/>
            <a:gdLst/>
            <a:ahLst/>
            <a:cxnLst/>
            <a:rect l="l" t="t" r="r" b="b"/>
            <a:pathLst>
              <a:path w="3044190" h="2641600">
                <a:moveTo>
                  <a:pt x="3044037" y="2555557"/>
                </a:moveTo>
                <a:lnTo>
                  <a:pt x="3011373" y="2536507"/>
                </a:lnTo>
                <a:lnTo>
                  <a:pt x="2901365" y="2472347"/>
                </a:lnTo>
                <a:lnTo>
                  <a:pt x="2898279" y="2470950"/>
                </a:lnTo>
                <a:lnTo>
                  <a:pt x="2895219" y="2470112"/>
                </a:lnTo>
                <a:lnTo>
                  <a:pt x="2895041" y="2470112"/>
                </a:lnTo>
                <a:lnTo>
                  <a:pt x="2892018" y="2469832"/>
                </a:lnTo>
                <a:lnTo>
                  <a:pt x="2872879" y="2488793"/>
                </a:lnTo>
                <a:lnTo>
                  <a:pt x="2873159" y="2492108"/>
                </a:lnTo>
                <a:lnTo>
                  <a:pt x="2935744" y="2536507"/>
                </a:lnTo>
                <a:lnTo>
                  <a:pt x="104775" y="2536507"/>
                </a:lnTo>
                <a:lnTo>
                  <a:pt x="104775" y="108254"/>
                </a:lnTo>
                <a:lnTo>
                  <a:pt x="135953" y="161696"/>
                </a:lnTo>
                <a:lnTo>
                  <a:pt x="137871" y="164414"/>
                </a:lnTo>
                <a:lnTo>
                  <a:pt x="140093" y="166636"/>
                </a:lnTo>
                <a:lnTo>
                  <a:pt x="142811" y="168554"/>
                </a:lnTo>
                <a:lnTo>
                  <a:pt x="145859" y="169976"/>
                </a:lnTo>
                <a:lnTo>
                  <a:pt x="149085" y="170853"/>
                </a:lnTo>
                <a:lnTo>
                  <a:pt x="148882" y="170853"/>
                </a:lnTo>
                <a:lnTo>
                  <a:pt x="152488" y="171157"/>
                </a:lnTo>
                <a:lnTo>
                  <a:pt x="155790" y="170853"/>
                </a:lnTo>
                <a:lnTo>
                  <a:pt x="159004" y="169976"/>
                </a:lnTo>
                <a:lnTo>
                  <a:pt x="171450" y="152019"/>
                </a:lnTo>
                <a:lnTo>
                  <a:pt x="171145" y="148717"/>
                </a:lnTo>
                <a:lnTo>
                  <a:pt x="170281" y="145503"/>
                </a:lnTo>
                <a:lnTo>
                  <a:pt x="168859" y="142506"/>
                </a:lnTo>
                <a:lnTo>
                  <a:pt x="107772" y="37807"/>
                </a:lnTo>
                <a:lnTo>
                  <a:pt x="85725" y="0"/>
                </a:lnTo>
                <a:lnTo>
                  <a:pt x="2603" y="142506"/>
                </a:lnTo>
                <a:lnTo>
                  <a:pt x="1181" y="145503"/>
                </a:lnTo>
                <a:lnTo>
                  <a:pt x="304" y="148717"/>
                </a:lnTo>
                <a:lnTo>
                  <a:pt x="0" y="152019"/>
                </a:lnTo>
                <a:lnTo>
                  <a:pt x="279" y="155321"/>
                </a:lnTo>
                <a:lnTo>
                  <a:pt x="18973" y="171157"/>
                </a:lnTo>
                <a:lnTo>
                  <a:pt x="22567" y="170853"/>
                </a:lnTo>
                <a:lnTo>
                  <a:pt x="22364" y="170853"/>
                </a:lnTo>
                <a:lnTo>
                  <a:pt x="25590" y="169976"/>
                </a:lnTo>
                <a:lnTo>
                  <a:pt x="28638" y="168554"/>
                </a:lnTo>
                <a:lnTo>
                  <a:pt x="31343" y="166636"/>
                </a:lnTo>
                <a:lnTo>
                  <a:pt x="33591" y="164414"/>
                </a:lnTo>
                <a:lnTo>
                  <a:pt x="33680" y="164287"/>
                </a:lnTo>
                <a:lnTo>
                  <a:pt x="35509" y="161696"/>
                </a:lnTo>
                <a:lnTo>
                  <a:pt x="35585" y="161556"/>
                </a:lnTo>
                <a:lnTo>
                  <a:pt x="66675" y="108254"/>
                </a:lnTo>
                <a:lnTo>
                  <a:pt x="66675" y="2568295"/>
                </a:lnTo>
                <a:lnTo>
                  <a:pt x="85725" y="2568295"/>
                </a:lnTo>
                <a:lnTo>
                  <a:pt x="85725" y="2574607"/>
                </a:lnTo>
                <a:lnTo>
                  <a:pt x="2935744" y="2574607"/>
                </a:lnTo>
                <a:lnTo>
                  <a:pt x="2882328" y="2605773"/>
                </a:lnTo>
                <a:lnTo>
                  <a:pt x="2872879" y="2622321"/>
                </a:lnTo>
                <a:lnTo>
                  <a:pt x="2873184" y="2625623"/>
                </a:lnTo>
                <a:lnTo>
                  <a:pt x="2888602" y="2640977"/>
                </a:lnTo>
                <a:lnTo>
                  <a:pt x="2888399" y="2640977"/>
                </a:lnTo>
                <a:lnTo>
                  <a:pt x="2892018" y="2641282"/>
                </a:lnTo>
                <a:lnTo>
                  <a:pt x="2895320" y="2640977"/>
                </a:lnTo>
                <a:lnTo>
                  <a:pt x="2898521" y="2640101"/>
                </a:lnTo>
                <a:lnTo>
                  <a:pt x="2901531" y="2638691"/>
                </a:lnTo>
                <a:lnTo>
                  <a:pt x="3011373" y="2574607"/>
                </a:lnTo>
                <a:lnTo>
                  <a:pt x="3044037" y="25555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DD1AFD5E-C55D-483C-8713-3BBDC5115CB3}"/>
              </a:ext>
            </a:extLst>
          </p:cNvPr>
          <p:cNvSpPr>
            <a:spLocks noGrp="1"/>
          </p:cNvSpPr>
          <p:nvPr/>
        </p:nvSpPr>
        <p:spPr>
          <a:xfrm>
            <a:off x="6636324" y="2935685"/>
            <a:ext cx="2220497" cy="344221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>
              <a:lnSpc>
                <a:spcPct val="100000"/>
              </a:lnSpc>
              <a:spcBef>
                <a:spcPts val="88"/>
              </a:spcBef>
              <a:buNone/>
            </a:pPr>
            <a:r>
              <a:rPr sz="2112">
                <a:latin typeface="Calibri"/>
                <a:ea typeface="Calibri"/>
                <a:cs typeface="Calibri"/>
              </a:rPr>
              <a:t>Memory Efficiency</a:t>
            </a:r>
          </a:p>
        </p:txBody>
      </p:sp>
      <p:sp>
        <p:nvSpPr>
          <p:cNvPr id="8" name="object 71">
            <a:extLst>
              <a:ext uri="{FF2B5EF4-FFF2-40B4-BE49-F238E27FC236}">
                <a16:creationId xmlns:a16="http://schemas.microsoft.com/office/drawing/2014/main" id="{CA147230-FF44-458B-8511-1B99C651663C}"/>
              </a:ext>
            </a:extLst>
          </p:cNvPr>
          <p:cNvSpPr>
            <a:spLocks noGrp="1"/>
          </p:cNvSpPr>
          <p:nvPr/>
        </p:nvSpPr>
        <p:spPr>
          <a:xfrm>
            <a:off x="2240088" y="3179166"/>
            <a:ext cx="161493" cy="40792"/>
          </a:xfrm>
          <a:custGeom>
            <a:avLst/>
            <a:gdLst/>
            <a:ahLst/>
            <a:cxnLst/>
            <a:rect l="l" t="t" r="r" b="b"/>
            <a:pathLst>
              <a:path w="183515" h="46355">
                <a:moveTo>
                  <a:pt x="182994" y="45783"/>
                </a:moveTo>
                <a:lnTo>
                  <a:pt x="137756" y="25717"/>
                </a:lnTo>
                <a:lnTo>
                  <a:pt x="91503" y="19545"/>
                </a:lnTo>
                <a:lnTo>
                  <a:pt x="80022" y="19931"/>
                </a:lnTo>
                <a:lnTo>
                  <a:pt x="34773" y="29572"/>
                </a:lnTo>
                <a:lnTo>
                  <a:pt x="0" y="45783"/>
                </a:lnTo>
                <a:lnTo>
                  <a:pt x="0" y="29832"/>
                </a:lnTo>
                <a:lnTo>
                  <a:pt x="35202" y="11531"/>
                </a:lnTo>
                <a:lnTo>
                  <a:pt x="80535" y="473"/>
                </a:lnTo>
                <a:lnTo>
                  <a:pt x="91503" y="0"/>
                </a:lnTo>
                <a:lnTo>
                  <a:pt x="102979" y="473"/>
                </a:lnTo>
                <a:lnTo>
                  <a:pt x="148293" y="11531"/>
                </a:lnTo>
                <a:lnTo>
                  <a:pt x="182994" y="29832"/>
                </a:lnTo>
                <a:lnTo>
                  <a:pt x="182994" y="45783"/>
                </a:lnTo>
                <a:close/>
              </a:path>
            </a:pathLst>
          </a:custGeom>
          <a:solidFill>
            <a:srgbClr val="7C3E97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5AA5EBFE-3856-4150-898A-2377833C5503}"/>
              </a:ext>
            </a:extLst>
          </p:cNvPr>
          <p:cNvSpPr>
            <a:spLocks noGrp="1"/>
          </p:cNvSpPr>
          <p:nvPr/>
        </p:nvSpPr>
        <p:spPr>
          <a:xfrm>
            <a:off x="2853897" y="3084996"/>
            <a:ext cx="1923948" cy="1428292"/>
          </a:xfrm>
          <a:custGeom>
            <a:avLst/>
            <a:gdLst/>
            <a:ahLst/>
            <a:cxnLst/>
            <a:rect l="l" t="t" r="r" b="b"/>
            <a:pathLst>
              <a:path w="2186304" h="1623060">
                <a:moveTo>
                  <a:pt x="364439" y="1314361"/>
                </a:moveTo>
                <a:lnTo>
                  <a:pt x="0" y="1314361"/>
                </a:lnTo>
                <a:lnTo>
                  <a:pt x="0" y="1623021"/>
                </a:lnTo>
                <a:lnTo>
                  <a:pt x="364439" y="1623021"/>
                </a:lnTo>
                <a:lnTo>
                  <a:pt x="364439" y="1314361"/>
                </a:lnTo>
                <a:close/>
              </a:path>
              <a:path w="2186304" h="1623060">
                <a:moveTo>
                  <a:pt x="1275257" y="1067955"/>
                </a:moveTo>
                <a:lnTo>
                  <a:pt x="910831" y="1067955"/>
                </a:lnTo>
                <a:lnTo>
                  <a:pt x="910831" y="1623021"/>
                </a:lnTo>
                <a:lnTo>
                  <a:pt x="1275257" y="1623021"/>
                </a:lnTo>
                <a:lnTo>
                  <a:pt x="1275257" y="1067955"/>
                </a:lnTo>
                <a:close/>
              </a:path>
              <a:path w="2186304" h="1623060">
                <a:moveTo>
                  <a:pt x="2186076" y="0"/>
                </a:moveTo>
                <a:lnTo>
                  <a:pt x="1821649" y="0"/>
                </a:lnTo>
                <a:lnTo>
                  <a:pt x="1821649" y="1623021"/>
                </a:lnTo>
                <a:lnTo>
                  <a:pt x="2186076" y="1623021"/>
                </a:lnTo>
                <a:lnTo>
                  <a:pt x="2186076" y="0"/>
                </a:lnTo>
                <a:close/>
              </a:path>
            </a:pathLst>
          </a:custGeom>
          <a:solidFill>
            <a:srgbClr val="7C3E97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0" name="object 13">
            <a:extLst>
              <a:ext uri="{FF2B5EF4-FFF2-40B4-BE49-F238E27FC236}">
                <a16:creationId xmlns:a16="http://schemas.microsoft.com/office/drawing/2014/main" id="{D12E64A4-C01E-4812-8947-E3A143A1A358}"/>
              </a:ext>
            </a:extLst>
          </p:cNvPr>
          <p:cNvSpPr>
            <a:spLocks noGrp="1"/>
          </p:cNvSpPr>
          <p:nvPr/>
        </p:nvSpPr>
        <p:spPr>
          <a:xfrm>
            <a:off x="3014473" y="4513256"/>
            <a:ext cx="0" cy="21234"/>
          </a:xfrm>
          <a:custGeom>
            <a:avLst/>
            <a:gdLst/>
            <a:ahLst/>
            <a:cxnLst/>
            <a:rect l="l" t="t" r="r" b="b"/>
            <a:pathLst>
              <a:path h="24129">
                <a:moveTo>
                  <a:pt x="0" y="2366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D7BB5750-51BE-4E89-90E5-005E98AC151B}"/>
              </a:ext>
            </a:extLst>
          </p:cNvPr>
          <p:cNvSpPr>
            <a:spLocks noGrp="1"/>
          </p:cNvSpPr>
          <p:nvPr/>
        </p:nvSpPr>
        <p:spPr>
          <a:xfrm>
            <a:off x="3014473" y="4513256"/>
            <a:ext cx="0" cy="21234"/>
          </a:xfrm>
          <a:custGeom>
            <a:avLst/>
            <a:gdLst/>
            <a:ahLst/>
            <a:cxnLst/>
            <a:rect l="l" t="t" r="r" b="b"/>
            <a:pathLst>
              <a:path h="24129">
                <a:moveTo>
                  <a:pt x="0" y="0"/>
                </a:moveTo>
                <a:lnTo>
                  <a:pt x="0" y="23660"/>
                </a:lnTo>
              </a:path>
            </a:pathLst>
          </a:custGeom>
          <a:ln w="4023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2" name="object 17">
            <a:extLst>
              <a:ext uri="{FF2B5EF4-FFF2-40B4-BE49-F238E27FC236}">
                <a16:creationId xmlns:a16="http://schemas.microsoft.com/office/drawing/2014/main" id="{6DB4211D-5D9A-48A0-8A75-561636FBFB23}"/>
              </a:ext>
            </a:extLst>
          </p:cNvPr>
          <p:cNvSpPr>
            <a:spLocks noGrp="1"/>
          </p:cNvSpPr>
          <p:nvPr/>
        </p:nvSpPr>
        <p:spPr>
          <a:xfrm>
            <a:off x="3816005" y="4513256"/>
            <a:ext cx="0" cy="21234"/>
          </a:xfrm>
          <a:custGeom>
            <a:avLst/>
            <a:gdLst/>
            <a:ahLst/>
            <a:cxnLst/>
            <a:rect l="l" t="t" r="r" b="b"/>
            <a:pathLst>
              <a:path h="24129">
                <a:moveTo>
                  <a:pt x="0" y="2366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3" name="object 18">
            <a:extLst>
              <a:ext uri="{FF2B5EF4-FFF2-40B4-BE49-F238E27FC236}">
                <a16:creationId xmlns:a16="http://schemas.microsoft.com/office/drawing/2014/main" id="{12B7D3D2-0651-437E-B355-3A0B0D264CAD}"/>
              </a:ext>
            </a:extLst>
          </p:cNvPr>
          <p:cNvSpPr>
            <a:spLocks noGrp="1"/>
          </p:cNvSpPr>
          <p:nvPr/>
        </p:nvSpPr>
        <p:spPr>
          <a:xfrm>
            <a:off x="3816005" y="4513256"/>
            <a:ext cx="0" cy="21234"/>
          </a:xfrm>
          <a:custGeom>
            <a:avLst/>
            <a:gdLst/>
            <a:ahLst/>
            <a:cxnLst/>
            <a:rect l="l" t="t" r="r" b="b"/>
            <a:pathLst>
              <a:path h="24129">
                <a:moveTo>
                  <a:pt x="0" y="0"/>
                </a:moveTo>
                <a:lnTo>
                  <a:pt x="0" y="23660"/>
                </a:lnTo>
              </a:path>
            </a:pathLst>
          </a:custGeom>
          <a:ln w="4023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3A70A87E-A9DD-4A4F-BB52-347AAFBCFC34}"/>
              </a:ext>
            </a:extLst>
          </p:cNvPr>
          <p:cNvSpPr>
            <a:spLocks noGrp="1"/>
          </p:cNvSpPr>
          <p:nvPr/>
        </p:nvSpPr>
        <p:spPr>
          <a:xfrm>
            <a:off x="4617525" y="4513256"/>
            <a:ext cx="0" cy="21234"/>
          </a:xfrm>
          <a:custGeom>
            <a:avLst/>
            <a:gdLst/>
            <a:ahLst/>
            <a:cxnLst/>
            <a:rect l="l" t="t" r="r" b="b"/>
            <a:pathLst>
              <a:path h="24129">
                <a:moveTo>
                  <a:pt x="0" y="2366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5" name="object 23">
            <a:extLst>
              <a:ext uri="{FF2B5EF4-FFF2-40B4-BE49-F238E27FC236}">
                <a16:creationId xmlns:a16="http://schemas.microsoft.com/office/drawing/2014/main" id="{EAC7F01A-0F59-4375-AADB-54512B8283C0}"/>
              </a:ext>
            </a:extLst>
          </p:cNvPr>
          <p:cNvSpPr>
            <a:spLocks noGrp="1"/>
          </p:cNvSpPr>
          <p:nvPr/>
        </p:nvSpPr>
        <p:spPr>
          <a:xfrm>
            <a:off x="4617525" y="4513256"/>
            <a:ext cx="0" cy="21234"/>
          </a:xfrm>
          <a:custGeom>
            <a:avLst/>
            <a:gdLst/>
            <a:ahLst/>
            <a:cxnLst/>
            <a:rect l="l" t="t" r="r" b="b"/>
            <a:pathLst>
              <a:path h="24129">
                <a:moveTo>
                  <a:pt x="0" y="0"/>
                </a:moveTo>
                <a:lnTo>
                  <a:pt x="0" y="23660"/>
                </a:lnTo>
              </a:path>
            </a:pathLst>
          </a:custGeom>
          <a:ln w="4023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6" name="object 27">
            <a:extLst>
              <a:ext uri="{FF2B5EF4-FFF2-40B4-BE49-F238E27FC236}">
                <a16:creationId xmlns:a16="http://schemas.microsoft.com/office/drawing/2014/main" id="{AAC058A1-6947-4B6C-8DDE-F70311309F00}"/>
              </a:ext>
            </a:extLst>
          </p:cNvPr>
          <p:cNvSpPr>
            <a:spLocks noGrp="1"/>
          </p:cNvSpPr>
          <p:nvPr/>
        </p:nvSpPr>
        <p:spPr>
          <a:xfrm>
            <a:off x="2736750" y="4513256"/>
            <a:ext cx="21234" cy="0"/>
          </a:xfrm>
          <a:custGeom>
            <a:avLst/>
            <a:gdLst/>
            <a:ahLst/>
            <a:cxnLst/>
            <a:rect l="l" t="t" r="r" b="b"/>
            <a:pathLst>
              <a:path w="24130">
                <a:moveTo>
                  <a:pt x="23647" y="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7" name="object 28">
            <a:extLst>
              <a:ext uri="{FF2B5EF4-FFF2-40B4-BE49-F238E27FC236}">
                <a16:creationId xmlns:a16="http://schemas.microsoft.com/office/drawing/2014/main" id="{91BFC5AC-AEDF-405D-9A67-D396D9D6D79B}"/>
              </a:ext>
            </a:extLst>
          </p:cNvPr>
          <p:cNvSpPr>
            <a:spLocks noGrp="1"/>
          </p:cNvSpPr>
          <p:nvPr/>
        </p:nvSpPr>
        <p:spPr>
          <a:xfrm>
            <a:off x="2736750" y="4513256"/>
            <a:ext cx="21234" cy="0"/>
          </a:xfrm>
          <a:custGeom>
            <a:avLst/>
            <a:gdLst/>
            <a:ahLst/>
            <a:cxnLst/>
            <a:rect l="l" t="t" r="r" b="b"/>
            <a:pathLst>
              <a:path w="24130">
                <a:moveTo>
                  <a:pt x="23647" y="0"/>
                </a:moveTo>
                <a:lnTo>
                  <a:pt x="0" y="0"/>
                </a:lnTo>
              </a:path>
            </a:pathLst>
          </a:custGeom>
          <a:ln w="4023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8" name="object 30">
            <a:extLst>
              <a:ext uri="{FF2B5EF4-FFF2-40B4-BE49-F238E27FC236}">
                <a16:creationId xmlns:a16="http://schemas.microsoft.com/office/drawing/2014/main" id="{1A6C96B7-4CA0-4B36-8FC0-6753231B2B48}"/>
              </a:ext>
            </a:extLst>
          </p:cNvPr>
          <p:cNvSpPr>
            <a:spLocks noGrp="1"/>
          </p:cNvSpPr>
          <p:nvPr/>
        </p:nvSpPr>
        <p:spPr>
          <a:xfrm>
            <a:off x="2736750" y="3955082"/>
            <a:ext cx="21234" cy="0"/>
          </a:xfrm>
          <a:custGeom>
            <a:avLst/>
            <a:gdLst/>
            <a:ahLst/>
            <a:cxnLst/>
            <a:rect l="l" t="t" r="r" b="b"/>
            <a:pathLst>
              <a:path w="24130">
                <a:moveTo>
                  <a:pt x="23647" y="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9" name="object 31">
            <a:extLst>
              <a:ext uri="{FF2B5EF4-FFF2-40B4-BE49-F238E27FC236}">
                <a16:creationId xmlns:a16="http://schemas.microsoft.com/office/drawing/2014/main" id="{8F6C35D9-FEFB-4EE3-9E4A-CCFAC1C2D8A9}"/>
              </a:ext>
            </a:extLst>
          </p:cNvPr>
          <p:cNvSpPr>
            <a:spLocks noGrp="1"/>
          </p:cNvSpPr>
          <p:nvPr/>
        </p:nvSpPr>
        <p:spPr>
          <a:xfrm>
            <a:off x="2736750" y="3955082"/>
            <a:ext cx="21234" cy="0"/>
          </a:xfrm>
          <a:custGeom>
            <a:avLst/>
            <a:gdLst/>
            <a:ahLst/>
            <a:cxnLst/>
            <a:rect l="l" t="t" r="r" b="b"/>
            <a:pathLst>
              <a:path w="24130">
                <a:moveTo>
                  <a:pt x="23647" y="0"/>
                </a:moveTo>
                <a:lnTo>
                  <a:pt x="0" y="0"/>
                </a:lnTo>
              </a:path>
            </a:pathLst>
          </a:custGeom>
          <a:ln w="4023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0" name="object 34">
            <a:extLst>
              <a:ext uri="{FF2B5EF4-FFF2-40B4-BE49-F238E27FC236}">
                <a16:creationId xmlns:a16="http://schemas.microsoft.com/office/drawing/2014/main" id="{0CC68E42-912E-4A8E-843B-F8E45D4D67C0}"/>
              </a:ext>
            </a:extLst>
          </p:cNvPr>
          <p:cNvSpPr>
            <a:spLocks noGrp="1"/>
          </p:cNvSpPr>
          <p:nvPr/>
        </p:nvSpPr>
        <p:spPr>
          <a:xfrm>
            <a:off x="2736750" y="3397366"/>
            <a:ext cx="21234" cy="0"/>
          </a:xfrm>
          <a:custGeom>
            <a:avLst/>
            <a:gdLst/>
            <a:ahLst/>
            <a:cxnLst/>
            <a:rect l="l" t="t" r="r" b="b"/>
            <a:pathLst>
              <a:path w="24130">
                <a:moveTo>
                  <a:pt x="23647" y="0"/>
                </a:move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1" name="object 35">
            <a:extLst>
              <a:ext uri="{FF2B5EF4-FFF2-40B4-BE49-F238E27FC236}">
                <a16:creationId xmlns:a16="http://schemas.microsoft.com/office/drawing/2014/main" id="{98BB165E-CBEC-4CEC-B566-34FE03BC3E2C}"/>
              </a:ext>
            </a:extLst>
          </p:cNvPr>
          <p:cNvSpPr>
            <a:spLocks noGrp="1"/>
          </p:cNvSpPr>
          <p:nvPr/>
        </p:nvSpPr>
        <p:spPr>
          <a:xfrm>
            <a:off x="2736750" y="3397366"/>
            <a:ext cx="21234" cy="0"/>
          </a:xfrm>
          <a:custGeom>
            <a:avLst/>
            <a:gdLst/>
            <a:ahLst/>
            <a:cxnLst/>
            <a:rect l="l" t="t" r="r" b="b"/>
            <a:pathLst>
              <a:path w="24130">
                <a:moveTo>
                  <a:pt x="23647" y="0"/>
                </a:moveTo>
                <a:lnTo>
                  <a:pt x="0" y="0"/>
                </a:lnTo>
              </a:path>
            </a:pathLst>
          </a:custGeom>
          <a:ln w="4023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2" name="object 39">
            <a:extLst>
              <a:ext uri="{FF2B5EF4-FFF2-40B4-BE49-F238E27FC236}">
                <a16:creationId xmlns:a16="http://schemas.microsoft.com/office/drawing/2014/main" id="{11FCB717-4BAB-4AF0-BBF5-F702A2BF5326}"/>
              </a:ext>
            </a:extLst>
          </p:cNvPr>
          <p:cNvSpPr>
            <a:spLocks noGrp="1"/>
          </p:cNvSpPr>
          <p:nvPr/>
        </p:nvSpPr>
        <p:spPr>
          <a:xfrm>
            <a:off x="2757560" y="3013928"/>
            <a:ext cx="2116734" cy="1499818"/>
          </a:xfrm>
          <a:custGeom>
            <a:avLst/>
            <a:gdLst/>
            <a:ahLst/>
            <a:cxnLst/>
            <a:rect l="l" t="t" r="r" b="b"/>
            <a:pathLst>
              <a:path w="2405379" h="1704339">
                <a:moveTo>
                  <a:pt x="0" y="1703781"/>
                </a:moveTo>
                <a:lnTo>
                  <a:pt x="0" y="0"/>
                </a:lnTo>
              </a:path>
              <a:path w="2405379" h="1704339">
                <a:moveTo>
                  <a:pt x="2405037" y="1703781"/>
                </a:moveTo>
                <a:lnTo>
                  <a:pt x="2405037" y="0"/>
                </a:lnTo>
              </a:path>
              <a:path w="2405379" h="1704339">
                <a:moveTo>
                  <a:pt x="0" y="1703781"/>
                </a:moveTo>
                <a:lnTo>
                  <a:pt x="2405037" y="1703781"/>
                </a:lnTo>
              </a:path>
              <a:path w="2405379" h="1704339">
                <a:moveTo>
                  <a:pt x="0" y="0"/>
                </a:moveTo>
                <a:lnTo>
                  <a:pt x="2405037" y="0"/>
                </a:lnTo>
              </a:path>
            </a:pathLst>
          </a:custGeom>
          <a:ln w="4023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23" name="object 40">
            <a:extLst>
              <a:ext uri="{FF2B5EF4-FFF2-40B4-BE49-F238E27FC236}">
                <a16:creationId xmlns:a16="http://schemas.microsoft.com/office/drawing/2014/main" id="{A65B1D49-6D6D-40E5-BE08-5FAB9A1CA2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2500"/>
          <a:stretch>
            <a:fillRect/>
          </a:stretch>
        </p:blipFill>
        <p:spPr>
          <a:xfrm>
            <a:off x="4871981" y="2915244"/>
            <a:ext cx="25153" cy="1712598"/>
          </a:xfrm>
          <a:prstGeom prst="rect">
            <a:avLst/>
          </a:prstGeom>
        </p:spPr>
      </p:pic>
      <p:sp>
        <p:nvSpPr>
          <p:cNvPr id="24" name="object 41">
            <a:extLst>
              <a:ext uri="{FF2B5EF4-FFF2-40B4-BE49-F238E27FC236}">
                <a16:creationId xmlns:a16="http://schemas.microsoft.com/office/drawing/2014/main" id="{EBC9AB76-D3B9-4730-8820-72F7FE66ED8A}"/>
              </a:ext>
            </a:extLst>
          </p:cNvPr>
          <p:cNvSpPr>
            <a:spLocks noGrp="1"/>
          </p:cNvSpPr>
          <p:nvPr/>
        </p:nvSpPr>
        <p:spPr>
          <a:xfrm>
            <a:off x="3014473" y="3081833"/>
            <a:ext cx="1603196" cy="1363472"/>
          </a:xfrm>
          <a:custGeom>
            <a:avLst/>
            <a:gdLst/>
            <a:ahLst/>
            <a:cxnLst/>
            <a:rect l="l" t="t" r="r" b="b"/>
            <a:pathLst>
              <a:path w="1821814" h="1549400">
                <a:moveTo>
                  <a:pt x="0" y="1548942"/>
                </a:moveTo>
                <a:lnTo>
                  <a:pt x="910831" y="247954"/>
                </a:lnTo>
                <a:lnTo>
                  <a:pt x="1821649" y="0"/>
                </a:lnTo>
              </a:path>
            </a:pathLst>
          </a:custGeom>
          <a:ln w="11768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5" name="object 42">
            <a:extLst>
              <a:ext uri="{FF2B5EF4-FFF2-40B4-BE49-F238E27FC236}">
                <a16:creationId xmlns:a16="http://schemas.microsoft.com/office/drawing/2014/main" id="{6DFEEB2A-8BBC-4165-80A8-8A02D6CE97BF}"/>
              </a:ext>
            </a:extLst>
          </p:cNvPr>
          <p:cNvSpPr>
            <a:spLocks noGrp="1"/>
          </p:cNvSpPr>
          <p:nvPr/>
        </p:nvSpPr>
        <p:spPr>
          <a:xfrm>
            <a:off x="2996380" y="4426787"/>
            <a:ext cx="36322" cy="36322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5704" y="41160"/>
                </a:moveTo>
                <a:lnTo>
                  <a:pt x="20561" y="41160"/>
                </a:lnTo>
                <a:lnTo>
                  <a:pt x="14909" y="41160"/>
                </a:lnTo>
                <a:lnTo>
                  <a:pt x="9766" y="39103"/>
                </a:lnTo>
                <a:lnTo>
                  <a:pt x="2057" y="31381"/>
                </a:lnTo>
                <a:lnTo>
                  <a:pt x="0" y="26238"/>
                </a:lnTo>
                <a:lnTo>
                  <a:pt x="0" y="14922"/>
                </a:lnTo>
                <a:lnTo>
                  <a:pt x="2057" y="9778"/>
                </a:lnTo>
                <a:lnTo>
                  <a:pt x="9766" y="2057"/>
                </a:lnTo>
                <a:lnTo>
                  <a:pt x="14909" y="0"/>
                </a:lnTo>
                <a:lnTo>
                  <a:pt x="25704" y="0"/>
                </a:lnTo>
                <a:lnTo>
                  <a:pt x="30848" y="2057"/>
                </a:lnTo>
                <a:lnTo>
                  <a:pt x="38557" y="9778"/>
                </a:lnTo>
                <a:lnTo>
                  <a:pt x="41122" y="14922"/>
                </a:lnTo>
                <a:lnTo>
                  <a:pt x="41122" y="26238"/>
                </a:lnTo>
                <a:lnTo>
                  <a:pt x="38557" y="31381"/>
                </a:lnTo>
                <a:lnTo>
                  <a:pt x="30848" y="39103"/>
                </a:lnTo>
                <a:lnTo>
                  <a:pt x="25704" y="41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6" name="object 43">
            <a:extLst>
              <a:ext uri="{FF2B5EF4-FFF2-40B4-BE49-F238E27FC236}">
                <a16:creationId xmlns:a16="http://schemas.microsoft.com/office/drawing/2014/main" id="{3C9FBA07-45B2-40F1-80E4-5447B8DB11E9}"/>
              </a:ext>
            </a:extLst>
          </p:cNvPr>
          <p:cNvSpPr>
            <a:spLocks noGrp="1"/>
          </p:cNvSpPr>
          <p:nvPr/>
        </p:nvSpPr>
        <p:spPr>
          <a:xfrm>
            <a:off x="2996380" y="4426787"/>
            <a:ext cx="36322" cy="36322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0561" y="41160"/>
                </a:moveTo>
                <a:lnTo>
                  <a:pt x="25704" y="41160"/>
                </a:lnTo>
                <a:lnTo>
                  <a:pt x="30848" y="39103"/>
                </a:lnTo>
                <a:lnTo>
                  <a:pt x="34963" y="34988"/>
                </a:lnTo>
                <a:lnTo>
                  <a:pt x="38557" y="31381"/>
                </a:lnTo>
                <a:lnTo>
                  <a:pt x="41122" y="26238"/>
                </a:lnTo>
                <a:lnTo>
                  <a:pt x="41122" y="20586"/>
                </a:lnTo>
                <a:lnTo>
                  <a:pt x="41122" y="14922"/>
                </a:lnTo>
                <a:lnTo>
                  <a:pt x="38557" y="9778"/>
                </a:lnTo>
                <a:lnTo>
                  <a:pt x="34963" y="6172"/>
                </a:lnTo>
                <a:lnTo>
                  <a:pt x="30848" y="2057"/>
                </a:lnTo>
                <a:lnTo>
                  <a:pt x="25704" y="0"/>
                </a:lnTo>
                <a:lnTo>
                  <a:pt x="20561" y="0"/>
                </a:lnTo>
                <a:lnTo>
                  <a:pt x="14909" y="0"/>
                </a:lnTo>
                <a:lnTo>
                  <a:pt x="9766" y="2057"/>
                </a:lnTo>
                <a:lnTo>
                  <a:pt x="5664" y="6172"/>
                </a:lnTo>
                <a:lnTo>
                  <a:pt x="2057" y="9778"/>
                </a:lnTo>
                <a:lnTo>
                  <a:pt x="0" y="14922"/>
                </a:lnTo>
                <a:lnTo>
                  <a:pt x="0" y="20586"/>
                </a:lnTo>
                <a:lnTo>
                  <a:pt x="0" y="26238"/>
                </a:lnTo>
                <a:lnTo>
                  <a:pt x="2057" y="31381"/>
                </a:lnTo>
                <a:lnTo>
                  <a:pt x="5664" y="34988"/>
                </a:lnTo>
                <a:lnTo>
                  <a:pt x="9766" y="39103"/>
                </a:lnTo>
                <a:lnTo>
                  <a:pt x="14909" y="41160"/>
                </a:lnTo>
                <a:lnTo>
                  <a:pt x="20561" y="41160"/>
                </a:lnTo>
              </a:path>
            </a:pathLst>
          </a:custGeom>
          <a:ln w="5878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7" name="object 44">
            <a:extLst>
              <a:ext uri="{FF2B5EF4-FFF2-40B4-BE49-F238E27FC236}">
                <a16:creationId xmlns:a16="http://schemas.microsoft.com/office/drawing/2014/main" id="{9E504261-C7A0-4956-9329-8DEBF9C58CEE}"/>
              </a:ext>
            </a:extLst>
          </p:cNvPr>
          <p:cNvSpPr>
            <a:spLocks noGrp="1"/>
          </p:cNvSpPr>
          <p:nvPr/>
        </p:nvSpPr>
        <p:spPr>
          <a:xfrm>
            <a:off x="3797911" y="3281917"/>
            <a:ext cx="36322" cy="36322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5692" y="41160"/>
                </a:moveTo>
                <a:lnTo>
                  <a:pt x="20561" y="41160"/>
                </a:lnTo>
                <a:lnTo>
                  <a:pt x="14897" y="41160"/>
                </a:lnTo>
                <a:lnTo>
                  <a:pt x="9766" y="38582"/>
                </a:lnTo>
                <a:lnTo>
                  <a:pt x="5651" y="34988"/>
                </a:lnTo>
                <a:lnTo>
                  <a:pt x="2057" y="30873"/>
                </a:lnTo>
                <a:lnTo>
                  <a:pt x="0" y="25730"/>
                </a:lnTo>
                <a:lnTo>
                  <a:pt x="0" y="14922"/>
                </a:lnTo>
                <a:lnTo>
                  <a:pt x="2057" y="9779"/>
                </a:lnTo>
                <a:lnTo>
                  <a:pt x="5651" y="5664"/>
                </a:lnTo>
                <a:lnTo>
                  <a:pt x="9766" y="2057"/>
                </a:lnTo>
                <a:lnTo>
                  <a:pt x="14897" y="0"/>
                </a:lnTo>
                <a:lnTo>
                  <a:pt x="25692" y="0"/>
                </a:lnTo>
                <a:lnTo>
                  <a:pt x="30835" y="2057"/>
                </a:lnTo>
                <a:lnTo>
                  <a:pt x="34950" y="5664"/>
                </a:lnTo>
                <a:lnTo>
                  <a:pt x="38544" y="9779"/>
                </a:lnTo>
                <a:lnTo>
                  <a:pt x="41109" y="14922"/>
                </a:lnTo>
                <a:lnTo>
                  <a:pt x="41109" y="25730"/>
                </a:lnTo>
                <a:lnTo>
                  <a:pt x="38544" y="30873"/>
                </a:lnTo>
                <a:lnTo>
                  <a:pt x="34950" y="34988"/>
                </a:lnTo>
                <a:lnTo>
                  <a:pt x="30835" y="38582"/>
                </a:lnTo>
                <a:lnTo>
                  <a:pt x="25692" y="41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8" name="object 45">
            <a:extLst>
              <a:ext uri="{FF2B5EF4-FFF2-40B4-BE49-F238E27FC236}">
                <a16:creationId xmlns:a16="http://schemas.microsoft.com/office/drawing/2014/main" id="{81533595-9839-4DC2-9C5F-52C8A1BA41D3}"/>
              </a:ext>
            </a:extLst>
          </p:cNvPr>
          <p:cNvSpPr>
            <a:spLocks noGrp="1"/>
          </p:cNvSpPr>
          <p:nvPr/>
        </p:nvSpPr>
        <p:spPr>
          <a:xfrm>
            <a:off x="3797911" y="3281917"/>
            <a:ext cx="36322" cy="36322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0561" y="41160"/>
                </a:moveTo>
                <a:lnTo>
                  <a:pt x="25692" y="41160"/>
                </a:lnTo>
                <a:lnTo>
                  <a:pt x="30835" y="38582"/>
                </a:lnTo>
                <a:lnTo>
                  <a:pt x="34950" y="34988"/>
                </a:lnTo>
                <a:lnTo>
                  <a:pt x="38544" y="30873"/>
                </a:lnTo>
                <a:lnTo>
                  <a:pt x="41109" y="25730"/>
                </a:lnTo>
                <a:lnTo>
                  <a:pt x="41109" y="20586"/>
                </a:lnTo>
                <a:lnTo>
                  <a:pt x="41109" y="14922"/>
                </a:lnTo>
                <a:lnTo>
                  <a:pt x="38544" y="9779"/>
                </a:lnTo>
                <a:lnTo>
                  <a:pt x="34950" y="5664"/>
                </a:lnTo>
                <a:lnTo>
                  <a:pt x="30835" y="2057"/>
                </a:lnTo>
                <a:lnTo>
                  <a:pt x="25692" y="0"/>
                </a:lnTo>
                <a:lnTo>
                  <a:pt x="20561" y="0"/>
                </a:lnTo>
                <a:lnTo>
                  <a:pt x="14897" y="0"/>
                </a:lnTo>
                <a:lnTo>
                  <a:pt x="9766" y="2057"/>
                </a:lnTo>
                <a:lnTo>
                  <a:pt x="5651" y="5664"/>
                </a:lnTo>
                <a:lnTo>
                  <a:pt x="2057" y="9779"/>
                </a:lnTo>
                <a:lnTo>
                  <a:pt x="0" y="14922"/>
                </a:lnTo>
                <a:lnTo>
                  <a:pt x="0" y="20586"/>
                </a:lnTo>
                <a:lnTo>
                  <a:pt x="0" y="25730"/>
                </a:lnTo>
                <a:lnTo>
                  <a:pt x="2057" y="30873"/>
                </a:lnTo>
                <a:lnTo>
                  <a:pt x="5651" y="34988"/>
                </a:lnTo>
                <a:lnTo>
                  <a:pt x="9766" y="38582"/>
                </a:lnTo>
                <a:lnTo>
                  <a:pt x="14897" y="41160"/>
                </a:lnTo>
                <a:lnTo>
                  <a:pt x="20561" y="41160"/>
                </a:lnTo>
              </a:path>
            </a:pathLst>
          </a:custGeom>
          <a:ln w="5878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9" name="object 46">
            <a:extLst>
              <a:ext uri="{FF2B5EF4-FFF2-40B4-BE49-F238E27FC236}">
                <a16:creationId xmlns:a16="http://schemas.microsoft.com/office/drawing/2014/main" id="{DAE9B92B-1046-4AD7-B3A6-CC45C4033075}"/>
              </a:ext>
            </a:extLst>
          </p:cNvPr>
          <p:cNvSpPr>
            <a:spLocks noGrp="1"/>
          </p:cNvSpPr>
          <p:nvPr/>
        </p:nvSpPr>
        <p:spPr>
          <a:xfrm>
            <a:off x="4599432" y="3063728"/>
            <a:ext cx="36322" cy="36322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5704" y="41147"/>
                </a:moveTo>
                <a:lnTo>
                  <a:pt x="20561" y="41147"/>
                </a:lnTo>
                <a:lnTo>
                  <a:pt x="14909" y="41147"/>
                </a:lnTo>
                <a:lnTo>
                  <a:pt x="9766" y="39090"/>
                </a:lnTo>
                <a:lnTo>
                  <a:pt x="6172" y="34975"/>
                </a:lnTo>
                <a:lnTo>
                  <a:pt x="2057" y="31368"/>
                </a:lnTo>
                <a:lnTo>
                  <a:pt x="0" y="26225"/>
                </a:lnTo>
                <a:lnTo>
                  <a:pt x="0" y="14909"/>
                </a:lnTo>
                <a:lnTo>
                  <a:pt x="2057" y="9766"/>
                </a:lnTo>
                <a:lnTo>
                  <a:pt x="6172" y="6172"/>
                </a:lnTo>
                <a:lnTo>
                  <a:pt x="9766" y="2057"/>
                </a:lnTo>
                <a:lnTo>
                  <a:pt x="14909" y="0"/>
                </a:lnTo>
                <a:lnTo>
                  <a:pt x="25704" y="0"/>
                </a:lnTo>
                <a:lnTo>
                  <a:pt x="31356" y="2057"/>
                </a:lnTo>
                <a:lnTo>
                  <a:pt x="34950" y="6172"/>
                </a:lnTo>
                <a:lnTo>
                  <a:pt x="39065" y="9766"/>
                </a:lnTo>
                <a:lnTo>
                  <a:pt x="41122" y="14909"/>
                </a:lnTo>
                <a:lnTo>
                  <a:pt x="41122" y="26225"/>
                </a:lnTo>
                <a:lnTo>
                  <a:pt x="39065" y="31368"/>
                </a:lnTo>
                <a:lnTo>
                  <a:pt x="34950" y="34975"/>
                </a:lnTo>
                <a:lnTo>
                  <a:pt x="31356" y="39090"/>
                </a:lnTo>
                <a:lnTo>
                  <a:pt x="25704" y="411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0" name="object 47">
            <a:extLst>
              <a:ext uri="{FF2B5EF4-FFF2-40B4-BE49-F238E27FC236}">
                <a16:creationId xmlns:a16="http://schemas.microsoft.com/office/drawing/2014/main" id="{23B32427-0EDE-46AC-B268-0079E108CA0C}"/>
              </a:ext>
            </a:extLst>
          </p:cNvPr>
          <p:cNvSpPr>
            <a:spLocks noGrp="1"/>
          </p:cNvSpPr>
          <p:nvPr/>
        </p:nvSpPr>
        <p:spPr>
          <a:xfrm>
            <a:off x="4599432" y="3063728"/>
            <a:ext cx="36322" cy="36322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0561" y="41147"/>
                </a:moveTo>
                <a:lnTo>
                  <a:pt x="25704" y="41147"/>
                </a:lnTo>
                <a:lnTo>
                  <a:pt x="31356" y="39090"/>
                </a:lnTo>
                <a:lnTo>
                  <a:pt x="34950" y="34975"/>
                </a:lnTo>
                <a:lnTo>
                  <a:pt x="39065" y="31368"/>
                </a:lnTo>
                <a:lnTo>
                  <a:pt x="41122" y="26225"/>
                </a:lnTo>
                <a:lnTo>
                  <a:pt x="41122" y="20573"/>
                </a:lnTo>
                <a:lnTo>
                  <a:pt x="41122" y="14909"/>
                </a:lnTo>
                <a:lnTo>
                  <a:pt x="39065" y="9766"/>
                </a:lnTo>
                <a:lnTo>
                  <a:pt x="34950" y="6172"/>
                </a:lnTo>
                <a:lnTo>
                  <a:pt x="31356" y="2057"/>
                </a:lnTo>
                <a:lnTo>
                  <a:pt x="25704" y="0"/>
                </a:lnTo>
                <a:lnTo>
                  <a:pt x="20561" y="0"/>
                </a:lnTo>
                <a:lnTo>
                  <a:pt x="14909" y="0"/>
                </a:lnTo>
                <a:lnTo>
                  <a:pt x="9766" y="2057"/>
                </a:lnTo>
                <a:lnTo>
                  <a:pt x="6172" y="6172"/>
                </a:lnTo>
                <a:lnTo>
                  <a:pt x="2057" y="9766"/>
                </a:lnTo>
                <a:lnTo>
                  <a:pt x="0" y="14909"/>
                </a:lnTo>
                <a:lnTo>
                  <a:pt x="0" y="20573"/>
                </a:lnTo>
                <a:lnTo>
                  <a:pt x="0" y="26225"/>
                </a:lnTo>
                <a:lnTo>
                  <a:pt x="2057" y="31368"/>
                </a:lnTo>
                <a:lnTo>
                  <a:pt x="6172" y="34975"/>
                </a:lnTo>
                <a:lnTo>
                  <a:pt x="9766" y="39090"/>
                </a:lnTo>
                <a:lnTo>
                  <a:pt x="14909" y="41147"/>
                </a:lnTo>
                <a:lnTo>
                  <a:pt x="20561" y="41147"/>
                </a:lnTo>
              </a:path>
            </a:pathLst>
          </a:custGeom>
          <a:ln w="5878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1" name="object 48">
            <a:extLst>
              <a:ext uri="{FF2B5EF4-FFF2-40B4-BE49-F238E27FC236}">
                <a16:creationId xmlns:a16="http://schemas.microsoft.com/office/drawing/2014/main" id="{51A60924-074C-4790-A0E9-9AFA46192C87}"/>
              </a:ext>
            </a:extLst>
          </p:cNvPr>
          <p:cNvSpPr>
            <a:spLocks noGrp="1"/>
          </p:cNvSpPr>
          <p:nvPr/>
        </p:nvSpPr>
        <p:spPr>
          <a:xfrm>
            <a:off x="2757560" y="3013928"/>
            <a:ext cx="2116734" cy="1499818"/>
          </a:xfrm>
          <a:custGeom>
            <a:avLst/>
            <a:gdLst/>
            <a:ahLst/>
            <a:cxnLst/>
            <a:rect l="l" t="t" r="r" b="b"/>
            <a:pathLst>
              <a:path w="2405379" h="1704339">
                <a:moveTo>
                  <a:pt x="0" y="1703781"/>
                </a:moveTo>
                <a:lnTo>
                  <a:pt x="0" y="0"/>
                </a:lnTo>
              </a:path>
              <a:path w="2405379" h="1704339">
                <a:moveTo>
                  <a:pt x="0" y="1703781"/>
                </a:moveTo>
                <a:lnTo>
                  <a:pt x="2405037" y="1703781"/>
                </a:lnTo>
              </a:path>
              <a:path w="2405379" h="1704339">
                <a:moveTo>
                  <a:pt x="0" y="0"/>
                </a:moveTo>
                <a:lnTo>
                  <a:pt x="2405037" y="0"/>
                </a:lnTo>
              </a:path>
            </a:pathLst>
          </a:custGeom>
          <a:ln w="4023">
            <a:solidFill>
              <a:srgbClr val="000000"/>
            </a:solidFill>
          </a:ln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2" name="object 73">
            <a:extLst>
              <a:ext uri="{FF2B5EF4-FFF2-40B4-BE49-F238E27FC236}">
                <a16:creationId xmlns:a16="http://schemas.microsoft.com/office/drawing/2014/main" id="{546CB24E-3C76-4650-ABF5-D41201831BAA}"/>
              </a:ext>
            </a:extLst>
          </p:cNvPr>
          <p:cNvSpPr>
            <a:spLocks noGrp="1"/>
          </p:cNvSpPr>
          <p:nvPr/>
        </p:nvSpPr>
        <p:spPr>
          <a:xfrm>
            <a:off x="2818364" y="2608137"/>
            <a:ext cx="2406118" cy="288849"/>
          </a:xfrm>
          <a:prstGeom prst="rect">
            <a:avLst/>
          </a:prstGeom>
        </p:spPr>
        <p:txBody>
          <a:bodyPr vert="horz" wrap="square" lIns="0" tIns="11735" rIns="0" bIns="0">
            <a:spAutoFit/>
          </a:bodyPr>
          <a:lstStyle/>
          <a:p>
            <a:pPr>
              <a:lnSpc>
                <a:spcPct val="100000"/>
              </a:lnSpc>
              <a:spcBef>
                <a:spcPts val="92"/>
              </a:spcBef>
              <a:buNone/>
            </a:pPr>
            <a:r>
              <a:rPr dirty="0">
                <a:latin typeface="Calibri"/>
                <a:ea typeface="Calibri"/>
                <a:cs typeface="Calibri"/>
              </a:rPr>
              <a:t>memory cost reduction</a:t>
            </a:r>
          </a:p>
        </p:txBody>
      </p:sp>
      <p:sp>
        <p:nvSpPr>
          <p:cNvPr id="33" name="object 76">
            <a:extLst>
              <a:ext uri="{FF2B5EF4-FFF2-40B4-BE49-F238E27FC236}">
                <a16:creationId xmlns:a16="http://schemas.microsoft.com/office/drawing/2014/main" id="{6C00E0FF-8630-46FF-92A5-8EB17901205F}"/>
              </a:ext>
            </a:extLst>
          </p:cNvPr>
          <p:cNvSpPr>
            <a:spLocks noGrp="1"/>
          </p:cNvSpPr>
          <p:nvPr/>
        </p:nvSpPr>
        <p:spPr>
          <a:xfrm>
            <a:off x="5558265" y="3408117"/>
            <a:ext cx="621386" cy="1207567"/>
          </a:xfrm>
          <a:custGeom>
            <a:avLst/>
            <a:gdLst/>
            <a:ahLst/>
            <a:cxnLst/>
            <a:rect l="l" t="t" r="r" b="b"/>
            <a:pathLst>
              <a:path w="706120" h="1372235">
                <a:moveTo>
                  <a:pt x="339445" y="368388"/>
                </a:moveTo>
                <a:lnTo>
                  <a:pt x="339445" y="0"/>
                </a:lnTo>
                <a:lnTo>
                  <a:pt x="366545" y="50723"/>
                </a:lnTo>
                <a:lnTo>
                  <a:pt x="364845" y="50723"/>
                </a:lnTo>
                <a:lnTo>
                  <a:pt x="340944" y="56705"/>
                </a:lnTo>
                <a:lnTo>
                  <a:pt x="364845" y="101443"/>
                </a:lnTo>
                <a:lnTo>
                  <a:pt x="364845" y="355688"/>
                </a:lnTo>
                <a:lnTo>
                  <a:pt x="352145" y="355688"/>
                </a:lnTo>
                <a:lnTo>
                  <a:pt x="339445" y="368388"/>
                </a:lnTo>
                <a:close/>
              </a:path>
              <a:path w="706120" h="1372235">
                <a:moveTo>
                  <a:pt x="364845" y="101443"/>
                </a:moveTo>
                <a:lnTo>
                  <a:pt x="340944" y="56705"/>
                </a:lnTo>
                <a:lnTo>
                  <a:pt x="364845" y="50723"/>
                </a:lnTo>
                <a:lnTo>
                  <a:pt x="364845" y="101443"/>
                </a:lnTo>
                <a:close/>
              </a:path>
              <a:path w="706120" h="1372235">
                <a:moveTo>
                  <a:pt x="677181" y="686054"/>
                </a:moveTo>
                <a:lnTo>
                  <a:pt x="364845" y="101443"/>
                </a:lnTo>
                <a:lnTo>
                  <a:pt x="364845" y="50723"/>
                </a:lnTo>
                <a:lnTo>
                  <a:pt x="366545" y="50723"/>
                </a:lnTo>
                <a:lnTo>
                  <a:pt x="702784" y="680072"/>
                </a:lnTo>
                <a:lnTo>
                  <a:pt x="680377" y="680072"/>
                </a:lnTo>
                <a:lnTo>
                  <a:pt x="677181" y="686054"/>
                </a:lnTo>
                <a:close/>
              </a:path>
              <a:path w="706120" h="1372235">
                <a:moveTo>
                  <a:pt x="339445" y="1016431"/>
                </a:moveTo>
                <a:lnTo>
                  <a:pt x="0" y="1016431"/>
                </a:lnTo>
                <a:lnTo>
                  <a:pt x="0" y="355688"/>
                </a:lnTo>
                <a:lnTo>
                  <a:pt x="339445" y="355688"/>
                </a:lnTo>
                <a:lnTo>
                  <a:pt x="339445" y="368388"/>
                </a:lnTo>
                <a:lnTo>
                  <a:pt x="25400" y="368388"/>
                </a:lnTo>
                <a:lnTo>
                  <a:pt x="12700" y="381088"/>
                </a:lnTo>
                <a:lnTo>
                  <a:pt x="25400" y="381088"/>
                </a:lnTo>
                <a:lnTo>
                  <a:pt x="25400" y="991031"/>
                </a:lnTo>
                <a:lnTo>
                  <a:pt x="12700" y="991031"/>
                </a:lnTo>
                <a:lnTo>
                  <a:pt x="25400" y="1003731"/>
                </a:lnTo>
                <a:lnTo>
                  <a:pt x="339445" y="1003731"/>
                </a:lnTo>
                <a:lnTo>
                  <a:pt x="339445" y="1016431"/>
                </a:lnTo>
                <a:close/>
              </a:path>
              <a:path w="706120" h="1372235">
                <a:moveTo>
                  <a:pt x="364845" y="381088"/>
                </a:moveTo>
                <a:lnTo>
                  <a:pt x="25400" y="381088"/>
                </a:lnTo>
                <a:lnTo>
                  <a:pt x="25400" y="368388"/>
                </a:lnTo>
                <a:lnTo>
                  <a:pt x="339445" y="368388"/>
                </a:lnTo>
                <a:lnTo>
                  <a:pt x="352145" y="355688"/>
                </a:lnTo>
                <a:lnTo>
                  <a:pt x="364845" y="355688"/>
                </a:lnTo>
                <a:lnTo>
                  <a:pt x="364845" y="381088"/>
                </a:lnTo>
                <a:close/>
              </a:path>
              <a:path w="706120" h="1372235">
                <a:moveTo>
                  <a:pt x="25400" y="381088"/>
                </a:moveTo>
                <a:lnTo>
                  <a:pt x="12700" y="381088"/>
                </a:lnTo>
                <a:lnTo>
                  <a:pt x="25400" y="368388"/>
                </a:lnTo>
                <a:lnTo>
                  <a:pt x="25400" y="381088"/>
                </a:lnTo>
                <a:close/>
              </a:path>
              <a:path w="706120" h="1372235">
                <a:moveTo>
                  <a:pt x="680377" y="692048"/>
                </a:moveTo>
                <a:lnTo>
                  <a:pt x="677181" y="686054"/>
                </a:lnTo>
                <a:lnTo>
                  <a:pt x="680377" y="680072"/>
                </a:lnTo>
                <a:lnTo>
                  <a:pt x="680377" y="692048"/>
                </a:lnTo>
                <a:close/>
              </a:path>
              <a:path w="706120" h="1372235">
                <a:moveTo>
                  <a:pt x="702777" y="692048"/>
                </a:moveTo>
                <a:lnTo>
                  <a:pt x="680377" y="692048"/>
                </a:lnTo>
                <a:lnTo>
                  <a:pt x="680377" y="680072"/>
                </a:lnTo>
                <a:lnTo>
                  <a:pt x="702784" y="680072"/>
                </a:lnTo>
                <a:lnTo>
                  <a:pt x="705980" y="686054"/>
                </a:lnTo>
                <a:lnTo>
                  <a:pt x="702777" y="692048"/>
                </a:lnTo>
                <a:close/>
              </a:path>
              <a:path w="706120" h="1372235">
                <a:moveTo>
                  <a:pt x="366545" y="1321396"/>
                </a:moveTo>
                <a:lnTo>
                  <a:pt x="364845" y="1321396"/>
                </a:lnTo>
                <a:lnTo>
                  <a:pt x="364845" y="1270677"/>
                </a:lnTo>
                <a:lnTo>
                  <a:pt x="677181" y="686054"/>
                </a:lnTo>
                <a:lnTo>
                  <a:pt x="680377" y="692048"/>
                </a:lnTo>
                <a:lnTo>
                  <a:pt x="702777" y="692048"/>
                </a:lnTo>
                <a:lnTo>
                  <a:pt x="366545" y="1321396"/>
                </a:lnTo>
                <a:close/>
              </a:path>
              <a:path w="706120" h="1372235">
                <a:moveTo>
                  <a:pt x="25400" y="1003731"/>
                </a:moveTo>
                <a:lnTo>
                  <a:pt x="12700" y="991031"/>
                </a:lnTo>
                <a:lnTo>
                  <a:pt x="25400" y="991031"/>
                </a:lnTo>
                <a:lnTo>
                  <a:pt x="25400" y="1003731"/>
                </a:lnTo>
                <a:close/>
              </a:path>
              <a:path w="706120" h="1372235">
                <a:moveTo>
                  <a:pt x="364845" y="1016431"/>
                </a:moveTo>
                <a:lnTo>
                  <a:pt x="352145" y="1016431"/>
                </a:lnTo>
                <a:lnTo>
                  <a:pt x="339445" y="1003731"/>
                </a:lnTo>
                <a:lnTo>
                  <a:pt x="25400" y="1003731"/>
                </a:lnTo>
                <a:lnTo>
                  <a:pt x="25400" y="991031"/>
                </a:lnTo>
                <a:lnTo>
                  <a:pt x="364845" y="991031"/>
                </a:lnTo>
                <a:lnTo>
                  <a:pt x="364845" y="1016431"/>
                </a:lnTo>
                <a:close/>
              </a:path>
              <a:path w="706120" h="1372235">
                <a:moveTo>
                  <a:pt x="339445" y="1372120"/>
                </a:moveTo>
                <a:lnTo>
                  <a:pt x="339445" y="1003731"/>
                </a:lnTo>
                <a:lnTo>
                  <a:pt x="352145" y="1016431"/>
                </a:lnTo>
                <a:lnTo>
                  <a:pt x="364845" y="1016431"/>
                </a:lnTo>
                <a:lnTo>
                  <a:pt x="364845" y="1270677"/>
                </a:lnTo>
                <a:lnTo>
                  <a:pt x="340944" y="1315415"/>
                </a:lnTo>
                <a:lnTo>
                  <a:pt x="364845" y="1321396"/>
                </a:lnTo>
                <a:lnTo>
                  <a:pt x="366545" y="1321396"/>
                </a:lnTo>
                <a:lnTo>
                  <a:pt x="339445" y="1372120"/>
                </a:lnTo>
                <a:close/>
              </a:path>
              <a:path w="706120" h="1372235">
                <a:moveTo>
                  <a:pt x="364845" y="1321396"/>
                </a:moveTo>
                <a:lnTo>
                  <a:pt x="340944" y="1315415"/>
                </a:lnTo>
                <a:lnTo>
                  <a:pt x="364845" y="1270677"/>
                </a:lnTo>
                <a:lnTo>
                  <a:pt x="364845" y="1321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34" name="object 7">
            <a:extLst>
              <a:ext uri="{FF2B5EF4-FFF2-40B4-BE49-F238E27FC236}">
                <a16:creationId xmlns:a16="http://schemas.microsoft.com/office/drawing/2014/main" id="{CEB5014F-9D4D-4AB1-AA6A-D52736741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3" y="3498855"/>
            <a:ext cx="139722" cy="138257"/>
          </a:xfrm>
          <a:prstGeom prst="rect">
            <a:avLst/>
          </a:prstGeom>
        </p:spPr>
      </p:pic>
      <p:pic>
        <p:nvPicPr>
          <p:cNvPr id="35" name="object 8">
            <a:extLst>
              <a:ext uri="{FF2B5EF4-FFF2-40B4-BE49-F238E27FC236}">
                <a16:creationId xmlns:a16="http://schemas.microsoft.com/office/drawing/2014/main" id="{60A3E2D8-AFFA-4492-9159-E0803F195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8968" y="4960542"/>
            <a:ext cx="139978" cy="138257"/>
          </a:xfrm>
          <a:prstGeom prst="rect">
            <a:avLst/>
          </a:prstGeom>
        </p:spPr>
      </p:pic>
      <p:pic>
        <p:nvPicPr>
          <p:cNvPr id="36" name="object 9">
            <a:extLst>
              <a:ext uri="{FF2B5EF4-FFF2-40B4-BE49-F238E27FC236}">
                <a16:creationId xmlns:a16="http://schemas.microsoft.com/office/drawing/2014/main" id="{9EA61688-BA38-4C16-B523-9FA5CFAF4C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8730" y="4280459"/>
            <a:ext cx="139263" cy="138257"/>
          </a:xfrm>
          <a:prstGeom prst="rect">
            <a:avLst/>
          </a:prstGeom>
        </p:spPr>
      </p:pic>
      <p:sp>
        <p:nvSpPr>
          <p:cNvPr id="37" name="object 10">
            <a:extLst>
              <a:ext uri="{FF2B5EF4-FFF2-40B4-BE49-F238E27FC236}">
                <a16:creationId xmlns:a16="http://schemas.microsoft.com/office/drawing/2014/main" id="{7AB3D7F0-1CC0-4F70-AC25-AE7A76502BAA}"/>
              </a:ext>
            </a:extLst>
          </p:cNvPr>
          <p:cNvSpPr>
            <a:spLocks noGrp="1"/>
          </p:cNvSpPr>
          <p:nvPr/>
        </p:nvSpPr>
        <p:spPr>
          <a:xfrm>
            <a:off x="6858626" y="3609240"/>
            <a:ext cx="1738985" cy="1376882"/>
          </a:xfrm>
          <a:custGeom>
            <a:avLst/>
            <a:gdLst/>
            <a:ahLst/>
            <a:cxnLst/>
            <a:rect l="l" t="t" r="r" b="b"/>
            <a:pathLst>
              <a:path w="1976120" h="1564639">
                <a:moveTo>
                  <a:pt x="75806" y="37134"/>
                </a:moveTo>
                <a:lnTo>
                  <a:pt x="9283" y="0"/>
                </a:lnTo>
                <a:lnTo>
                  <a:pt x="0" y="16637"/>
                </a:lnTo>
                <a:lnTo>
                  <a:pt x="66522" y="53771"/>
                </a:lnTo>
                <a:lnTo>
                  <a:pt x="75806" y="37134"/>
                </a:lnTo>
                <a:close/>
              </a:path>
              <a:path w="1976120" h="1564639">
                <a:moveTo>
                  <a:pt x="192265" y="102108"/>
                </a:moveTo>
                <a:lnTo>
                  <a:pt x="125730" y="64973"/>
                </a:lnTo>
                <a:lnTo>
                  <a:pt x="116446" y="81610"/>
                </a:lnTo>
                <a:lnTo>
                  <a:pt x="182994" y="118745"/>
                </a:lnTo>
                <a:lnTo>
                  <a:pt x="192265" y="102108"/>
                </a:lnTo>
                <a:close/>
              </a:path>
              <a:path w="1976120" h="1564639">
                <a:moveTo>
                  <a:pt x="308724" y="167081"/>
                </a:moveTo>
                <a:lnTo>
                  <a:pt x="242176" y="129959"/>
                </a:lnTo>
                <a:lnTo>
                  <a:pt x="232892" y="146596"/>
                </a:lnTo>
                <a:lnTo>
                  <a:pt x="299440" y="183718"/>
                </a:lnTo>
                <a:lnTo>
                  <a:pt x="308724" y="167081"/>
                </a:lnTo>
                <a:close/>
              </a:path>
              <a:path w="1976120" h="1564639">
                <a:moveTo>
                  <a:pt x="425170" y="232067"/>
                </a:moveTo>
                <a:lnTo>
                  <a:pt x="358622" y="194932"/>
                </a:lnTo>
                <a:lnTo>
                  <a:pt x="349338" y="211569"/>
                </a:lnTo>
                <a:lnTo>
                  <a:pt x="415886" y="248691"/>
                </a:lnTo>
                <a:lnTo>
                  <a:pt x="425170" y="232067"/>
                </a:lnTo>
                <a:close/>
              </a:path>
              <a:path w="1976120" h="1564639">
                <a:moveTo>
                  <a:pt x="541616" y="297040"/>
                </a:moveTo>
                <a:lnTo>
                  <a:pt x="475068" y="259905"/>
                </a:lnTo>
                <a:lnTo>
                  <a:pt x="465797" y="276542"/>
                </a:lnTo>
                <a:lnTo>
                  <a:pt x="532333" y="313677"/>
                </a:lnTo>
                <a:lnTo>
                  <a:pt x="541616" y="297040"/>
                </a:lnTo>
                <a:close/>
              </a:path>
              <a:path w="1976120" h="1564639">
                <a:moveTo>
                  <a:pt x="658063" y="362013"/>
                </a:moveTo>
                <a:lnTo>
                  <a:pt x="591527" y="324878"/>
                </a:lnTo>
                <a:lnTo>
                  <a:pt x="582244" y="341515"/>
                </a:lnTo>
                <a:lnTo>
                  <a:pt x="648779" y="378650"/>
                </a:lnTo>
                <a:lnTo>
                  <a:pt x="658063" y="362013"/>
                </a:lnTo>
                <a:close/>
              </a:path>
              <a:path w="1976120" h="1564639">
                <a:moveTo>
                  <a:pt x="774509" y="426986"/>
                </a:moveTo>
                <a:lnTo>
                  <a:pt x="707974" y="389864"/>
                </a:lnTo>
                <a:lnTo>
                  <a:pt x="698690" y="406501"/>
                </a:lnTo>
                <a:lnTo>
                  <a:pt x="765225" y="443623"/>
                </a:lnTo>
                <a:lnTo>
                  <a:pt x="774509" y="426986"/>
                </a:lnTo>
                <a:close/>
              </a:path>
              <a:path w="1976120" h="1564639">
                <a:moveTo>
                  <a:pt x="890955" y="491972"/>
                </a:moveTo>
                <a:lnTo>
                  <a:pt x="824420" y="454837"/>
                </a:lnTo>
                <a:lnTo>
                  <a:pt x="815136" y="471474"/>
                </a:lnTo>
                <a:lnTo>
                  <a:pt x="881684" y="508596"/>
                </a:lnTo>
                <a:lnTo>
                  <a:pt x="890955" y="491972"/>
                </a:lnTo>
                <a:close/>
              </a:path>
              <a:path w="1976120" h="1564639">
                <a:moveTo>
                  <a:pt x="1007414" y="556945"/>
                </a:moveTo>
                <a:lnTo>
                  <a:pt x="940866" y="519811"/>
                </a:lnTo>
                <a:lnTo>
                  <a:pt x="931583" y="536448"/>
                </a:lnTo>
                <a:lnTo>
                  <a:pt x="998131" y="573582"/>
                </a:lnTo>
                <a:lnTo>
                  <a:pt x="1007414" y="556945"/>
                </a:lnTo>
                <a:close/>
              </a:path>
              <a:path w="1976120" h="1564639">
                <a:moveTo>
                  <a:pt x="1123861" y="621919"/>
                </a:moveTo>
                <a:lnTo>
                  <a:pt x="1057313" y="584796"/>
                </a:lnTo>
                <a:lnTo>
                  <a:pt x="1048029" y="601421"/>
                </a:lnTo>
                <a:lnTo>
                  <a:pt x="1114577" y="638556"/>
                </a:lnTo>
                <a:lnTo>
                  <a:pt x="1123861" y="621919"/>
                </a:lnTo>
                <a:close/>
              </a:path>
              <a:path w="1976120" h="1564639">
                <a:moveTo>
                  <a:pt x="1240307" y="686892"/>
                </a:moveTo>
                <a:lnTo>
                  <a:pt x="1173759" y="649770"/>
                </a:lnTo>
                <a:lnTo>
                  <a:pt x="1164488" y="666407"/>
                </a:lnTo>
                <a:lnTo>
                  <a:pt x="1231023" y="703529"/>
                </a:lnTo>
                <a:lnTo>
                  <a:pt x="1240307" y="686892"/>
                </a:lnTo>
                <a:close/>
              </a:path>
              <a:path w="1976120" h="1564639">
                <a:moveTo>
                  <a:pt x="1356753" y="751878"/>
                </a:moveTo>
                <a:lnTo>
                  <a:pt x="1290218" y="714743"/>
                </a:lnTo>
                <a:lnTo>
                  <a:pt x="1280934" y="731380"/>
                </a:lnTo>
                <a:lnTo>
                  <a:pt x="1347470" y="768515"/>
                </a:lnTo>
                <a:lnTo>
                  <a:pt x="1356753" y="751878"/>
                </a:lnTo>
                <a:close/>
              </a:path>
              <a:path w="1976120" h="1564639">
                <a:moveTo>
                  <a:pt x="1560995" y="953770"/>
                </a:moveTo>
                <a:lnTo>
                  <a:pt x="1517662" y="891082"/>
                </a:lnTo>
                <a:lnTo>
                  <a:pt x="1501990" y="901915"/>
                </a:lnTo>
                <a:lnTo>
                  <a:pt x="1545336" y="964603"/>
                </a:lnTo>
                <a:lnTo>
                  <a:pt x="1560995" y="953770"/>
                </a:lnTo>
                <a:close/>
              </a:path>
              <a:path w="1976120" h="1564639">
                <a:moveTo>
                  <a:pt x="1636839" y="1063447"/>
                </a:moveTo>
                <a:lnTo>
                  <a:pt x="1593494" y="1000772"/>
                </a:lnTo>
                <a:lnTo>
                  <a:pt x="1577835" y="1011605"/>
                </a:lnTo>
                <a:lnTo>
                  <a:pt x="1621167" y="1074280"/>
                </a:lnTo>
                <a:lnTo>
                  <a:pt x="1636839" y="1063447"/>
                </a:lnTo>
                <a:close/>
              </a:path>
              <a:path w="1976120" h="1564639">
                <a:moveTo>
                  <a:pt x="1712671" y="1173137"/>
                </a:moveTo>
                <a:lnTo>
                  <a:pt x="1669338" y="1110462"/>
                </a:lnTo>
                <a:lnTo>
                  <a:pt x="1653667" y="1121295"/>
                </a:lnTo>
                <a:lnTo>
                  <a:pt x="1696999" y="1183970"/>
                </a:lnTo>
                <a:lnTo>
                  <a:pt x="1712671" y="1173137"/>
                </a:lnTo>
                <a:close/>
              </a:path>
              <a:path w="1976120" h="1564639">
                <a:moveTo>
                  <a:pt x="1788502" y="1282827"/>
                </a:moveTo>
                <a:lnTo>
                  <a:pt x="1745170" y="1220152"/>
                </a:lnTo>
                <a:lnTo>
                  <a:pt x="1729498" y="1230985"/>
                </a:lnTo>
                <a:lnTo>
                  <a:pt x="1772831" y="1293660"/>
                </a:lnTo>
                <a:lnTo>
                  <a:pt x="1788502" y="1282827"/>
                </a:lnTo>
                <a:close/>
              </a:path>
              <a:path w="1976120" h="1564639">
                <a:moveTo>
                  <a:pt x="1864334" y="1392516"/>
                </a:moveTo>
                <a:lnTo>
                  <a:pt x="1821002" y="1329842"/>
                </a:lnTo>
                <a:lnTo>
                  <a:pt x="1805330" y="1340675"/>
                </a:lnTo>
                <a:lnTo>
                  <a:pt x="1848662" y="1403350"/>
                </a:lnTo>
                <a:lnTo>
                  <a:pt x="1864334" y="1392516"/>
                </a:lnTo>
                <a:close/>
              </a:path>
              <a:path w="1976120" h="1564639">
                <a:moveTo>
                  <a:pt x="1940166" y="1502206"/>
                </a:moveTo>
                <a:lnTo>
                  <a:pt x="1896833" y="1439519"/>
                </a:lnTo>
                <a:lnTo>
                  <a:pt x="1881162" y="1450352"/>
                </a:lnTo>
                <a:lnTo>
                  <a:pt x="1924507" y="1513039"/>
                </a:lnTo>
                <a:lnTo>
                  <a:pt x="1940166" y="1502206"/>
                </a:lnTo>
                <a:close/>
              </a:path>
              <a:path w="1976120" h="1564639">
                <a:moveTo>
                  <a:pt x="1975637" y="1553514"/>
                </a:moveTo>
                <a:lnTo>
                  <a:pt x="1972665" y="1549209"/>
                </a:lnTo>
                <a:lnTo>
                  <a:pt x="1957006" y="1560042"/>
                </a:lnTo>
                <a:lnTo>
                  <a:pt x="1959978" y="1564347"/>
                </a:lnTo>
                <a:lnTo>
                  <a:pt x="1975637" y="15535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8" name="object 74">
            <a:extLst>
              <a:ext uri="{FF2B5EF4-FFF2-40B4-BE49-F238E27FC236}">
                <a16:creationId xmlns:a16="http://schemas.microsoft.com/office/drawing/2014/main" id="{6F6126AA-92CE-4B4F-A991-447675C0301D}"/>
              </a:ext>
            </a:extLst>
          </p:cNvPr>
          <p:cNvSpPr>
            <a:spLocks noGrp="1"/>
          </p:cNvSpPr>
          <p:nvPr/>
        </p:nvSpPr>
        <p:spPr>
          <a:xfrm>
            <a:off x="6688825" y="3246853"/>
            <a:ext cx="2407296" cy="263754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>
              <a:lnSpc>
                <a:spcPct val="100000"/>
              </a:lnSpc>
              <a:spcBef>
                <a:spcPts val="88"/>
              </a:spcBef>
              <a:buNone/>
            </a:pPr>
            <a:r>
              <a:rPr sz="1584" b="1" u="sng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Fine-grained management</a:t>
            </a:r>
            <a:endParaRPr sz="1584" dirty="0">
              <a:latin typeface="Calibri"/>
              <a:ea typeface="Calibri"/>
              <a:cs typeface="Calibri"/>
            </a:endParaRPr>
          </a:p>
        </p:txBody>
      </p:sp>
      <p:sp>
        <p:nvSpPr>
          <p:cNvPr id="39" name="object 75">
            <a:extLst>
              <a:ext uri="{FF2B5EF4-FFF2-40B4-BE49-F238E27FC236}">
                <a16:creationId xmlns:a16="http://schemas.microsoft.com/office/drawing/2014/main" id="{47A1CDF7-793F-43DD-94FC-67CEA3F37CCE}"/>
              </a:ext>
            </a:extLst>
          </p:cNvPr>
          <p:cNvSpPr>
            <a:spLocks noGrp="1"/>
          </p:cNvSpPr>
          <p:nvPr/>
        </p:nvSpPr>
        <p:spPr>
          <a:xfrm>
            <a:off x="8708946" y="4670591"/>
            <a:ext cx="2637933" cy="263754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>
              <a:lnSpc>
                <a:spcPct val="100000"/>
              </a:lnSpc>
              <a:spcBef>
                <a:spcPts val="88"/>
              </a:spcBef>
              <a:buNone/>
            </a:pPr>
            <a:r>
              <a:rPr sz="1584" b="1" u="sng" dirty="0">
                <a:solidFill>
                  <a:srgbClr val="6FAC46"/>
                </a:solidFill>
                <a:latin typeface="Calibri"/>
                <a:ea typeface="Calibri"/>
                <a:cs typeface="Calibri"/>
              </a:rPr>
              <a:t>Coarse-grained management</a:t>
            </a:r>
            <a:endParaRPr sz="1584" dirty="0">
              <a:latin typeface="Calibri"/>
              <a:ea typeface="Calibri"/>
              <a:cs typeface="Calibri"/>
            </a:endParaRPr>
          </a:p>
        </p:txBody>
      </p:sp>
      <p:sp>
        <p:nvSpPr>
          <p:cNvPr id="40" name="object 72">
            <a:extLst>
              <a:ext uri="{FF2B5EF4-FFF2-40B4-BE49-F238E27FC236}">
                <a16:creationId xmlns:a16="http://schemas.microsoft.com/office/drawing/2014/main" id="{CDC8E58D-5E00-4DE3-81EF-4E6F0081CA32}"/>
              </a:ext>
            </a:extLst>
          </p:cNvPr>
          <p:cNvSpPr>
            <a:spLocks noGrp="1"/>
          </p:cNvSpPr>
          <p:nvPr/>
        </p:nvSpPr>
        <p:spPr>
          <a:xfrm>
            <a:off x="2087446" y="4934345"/>
            <a:ext cx="3455619" cy="639662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88"/>
              </a:spcBef>
              <a:buNone/>
            </a:pPr>
            <a:r>
              <a:rPr sz="2000" dirty="0">
                <a:latin typeface="Calibri"/>
                <a:ea typeface="Calibri"/>
                <a:cs typeface="Calibri"/>
              </a:rPr>
              <a:t>DM KV-Store with different 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8"/>
              </a:spcBef>
              <a:buNone/>
            </a:pPr>
            <a:r>
              <a:rPr sz="2000" dirty="0">
                <a:latin typeface="Calibri"/>
                <a:ea typeface="Calibri"/>
                <a:cs typeface="Calibri"/>
              </a:rPr>
              <a:t>block allocation size (YCSB-A)</a:t>
            </a:r>
          </a:p>
        </p:txBody>
      </p:sp>
      <p:sp>
        <p:nvSpPr>
          <p:cNvPr id="41" name="object 5">
            <a:extLst>
              <a:ext uri="{FF2B5EF4-FFF2-40B4-BE49-F238E27FC236}">
                <a16:creationId xmlns:a16="http://schemas.microsoft.com/office/drawing/2014/main" id="{811B8038-EB3A-4633-8288-497FF2803E91}"/>
              </a:ext>
            </a:extLst>
          </p:cNvPr>
          <p:cNvSpPr>
            <a:spLocks noGrp="1"/>
          </p:cNvSpPr>
          <p:nvPr/>
        </p:nvSpPr>
        <p:spPr>
          <a:xfrm>
            <a:off x="7892473" y="5318420"/>
            <a:ext cx="1554274" cy="661309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>
              <a:lnSpc>
                <a:spcPct val="100000"/>
              </a:lnSpc>
              <a:spcBef>
                <a:spcPts val="88"/>
              </a:spcBef>
              <a:buNone/>
            </a:pPr>
            <a:r>
              <a:rPr sz="2112">
                <a:latin typeface="Calibri"/>
                <a:ea typeface="Calibri"/>
                <a:cs typeface="Calibri"/>
              </a:rPr>
              <a:t>Performance</a:t>
            </a:r>
          </a:p>
        </p:txBody>
      </p:sp>
      <p:sp>
        <p:nvSpPr>
          <p:cNvPr id="42" name="Label 81">
            <a:extLst>
              <a:ext uri="{FF2B5EF4-FFF2-40B4-BE49-F238E27FC236}">
                <a16:creationId xmlns:a16="http://schemas.microsoft.com/office/drawing/2014/main" id="{1B254C9B-FD2F-4781-A6CE-D6AE974F9541}"/>
              </a:ext>
            </a:extLst>
          </p:cNvPr>
          <p:cNvSpPr>
            <a:spLocks noGrp="1"/>
          </p:cNvSpPr>
          <p:nvPr/>
        </p:nvSpPr>
        <p:spPr>
          <a:xfrm rot="16200000">
            <a:off x="1609426" y="3682130"/>
            <a:ext cx="1438350" cy="2279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496">
                <a:solidFill>
                  <a:srgbClr val="7C3E97"/>
                </a:solidFill>
                <a:latin typeface="Calibri"/>
                <a:ea typeface="Calibri"/>
                <a:cs typeface="Calibri"/>
              </a:rPr>
              <a:t>Memory (GB)</a:t>
            </a:r>
          </a:p>
        </p:txBody>
      </p:sp>
      <p:sp>
        <p:nvSpPr>
          <p:cNvPr id="43" name="Label 82">
            <a:extLst>
              <a:ext uri="{FF2B5EF4-FFF2-40B4-BE49-F238E27FC236}">
                <a16:creationId xmlns:a16="http://schemas.microsoft.com/office/drawing/2014/main" id="{F89C8DF1-4959-4CA0-8EE8-011005E2B761}"/>
              </a:ext>
            </a:extLst>
          </p:cNvPr>
          <p:cNvSpPr>
            <a:spLocks noGrp="1"/>
          </p:cNvSpPr>
          <p:nvPr/>
        </p:nvSpPr>
        <p:spPr>
          <a:xfrm>
            <a:off x="2188831" y="3304337"/>
            <a:ext cx="519174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232">
                <a:solidFill>
                  <a:srgbClr val="7C3E97"/>
                </a:solidFill>
                <a:latin typeface="Calibri"/>
                <a:ea typeface="Calibri"/>
                <a:cs typeface="Calibri"/>
              </a:rPr>
              <a:t>100</a:t>
            </a:r>
          </a:p>
        </p:txBody>
      </p:sp>
      <p:sp>
        <p:nvSpPr>
          <p:cNvPr id="44" name="Label 83">
            <a:extLst>
              <a:ext uri="{FF2B5EF4-FFF2-40B4-BE49-F238E27FC236}">
                <a16:creationId xmlns:a16="http://schemas.microsoft.com/office/drawing/2014/main" id="{BFBD5780-DE17-4AE9-A975-8A9C7081DAB4}"/>
              </a:ext>
            </a:extLst>
          </p:cNvPr>
          <p:cNvSpPr>
            <a:spLocks noGrp="1"/>
          </p:cNvSpPr>
          <p:nvPr/>
        </p:nvSpPr>
        <p:spPr>
          <a:xfrm>
            <a:off x="2310497" y="3861975"/>
            <a:ext cx="397507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232">
                <a:solidFill>
                  <a:srgbClr val="7C3E97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  <p:sp>
        <p:nvSpPr>
          <p:cNvPr id="45" name="Label 84">
            <a:extLst>
              <a:ext uri="{FF2B5EF4-FFF2-40B4-BE49-F238E27FC236}">
                <a16:creationId xmlns:a16="http://schemas.microsoft.com/office/drawing/2014/main" id="{BA171327-F411-4AC0-9840-77A231E010B7}"/>
              </a:ext>
            </a:extLst>
          </p:cNvPr>
          <p:cNvSpPr>
            <a:spLocks noGrp="1"/>
          </p:cNvSpPr>
          <p:nvPr/>
        </p:nvSpPr>
        <p:spPr>
          <a:xfrm>
            <a:off x="2436669" y="4421222"/>
            <a:ext cx="271335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buNone/>
            </a:pPr>
            <a:r>
              <a:rPr sz="1232">
                <a:solidFill>
                  <a:srgbClr val="7C3E97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46" name="Label 85">
            <a:extLst>
              <a:ext uri="{FF2B5EF4-FFF2-40B4-BE49-F238E27FC236}">
                <a16:creationId xmlns:a16="http://schemas.microsoft.com/office/drawing/2014/main" id="{88BA3960-4971-49B1-B274-5D6BEE51F308}"/>
              </a:ext>
            </a:extLst>
          </p:cNvPr>
          <p:cNvSpPr>
            <a:spLocks noGrp="1"/>
          </p:cNvSpPr>
          <p:nvPr/>
        </p:nvSpPr>
        <p:spPr>
          <a:xfrm>
            <a:off x="2734398" y="4516575"/>
            <a:ext cx="550717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4KB</a:t>
            </a:r>
          </a:p>
        </p:txBody>
      </p:sp>
      <p:sp>
        <p:nvSpPr>
          <p:cNvPr id="47" name="Label 86">
            <a:extLst>
              <a:ext uri="{FF2B5EF4-FFF2-40B4-BE49-F238E27FC236}">
                <a16:creationId xmlns:a16="http://schemas.microsoft.com/office/drawing/2014/main" id="{AA299566-7668-42D4-A055-5B1A091B966D}"/>
              </a:ext>
            </a:extLst>
          </p:cNvPr>
          <p:cNvSpPr>
            <a:spLocks noGrp="1"/>
          </p:cNvSpPr>
          <p:nvPr/>
        </p:nvSpPr>
        <p:spPr>
          <a:xfrm>
            <a:off x="3522654" y="4516575"/>
            <a:ext cx="586766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2MB</a:t>
            </a:r>
          </a:p>
        </p:txBody>
      </p:sp>
      <p:sp>
        <p:nvSpPr>
          <p:cNvPr id="48" name="Label 87">
            <a:extLst>
              <a:ext uri="{FF2B5EF4-FFF2-40B4-BE49-F238E27FC236}">
                <a16:creationId xmlns:a16="http://schemas.microsoft.com/office/drawing/2014/main" id="{B94D4A2F-371D-4404-B05A-60001854A40E}"/>
              </a:ext>
            </a:extLst>
          </p:cNvPr>
          <p:cNvSpPr>
            <a:spLocks noGrp="1"/>
          </p:cNvSpPr>
          <p:nvPr/>
        </p:nvSpPr>
        <p:spPr>
          <a:xfrm>
            <a:off x="4335373" y="4516575"/>
            <a:ext cx="564236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1GB</a:t>
            </a:r>
          </a:p>
        </p:txBody>
      </p:sp>
      <p:sp>
        <p:nvSpPr>
          <p:cNvPr id="49" name="Label 88">
            <a:extLst>
              <a:ext uri="{FF2B5EF4-FFF2-40B4-BE49-F238E27FC236}">
                <a16:creationId xmlns:a16="http://schemas.microsoft.com/office/drawing/2014/main" id="{B0B7CCAF-88C9-48FA-8C0E-71578968845B}"/>
              </a:ext>
            </a:extLst>
          </p:cNvPr>
          <p:cNvSpPr>
            <a:spLocks noGrp="1"/>
          </p:cNvSpPr>
          <p:nvPr/>
        </p:nvSpPr>
        <p:spPr>
          <a:xfrm>
            <a:off x="3079764" y="4667184"/>
            <a:ext cx="1456455" cy="24140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584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Block Size</a:t>
            </a:r>
          </a:p>
        </p:txBody>
      </p:sp>
      <p:sp>
        <p:nvSpPr>
          <p:cNvPr id="50" name="Label 89">
            <a:extLst>
              <a:ext uri="{FF2B5EF4-FFF2-40B4-BE49-F238E27FC236}">
                <a16:creationId xmlns:a16="http://schemas.microsoft.com/office/drawing/2014/main" id="{4353C165-A0ED-48A8-9B84-101206704A7B}"/>
              </a:ext>
            </a:extLst>
          </p:cNvPr>
          <p:cNvSpPr>
            <a:spLocks noGrp="1"/>
          </p:cNvSpPr>
          <p:nvPr/>
        </p:nvSpPr>
        <p:spPr>
          <a:xfrm>
            <a:off x="4926486" y="3119263"/>
            <a:ext cx="254437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1" name="Label 90">
            <a:extLst>
              <a:ext uri="{FF2B5EF4-FFF2-40B4-BE49-F238E27FC236}">
                <a16:creationId xmlns:a16="http://schemas.microsoft.com/office/drawing/2014/main" id="{FB0303AD-A8BA-4EC1-815D-8AC26EE21C33}"/>
              </a:ext>
            </a:extLst>
          </p:cNvPr>
          <p:cNvSpPr>
            <a:spLocks noGrp="1"/>
          </p:cNvSpPr>
          <p:nvPr/>
        </p:nvSpPr>
        <p:spPr>
          <a:xfrm>
            <a:off x="4926486" y="3547348"/>
            <a:ext cx="254437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52" name="Label 91">
            <a:extLst>
              <a:ext uri="{FF2B5EF4-FFF2-40B4-BE49-F238E27FC236}">
                <a16:creationId xmlns:a16="http://schemas.microsoft.com/office/drawing/2014/main" id="{4118C254-5AED-464C-A3A2-627BC7FE4589}"/>
              </a:ext>
            </a:extLst>
          </p:cNvPr>
          <p:cNvSpPr>
            <a:spLocks noGrp="1"/>
          </p:cNvSpPr>
          <p:nvPr/>
        </p:nvSpPr>
        <p:spPr>
          <a:xfrm>
            <a:off x="4926486" y="3977848"/>
            <a:ext cx="254437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53" name="Label 92">
            <a:extLst>
              <a:ext uri="{FF2B5EF4-FFF2-40B4-BE49-F238E27FC236}">
                <a16:creationId xmlns:a16="http://schemas.microsoft.com/office/drawing/2014/main" id="{29782D38-70EF-4521-A55F-B3BC40869E91}"/>
              </a:ext>
            </a:extLst>
          </p:cNvPr>
          <p:cNvSpPr>
            <a:spLocks noGrp="1"/>
          </p:cNvSpPr>
          <p:nvPr/>
        </p:nvSpPr>
        <p:spPr>
          <a:xfrm>
            <a:off x="4926486" y="4408347"/>
            <a:ext cx="254437" cy="1877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1232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54" name="Label 93">
            <a:extLst>
              <a:ext uri="{FF2B5EF4-FFF2-40B4-BE49-F238E27FC236}">
                <a16:creationId xmlns:a16="http://schemas.microsoft.com/office/drawing/2014/main" id="{7FEC3E65-C116-46A8-95D7-F3C4A25C6008}"/>
              </a:ext>
            </a:extLst>
          </p:cNvPr>
          <p:cNvSpPr>
            <a:spLocks noGrp="1"/>
          </p:cNvSpPr>
          <p:nvPr/>
        </p:nvSpPr>
        <p:spPr>
          <a:xfrm rot="16200000">
            <a:off x="4004170" y="3664293"/>
            <a:ext cx="2226044" cy="21457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1408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Throughput (Mops)</a:t>
            </a: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723C2A63-63E8-4CE9-8900-5E8C5D5946C7}"/>
              </a:ext>
            </a:extLst>
          </p:cNvPr>
          <p:cNvCxnSpPr/>
          <p:nvPr/>
        </p:nvCxnSpPr>
        <p:spPr>
          <a:xfrm flipH="1">
            <a:off x="2823913" y="2935685"/>
            <a:ext cx="204323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12518F7-A70C-4890-B79F-2FD81170826E}"/>
              </a:ext>
            </a:extLst>
          </p:cNvPr>
          <p:cNvSpPr txBox="1"/>
          <p:nvPr/>
        </p:nvSpPr>
        <p:spPr>
          <a:xfrm>
            <a:off x="1633050" y="5785798"/>
            <a:ext cx="9093201" cy="461665"/>
          </a:xfrm>
          <a:prstGeom prst="rect">
            <a:avLst/>
          </a:prstGeom>
          <a:solidFill>
            <a:srgbClr val="FAE4D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DM Management Dilemma: Allocation Overheads vs. Memory Waste</a:t>
            </a:r>
          </a:p>
        </p:txBody>
      </p:sp>
    </p:spTree>
    <p:extLst>
      <p:ext uri="{BB962C8B-B14F-4D97-AF65-F5344CB8AC3E}">
        <p14:creationId xmlns:p14="http://schemas.microsoft.com/office/powerpoint/2010/main" val="2788341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364E4-49B0-4185-8DE8-70D236E8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Solving the DM Dilemma with Fine-grained Management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B59512-E62E-452D-95D6-F782C252E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 err="1">
                <a:latin typeface="Calibri"/>
                <a:ea typeface="Calibri"/>
                <a:cs typeface="Calibri"/>
              </a:rPr>
              <a:t>FineMem</a:t>
            </a:r>
            <a:r>
              <a:rPr lang="en-US" altLang="ko-KR" sz="2400" b="1" dirty="0">
                <a:latin typeface="Calibri"/>
                <a:ea typeface="Calibri"/>
                <a:cs typeface="Calibri"/>
              </a:rPr>
              <a:t>:</a:t>
            </a:r>
            <a:r>
              <a:rPr lang="en-US" altLang="ko-KR" sz="2400" dirty="0">
                <a:latin typeface="Calibri"/>
                <a:ea typeface="Calibri"/>
                <a:cs typeface="Calibri"/>
              </a:rPr>
              <a:t> A fine-grained remote memory management system in RDMA-based DM</a:t>
            </a:r>
          </a:p>
          <a:p>
            <a:pPr marL="0" indent="0">
              <a:buNone/>
            </a:pPr>
            <a:endParaRPr lang="ko-KR" altLang="en-US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B06172-D324-4784-BB22-BA12ABD23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5D12B1-8BD6-4199-8FD0-87966BBE3095}"/>
              </a:ext>
            </a:extLst>
          </p:cNvPr>
          <p:cNvSpPr>
            <a:spLocks noGrp="1"/>
          </p:cNvSpPr>
          <p:nvPr/>
        </p:nvSpPr>
        <p:spPr>
          <a:xfrm>
            <a:off x="838200" y="291955"/>
            <a:ext cx="23797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0C0"/>
                </a:solidFill>
              </a:rPr>
              <a:t>Overview</a:t>
            </a:r>
          </a:p>
        </p:txBody>
      </p:sp>
      <p:sp>
        <p:nvSpPr>
          <p:cNvPr id="6" name="object 19">
            <a:extLst>
              <a:ext uri="{FF2B5EF4-FFF2-40B4-BE49-F238E27FC236}">
                <a16:creationId xmlns:a16="http://schemas.microsoft.com/office/drawing/2014/main" id="{F5907A2A-0B70-4F25-91E5-AF6D12908F92}"/>
              </a:ext>
            </a:extLst>
          </p:cNvPr>
          <p:cNvSpPr>
            <a:spLocks noGrp="1"/>
          </p:cNvSpPr>
          <p:nvPr/>
        </p:nvSpPr>
        <p:spPr>
          <a:xfrm>
            <a:off x="3182302" y="2243531"/>
            <a:ext cx="1312231" cy="263754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>
              <a:lnSpc>
                <a:spcPct val="100000"/>
              </a:lnSpc>
              <a:spcBef>
                <a:spcPts val="88"/>
              </a:spcBef>
              <a:buNone/>
            </a:pPr>
            <a:r>
              <a:rPr sz="1584" b="1">
                <a:latin typeface="Calibri"/>
                <a:ea typeface="Calibri"/>
                <a:cs typeface="Calibri"/>
              </a:rPr>
              <a:t>Compute Pool</a:t>
            </a:r>
            <a:endParaRPr sz="1584">
              <a:latin typeface="Calibri"/>
              <a:ea typeface="Calibri"/>
              <a:cs typeface="Calibri"/>
            </a:endParaRPr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33ED60D6-F0B7-4C32-BDA9-5915398FA40B}"/>
              </a:ext>
            </a:extLst>
          </p:cNvPr>
          <p:cNvSpPr>
            <a:spLocks noGrp="1"/>
          </p:cNvSpPr>
          <p:nvPr/>
        </p:nvSpPr>
        <p:spPr>
          <a:xfrm>
            <a:off x="1760156" y="2562606"/>
            <a:ext cx="4091534" cy="896315"/>
          </a:xfrm>
          <a:custGeom>
            <a:avLst/>
            <a:gdLst/>
            <a:ahLst/>
            <a:cxnLst/>
            <a:rect l="l" t="t" r="r" b="b"/>
            <a:pathLst>
              <a:path w="4649470" h="1018539">
                <a:moveTo>
                  <a:pt x="4649304" y="1018540"/>
                </a:moveTo>
                <a:lnTo>
                  <a:pt x="0" y="1018540"/>
                </a:lnTo>
                <a:lnTo>
                  <a:pt x="0" y="0"/>
                </a:lnTo>
                <a:lnTo>
                  <a:pt x="4649304" y="0"/>
                </a:lnTo>
                <a:lnTo>
                  <a:pt x="4649304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993140"/>
                </a:lnTo>
                <a:lnTo>
                  <a:pt x="12700" y="993140"/>
                </a:lnTo>
                <a:lnTo>
                  <a:pt x="25400" y="1005840"/>
                </a:lnTo>
                <a:lnTo>
                  <a:pt x="4649304" y="1005839"/>
                </a:lnTo>
                <a:lnTo>
                  <a:pt x="4649304" y="1018540"/>
                </a:lnTo>
                <a:close/>
              </a:path>
              <a:path w="4649470" h="1018539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4649470" h="1018539">
                <a:moveTo>
                  <a:pt x="4623904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4623904" y="12700"/>
                </a:lnTo>
                <a:lnTo>
                  <a:pt x="4623904" y="25400"/>
                </a:lnTo>
                <a:close/>
              </a:path>
              <a:path w="4649470" h="1018539">
                <a:moveTo>
                  <a:pt x="4623904" y="1005840"/>
                </a:moveTo>
                <a:lnTo>
                  <a:pt x="4623904" y="12700"/>
                </a:lnTo>
                <a:lnTo>
                  <a:pt x="4636604" y="25400"/>
                </a:lnTo>
                <a:lnTo>
                  <a:pt x="4649304" y="25400"/>
                </a:lnTo>
                <a:lnTo>
                  <a:pt x="4649304" y="993140"/>
                </a:lnTo>
                <a:lnTo>
                  <a:pt x="4636604" y="993140"/>
                </a:lnTo>
                <a:lnTo>
                  <a:pt x="4623904" y="1005840"/>
                </a:lnTo>
                <a:close/>
              </a:path>
              <a:path w="4649470" h="1018539">
                <a:moveTo>
                  <a:pt x="4649304" y="25400"/>
                </a:moveTo>
                <a:lnTo>
                  <a:pt x="4636604" y="25400"/>
                </a:lnTo>
                <a:lnTo>
                  <a:pt x="4623904" y="12700"/>
                </a:lnTo>
                <a:lnTo>
                  <a:pt x="4649304" y="12700"/>
                </a:lnTo>
                <a:lnTo>
                  <a:pt x="4649304" y="25400"/>
                </a:lnTo>
                <a:close/>
              </a:path>
              <a:path w="4649470" h="1018539">
                <a:moveTo>
                  <a:pt x="25400" y="1005840"/>
                </a:moveTo>
                <a:lnTo>
                  <a:pt x="12700" y="993140"/>
                </a:lnTo>
                <a:lnTo>
                  <a:pt x="25400" y="993140"/>
                </a:lnTo>
                <a:lnTo>
                  <a:pt x="25400" y="1005840"/>
                </a:lnTo>
                <a:close/>
              </a:path>
              <a:path w="4649470" h="1018539">
                <a:moveTo>
                  <a:pt x="4623904" y="1005840"/>
                </a:moveTo>
                <a:lnTo>
                  <a:pt x="25400" y="1005840"/>
                </a:lnTo>
                <a:lnTo>
                  <a:pt x="25400" y="993140"/>
                </a:lnTo>
                <a:lnTo>
                  <a:pt x="4623904" y="993140"/>
                </a:lnTo>
                <a:lnTo>
                  <a:pt x="4623904" y="1005840"/>
                </a:lnTo>
                <a:close/>
              </a:path>
              <a:path w="4649470" h="1018539">
                <a:moveTo>
                  <a:pt x="4649304" y="1005839"/>
                </a:moveTo>
                <a:lnTo>
                  <a:pt x="4623904" y="1005840"/>
                </a:lnTo>
                <a:lnTo>
                  <a:pt x="4636604" y="993140"/>
                </a:lnTo>
                <a:lnTo>
                  <a:pt x="4649304" y="993140"/>
                </a:lnTo>
                <a:lnTo>
                  <a:pt x="4649304" y="10058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BBC58306-D646-46B1-9C4A-F43761878229}"/>
              </a:ext>
            </a:extLst>
          </p:cNvPr>
          <p:cNvSpPr>
            <a:spLocks noGrp="1"/>
          </p:cNvSpPr>
          <p:nvPr/>
        </p:nvSpPr>
        <p:spPr>
          <a:xfrm>
            <a:off x="1960498" y="2682625"/>
            <a:ext cx="1153363" cy="622503"/>
          </a:xfrm>
          <a:custGeom>
            <a:avLst/>
            <a:gdLst/>
            <a:ahLst/>
            <a:cxnLst/>
            <a:rect l="l" t="t" r="r" b="b"/>
            <a:pathLst>
              <a:path w="1310639" h="707389">
                <a:moveTo>
                  <a:pt x="1193292" y="707135"/>
                </a:moveTo>
                <a:lnTo>
                  <a:pt x="117348" y="707135"/>
                </a:lnTo>
                <a:lnTo>
                  <a:pt x="71514" y="697720"/>
                </a:lnTo>
                <a:lnTo>
                  <a:pt x="34113" y="672303"/>
                </a:lnTo>
                <a:lnTo>
                  <a:pt x="8993" y="634584"/>
                </a:lnTo>
                <a:lnTo>
                  <a:pt x="0" y="588263"/>
                </a:lnTo>
                <a:lnTo>
                  <a:pt x="0" y="117347"/>
                </a:lnTo>
                <a:lnTo>
                  <a:pt x="8993" y="71494"/>
                </a:lnTo>
                <a:lnTo>
                  <a:pt x="34113" y="34089"/>
                </a:lnTo>
                <a:lnTo>
                  <a:pt x="71514" y="8977"/>
                </a:lnTo>
                <a:lnTo>
                  <a:pt x="117348" y="0"/>
                </a:lnTo>
                <a:lnTo>
                  <a:pt x="1193292" y="0"/>
                </a:lnTo>
                <a:lnTo>
                  <a:pt x="1238947" y="8977"/>
                </a:lnTo>
                <a:lnTo>
                  <a:pt x="1276288" y="34089"/>
                </a:lnTo>
                <a:lnTo>
                  <a:pt x="1301468" y="71494"/>
                </a:lnTo>
                <a:lnTo>
                  <a:pt x="1310640" y="117347"/>
                </a:lnTo>
                <a:lnTo>
                  <a:pt x="1310640" y="588263"/>
                </a:lnTo>
                <a:lnTo>
                  <a:pt x="1301468" y="634584"/>
                </a:lnTo>
                <a:lnTo>
                  <a:pt x="1276288" y="672303"/>
                </a:lnTo>
                <a:lnTo>
                  <a:pt x="1238947" y="697720"/>
                </a:lnTo>
                <a:lnTo>
                  <a:pt x="1193292" y="707135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9" name="object 13">
            <a:extLst>
              <a:ext uri="{FF2B5EF4-FFF2-40B4-BE49-F238E27FC236}">
                <a16:creationId xmlns:a16="http://schemas.microsoft.com/office/drawing/2014/main" id="{BD01E42C-66C8-415B-B87F-A4F572D0877B}"/>
              </a:ext>
            </a:extLst>
          </p:cNvPr>
          <p:cNvSpPr>
            <a:spLocks noGrp="1"/>
          </p:cNvSpPr>
          <p:nvPr/>
        </p:nvSpPr>
        <p:spPr>
          <a:xfrm>
            <a:off x="1948908" y="2671013"/>
            <a:ext cx="1176274" cy="643737"/>
          </a:xfrm>
          <a:custGeom>
            <a:avLst/>
            <a:gdLst/>
            <a:ahLst/>
            <a:cxnLst/>
            <a:rect l="l" t="t" r="r" b="b"/>
            <a:pathLst>
              <a:path w="1336675" h="731519">
                <a:moveTo>
                  <a:pt x="1219390" y="731519"/>
                </a:moveTo>
                <a:lnTo>
                  <a:pt x="117271" y="731519"/>
                </a:lnTo>
                <a:lnTo>
                  <a:pt x="91770" y="726439"/>
                </a:lnTo>
                <a:lnTo>
                  <a:pt x="52450" y="706119"/>
                </a:lnTo>
                <a:lnTo>
                  <a:pt x="38252" y="693419"/>
                </a:lnTo>
                <a:lnTo>
                  <a:pt x="33934" y="689609"/>
                </a:lnTo>
                <a:lnTo>
                  <a:pt x="12890" y="657859"/>
                </a:lnTo>
                <a:lnTo>
                  <a:pt x="10274" y="652779"/>
                </a:lnTo>
                <a:lnTo>
                  <a:pt x="673" y="614679"/>
                </a:lnTo>
                <a:lnTo>
                  <a:pt x="0" y="601979"/>
                </a:lnTo>
                <a:lnTo>
                  <a:pt x="0" y="129539"/>
                </a:lnTo>
                <a:lnTo>
                  <a:pt x="132" y="124459"/>
                </a:lnTo>
                <a:lnTo>
                  <a:pt x="165" y="123189"/>
                </a:lnTo>
                <a:lnTo>
                  <a:pt x="673" y="116839"/>
                </a:lnTo>
                <a:lnTo>
                  <a:pt x="1452" y="110931"/>
                </a:lnTo>
                <a:lnTo>
                  <a:pt x="1511" y="110489"/>
                </a:lnTo>
                <a:lnTo>
                  <a:pt x="12890" y="73659"/>
                </a:lnTo>
                <a:lnTo>
                  <a:pt x="15773" y="67309"/>
                </a:lnTo>
                <a:lnTo>
                  <a:pt x="38252" y="38099"/>
                </a:lnTo>
                <a:lnTo>
                  <a:pt x="42786" y="33019"/>
                </a:lnTo>
                <a:lnTo>
                  <a:pt x="79768" y="10159"/>
                </a:lnTo>
                <a:lnTo>
                  <a:pt x="117271" y="0"/>
                </a:lnTo>
                <a:lnTo>
                  <a:pt x="1219390" y="0"/>
                </a:lnTo>
                <a:lnTo>
                  <a:pt x="1256893" y="10159"/>
                </a:lnTo>
                <a:lnTo>
                  <a:pt x="1284211" y="25399"/>
                </a:lnTo>
                <a:lnTo>
                  <a:pt x="114884" y="25399"/>
                </a:lnTo>
                <a:lnTo>
                  <a:pt x="109080" y="26669"/>
                </a:lnTo>
                <a:lnTo>
                  <a:pt x="109702" y="26669"/>
                </a:lnTo>
                <a:lnTo>
                  <a:pt x="104000" y="27939"/>
                </a:lnTo>
                <a:lnTo>
                  <a:pt x="104609" y="27939"/>
                </a:lnTo>
                <a:lnTo>
                  <a:pt x="99009" y="29209"/>
                </a:lnTo>
                <a:lnTo>
                  <a:pt x="99618" y="29209"/>
                </a:lnTo>
                <a:lnTo>
                  <a:pt x="96875" y="30479"/>
                </a:lnTo>
                <a:lnTo>
                  <a:pt x="94729" y="30479"/>
                </a:lnTo>
                <a:lnTo>
                  <a:pt x="89369" y="33019"/>
                </a:lnTo>
                <a:lnTo>
                  <a:pt x="89941" y="33019"/>
                </a:lnTo>
                <a:lnTo>
                  <a:pt x="84721" y="35559"/>
                </a:lnTo>
                <a:lnTo>
                  <a:pt x="85280" y="35559"/>
                </a:lnTo>
                <a:lnTo>
                  <a:pt x="82740" y="36829"/>
                </a:lnTo>
                <a:lnTo>
                  <a:pt x="80733" y="36829"/>
                </a:lnTo>
                <a:lnTo>
                  <a:pt x="77448" y="39369"/>
                </a:lnTo>
                <a:lnTo>
                  <a:pt x="76326" y="39369"/>
                </a:lnTo>
                <a:lnTo>
                  <a:pt x="71539" y="43179"/>
                </a:lnTo>
                <a:lnTo>
                  <a:pt x="72047" y="43179"/>
                </a:lnTo>
                <a:lnTo>
                  <a:pt x="67424" y="45719"/>
                </a:lnTo>
                <a:lnTo>
                  <a:pt x="67906" y="45719"/>
                </a:lnTo>
                <a:lnTo>
                  <a:pt x="64943" y="48259"/>
                </a:lnTo>
                <a:lnTo>
                  <a:pt x="63919" y="48259"/>
                </a:lnTo>
                <a:lnTo>
                  <a:pt x="59651" y="52069"/>
                </a:lnTo>
                <a:lnTo>
                  <a:pt x="60096" y="52069"/>
                </a:lnTo>
                <a:lnTo>
                  <a:pt x="56006" y="55879"/>
                </a:lnTo>
                <a:lnTo>
                  <a:pt x="56426" y="55879"/>
                </a:lnTo>
                <a:lnTo>
                  <a:pt x="53826" y="58419"/>
                </a:lnTo>
                <a:lnTo>
                  <a:pt x="52933" y="58419"/>
                </a:lnTo>
                <a:lnTo>
                  <a:pt x="50152" y="62229"/>
                </a:lnTo>
                <a:lnTo>
                  <a:pt x="49618" y="62229"/>
                </a:lnTo>
                <a:lnTo>
                  <a:pt x="46113" y="67309"/>
                </a:lnTo>
                <a:lnTo>
                  <a:pt x="46481" y="67309"/>
                </a:lnTo>
                <a:lnTo>
                  <a:pt x="43192" y="71119"/>
                </a:lnTo>
                <a:lnTo>
                  <a:pt x="43535" y="71119"/>
                </a:lnTo>
                <a:lnTo>
                  <a:pt x="41230" y="74929"/>
                </a:lnTo>
                <a:lnTo>
                  <a:pt x="40779" y="74929"/>
                </a:lnTo>
                <a:lnTo>
                  <a:pt x="37947" y="80009"/>
                </a:lnTo>
                <a:lnTo>
                  <a:pt x="38239" y="80009"/>
                </a:lnTo>
                <a:lnTo>
                  <a:pt x="36287" y="83819"/>
                </a:lnTo>
                <a:lnTo>
                  <a:pt x="35902" y="83819"/>
                </a:lnTo>
                <a:lnTo>
                  <a:pt x="33540" y="88899"/>
                </a:lnTo>
                <a:lnTo>
                  <a:pt x="33781" y="88899"/>
                </a:lnTo>
                <a:lnTo>
                  <a:pt x="31673" y="93979"/>
                </a:lnTo>
                <a:lnTo>
                  <a:pt x="31889" y="93979"/>
                </a:lnTo>
                <a:lnTo>
                  <a:pt x="30499" y="97789"/>
                </a:lnTo>
                <a:lnTo>
                  <a:pt x="30225" y="97789"/>
                </a:lnTo>
                <a:lnTo>
                  <a:pt x="28955" y="102869"/>
                </a:lnTo>
                <a:lnTo>
                  <a:pt x="28790" y="102869"/>
                </a:lnTo>
                <a:lnTo>
                  <a:pt x="27734" y="107949"/>
                </a:lnTo>
                <a:lnTo>
                  <a:pt x="27597" y="107949"/>
                </a:lnTo>
                <a:lnTo>
                  <a:pt x="26771" y="113048"/>
                </a:lnTo>
                <a:lnTo>
                  <a:pt x="26521" y="114292"/>
                </a:lnTo>
                <a:lnTo>
                  <a:pt x="25971" y="119379"/>
                </a:lnTo>
                <a:lnTo>
                  <a:pt x="25657" y="123189"/>
                </a:lnTo>
                <a:lnTo>
                  <a:pt x="25622" y="608329"/>
                </a:lnTo>
                <a:lnTo>
                  <a:pt x="25907" y="612139"/>
                </a:lnTo>
                <a:lnTo>
                  <a:pt x="26343" y="615834"/>
                </a:lnTo>
                <a:lnTo>
                  <a:pt x="26423" y="616326"/>
                </a:lnTo>
                <a:lnTo>
                  <a:pt x="26508" y="617225"/>
                </a:lnTo>
                <a:lnTo>
                  <a:pt x="26771" y="618471"/>
                </a:lnTo>
                <a:lnTo>
                  <a:pt x="27114" y="620588"/>
                </a:lnTo>
                <a:lnTo>
                  <a:pt x="27205" y="621029"/>
                </a:lnTo>
                <a:lnTo>
                  <a:pt x="27597" y="623569"/>
                </a:lnTo>
                <a:lnTo>
                  <a:pt x="27734" y="623569"/>
                </a:lnTo>
                <a:lnTo>
                  <a:pt x="28790" y="628649"/>
                </a:lnTo>
                <a:lnTo>
                  <a:pt x="28955" y="628649"/>
                </a:lnTo>
                <a:lnTo>
                  <a:pt x="30225" y="633729"/>
                </a:lnTo>
                <a:lnTo>
                  <a:pt x="30499" y="633729"/>
                </a:lnTo>
                <a:lnTo>
                  <a:pt x="31889" y="637539"/>
                </a:lnTo>
                <a:lnTo>
                  <a:pt x="31673" y="637539"/>
                </a:lnTo>
                <a:lnTo>
                  <a:pt x="33781" y="642619"/>
                </a:lnTo>
                <a:lnTo>
                  <a:pt x="33540" y="642619"/>
                </a:lnTo>
                <a:lnTo>
                  <a:pt x="35902" y="647699"/>
                </a:lnTo>
                <a:lnTo>
                  <a:pt x="36287" y="647699"/>
                </a:lnTo>
                <a:lnTo>
                  <a:pt x="38239" y="651509"/>
                </a:lnTo>
                <a:lnTo>
                  <a:pt x="37947" y="651509"/>
                </a:lnTo>
                <a:lnTo>
                  <a:pt x="40779" y="656589"/>
                </a:lnTo>
                <a:lnTo>
                  <a:pt x="41230" y="656589"/>
                </a:lnTo>
                <a:lnTo>
                  <a:pt x="43535" y="660399"/>
                </a:lnTo>
                <a:lnTo>
                  <a:pt x="43192" y="660399"/>
                </a:lnTo>
                <a:lnTo>
                  <a:pt x="46481" y="664209"/>
                </a:lnTo>
                <a:lnTo>
                  <a:pt x="46113" y="664209"/>
                </a:lnTo>
                <a:lnTo>
                  <a:pt x="49618" y="669289"/>
                </a:lnTo>
                <a:lnTo>
                  <a:pt x="50152" y="669289"/>
                </a:lnTo>
                <a:lnTo>
                  <a:pt x="52933" y="673099"/>
                </a:lnTo>
                <a:lnTo>
                  <a:pt x="53826" y="673099"/>
                </a:lnTo>
                <a:lnTo>
                  <a:pt x="56426" y="675639"/>
                </a:lnTo>
                <a:lnTo>
                  <a:pt x="56006" y="675639"/>
                </a:lnTo>
                <a:lnTo>
                  <a:pt x="60096" y="679449"/>
                </a:lnTo>
                <a:lnTo>
                  <a:pt x="59651" y="679449"/>
                </a:lnTo>
                <a:lnTo>
                  <a:pt x="63919" y="683259"/>
                </a:lnTo>
                <a:lnTo>
                  <a:pt x="64943" y="683259"/>
                </a:lnTo>
                <a:lnTo>
                  <a:pt x="67906" y="685799"/>
                </a:lnTo>
                <a:lnTo>
                  <a:pt x="67424" y="685799"/>
                </a:lnTo>
                <a:lnTo>
                  <a:pt x="72047" y="689609"/>
                </a:lnTo>
                <a:lnTo>
                  <a:pt x="73135" y="689609"/>
                </a:lnTo>
                <a:lnTo>
                  <a:pt x="76326" y="692149"/>
                </a:lnTo>
                <a:lnTo>
                  <a:pt x="77448" y="692149"/>
                </a:lnTo>
                <a:lnTo>
                  <a:pt x="80733" y="694689"/>
                </a:lnTo>
                <a:lnTo>
                  <a:pt x="82740" y="694689"/>
                </a:lnTo>
                <a:lnTo>
                  <a:pt x="85280" y="695959"/>
                </a:lnTo>
                <a:lnTo>
                  <a:pt x="84721" y="695959"/>
                </a:lnTo>
                <a:lnTo>
                  <a:pt x="89941" y="698499"/>
                </a:lnTo>
                <a:lnTo>
                  <a:pt x="89369" y="698499"/>
                </a:lnTo>
                <a:lnTo>
                  <a:pt x="94729" y="701039"/>
                </a:lnTo>
                <a:lnTo>
                  <a:pt x="96875" y="701039"/>
                </a:lnTo>
                <a:lnTo>
                  <a:pt x="99618" y="702309"/>
                </a:lnTo>
                <a:lnTo>
                  <a:pt x="99009" y="702309"/>
                </a:lnTo>
                <a:lnTo>
                  <a:pt x="104609" y="703579"/>
                </a:lnTo>
                <a:lnTo>
                  <a:pt x="104000" y="703579"/>
                </a:lnTo>
                <a:lnTo>
                  <a:pt x="109702" y="704849"/>
                </a:lnTo>
                <a:lnTo>
                  <a:pt x="109080" y="704849"/>
                </a:lnTo>
                <a:lnTo>
                  <a:pt x="114884" y="706119"/>
                </a:lnTo>
                <a:lnTo>
                  <a:pt x="1284211" y="706119"/>
                </a:lnTo>
                <a:lnTo>
                  <a:pt x="1279093" y="709929"/>
                </a:lnTo>
                <a:lnTo>
                  <a:pt x="1244892" y="726439"/>
                </a:lnTo>
                <a:lnTo>
                  <a:pt x="1219390" y="731519"/>
                </a:lnTo>
                <a:close/>
              </a:path>
              <a:path w="1336675" h="731519">
                <a:moveTo>
                  <a:pt x="1242529" y="31749"/>
                </a:moveTo>
                <a:lnTo>
                  <a:pt x="1237043" y="29209"/>
                </a:lnTo>
                <a:lnTo>
                  <a:pt x="1237653" y="29209"/>
                </a:lnTo>
                <a:lnTo>
                  <a:pt x="1232052" y="27939"/>
                </a:lnTo>
                <a:lnTo>
                  <a:pt x="1232662" y="27939"/>
                </a:lnTo>
                <a:lnTo>
                  <a:pt x="1226959" y="26669"/>
                </a:lnTo>
                <a:lnTo>
                  <a:pt x="1227582" y="26669"/>
                </a:lnTo>
                <a:lnTo>
                  <a:pt x="1221778" y="25399"/>
                </a:lnTo>
                <a:lnTo>
                  <a:pt x="1284211" y="25399"/>
                </a:lnTo>
                <a:lnTo>
                  <a:pt x="1289138" y="29209"/>
                </a:lnTo>
                <a:lnTo>
                  <a:pt x="1290717" y="30479"/>
                </a:lnTo>
                <a:lnTo>
                  <a:pt x="1241933" y="30479"/>
                </a:lnTo>
                <a:lnTo>
                  <a:pt x="1242529" y="31749"/>
                </a:lnTo>
                <a:close/>
              </a:path>
              <a:path w="1336675" h="731519">
                <a:moveTo>
                  <a:pt x="94132" y="31749"/>
                </a:moveTo>
                <a:lnTo>
                  <a:pt x="94729" y="30479"/>
                </a:lnTo>
                <a:lnTo>
                  <a:pt x="96875" y="30479"/>
                </a:lnTo>
                <a:lnTo>
                  <a:pt x="94132" y="31749"/>
                </a:lnTo>
                <a:close/>
              </a:path>
              <a:path w="1336675" h="731519">
                <a:moveTo>
                  <a:pt x="1256461" y="38099"/>
                </a:moveTo>
                <a:lnTo>
                  <a:pt x="1251381" y="35559"/>
                </a:lnTo>
                <a:lnTo>
                  <a:pt x="1251940" y="35559"/>
                </a:lnTo>
                <a:lnTo>
                  <a:pt x="1246720" y="33019"/>
                </a:lnTo>
                <a:lnTo>
                  <a:pt x="1247292" y="33019"/>
                </a:lnTo>
                <a:lnTo>
                  <a:pt x="1241933" y="30479"/>
                </a:lnTo>
                <a:lnTo>
                  <a:pt x="1290717" y="30479"/>
                </a:lnTo>
                <a:lnTo>
                  <a:pt x="1293876" y="33019"/>
                </a:lnTo>
                <a:lnTo>
                  <a:pt x="1297276" y="36829"/>
                </a:lnTo>
                <a:lnTo>
                  <a:pt x="1255928" y="36829"/>
                </a:lnTo>
                <a:lnTo>
                  <a:pt x="1256461" y="38099"/>
                </a:lnTo>
                <a:close/>
              </a:path>
              <a:path w="1336675" h="731519">
                <a:moveTo>
                  <a:pt x="80200" y="38099"/>
                </a:moveTo>
                <a:lnTo>
                  <a:pt x="80733" y="36829"/>
                </a:lnTo>
                <a:lnTo>
                  <a:pt x="82740" y="36829"/>
                </a:lnTo>
                <a:lnTo>
                  <a:pt x="80200" y="38099"/>
                </a:lnTo>
                <a:close/>
              </a:path>
              <a:path w="1336675" h="731519">
                <a:moveTo>
                  <a:pt x="1260868" y="40639"/>
                </a:moveTo>
                <a:lnTo>
                  <a:pt x="1255928" y="36829"/>
                </a:lnTo>
                <a:lnTo>
                  <a:pt x="1297276" y="36829"/>
                </a:lnTo>
                <a:lnTo>
                  <a:pt x="1298409" y="38099"/>
                </a:lnTo>
                <a:lnTo>
                  <a:pt x="1299849" y="39369"/>
                </a:lnTo>
                <a:lnTo>
                  <a:pt x="1260335" y="39369"/>
                </a:lnTo>
                <a:lnTo>
                  <a:pt x="1260868" y="40639"/>
                </a:lnTo>
                <a:close/>
              </a:path>
              <a:path w="1336675" h="731519">
                <a:moveTo>
                  <a:pt x="75806" y="40639"/>
                </a:moveTo>
                <a:lnTo>
                  <a:pt x="76326" y="39369"/>
                </a:lnTo>
                <a:lnTo>
                  <a:pt x="77448" y="39369"/>
                </a:lnTo>
                <a:lnTo>
                  <a:pt x="75806" y="40639"/>
                </a:lnTo>
                <a:close/>
              </a:path>
              <a:path w="1336675" h="731519">
                <a:moveTo>
                  <a:pt x="1273200" y="49529"/>
                </a:moveTo>
                <a:lnTo>
                  <a:pt x="1268755" y="45719"/>
                </a:lnTo>
                <a:lnTo>
                  <a:pt x="1269238" y="45719"/>
                </a:lnTo>
                <a:lnTo>
                  <a:pt x="1264615" y="43179"/>
                </a:lnTo>
                <a:lnTo>
                  <a:pt x="1265123" y="43179"/>
                </a:lnTo>
                <a:lnTo>
                  <a:pt x="1260335" y="39369"/>
                </a:lnTo>
                <a:lnTo>
                  <a:pt x="1299849" y="39369"/>
                </a:lnTo>
                <a:lnTo>
                  <a:pt x="1302727" y="41909"/>
                </a:lnTo>
                <a:lnTo>
                  <a:pt x="1306830" y="46989"/>
                </a:lnTo>
                <a:lnTo>
                  <a:pt x="1307798" y="48259"/>
                </a:lnTo>
                <a:lnTo>
                  <a:pt x="1272743" y="48259"/>
                </a:lnTo>
                <a:lnTo>
                  <a:pt x="1273200" y="49529"/>
                </a:lnTo>
                <a:close/>
              </a:path>
              <a:path w="1336675" h="731519">
                <a:moveTo>
                  <a:pt x="63461" y="49529"/>
                </a:moveTo>
                <a:lnTo>
                  <a:pt x="63919" y="48259"/>
                </a:lnTo>
                <a:lnTo>
                  <a:pt x="64943" y="48259"/>
                </a:lnTo>
                <a:lnTo>
                  <a:pt x="63461" y="49529"/>
                </a:lnTo>
                <a:close/>
              </a:path>
              <a:path w="1336675" h="731519">
                <a:moveTo>
                  <a:pt x="1284135" y="59689"/>
                </a:moveTo>
                <a:lnTo>
                  <a:pt x="1280236" y="55879"/>
                </a:lnTo>
                <a:lnTo>
                  <a:pt x="1280668" y="55879"/>
                </a:lnTo>
                <a:lnTo>
                  <a:pt x="1276565" y="52069"/>
                </a:lnTo>
                <a:lnTo>
                  <a:pt x="1277010" y="52069"/>
                </a:lnTo>
                <a:lnTo>
                  <a:pt x="1272743" y="48259"/>
                </a:lnTo>
                <a:lnTo>
                  <a:pt x="1307798" y="48259"/>
                </a:lnTo>
                <a:lnTo>
                  <a:pt x="1310703" y="52069"/>
                </a:lnTo>
                <a:lnTo>
                  <a:pt x="1314348" y="57149"/>
                </a:lnTo>
                <a:lnTo>
                  <a:pt x="1315199" y="58419"/>
                </a:lnTo>
                <a:lnTo>
                  <a:pt x="1283728" y="58419"/>
                </a:lnTo>
                <a:lnTo>
                  <a:pt x="1284135" y="59689"/>
                </a:lnTo>
                <a:close/>
              </a:path>
              <a:path w="1336675" h="731519">
                <a:moveTo>
                  <a:pt x="52527" y="59689"/>
                </a:moveTo>
                <a:lnTo>
                  <a:pt x="52933" y="58419"/>
                </a:lnTo>
                <a:lnTo>
                  <a:pt x="53826" y="58419"/>
                </a:lnTo>
                <a:lnTo>
                  <a:pt x="52527" y="59689"/>
                </a:lnTo>
                <a:close/>
              </a:path>
              <a:path w="1336675" h="731519">
                <a:moveTo>
                  <a:pt x="1287437" y="63499"/>
                </a:moveTo>
                <a:lnTo>
                  <a:pt x="1283728" y="58419"/>
                </a:lnTo>
                <a:lnTo>
                  <a:pt x="1315199" y="58419"/>
                </a:lnTo>
                <a:lnTo>
                  <a:pt x="1317752" y="62229"/>
                </a:lnTo>
                <a:lnTo>
                  <a:pt x="1287043" y="62229"/>
                </a:lnTo>
                <a:lnTo>
                  <a:pt x="1287437" y="63499"/>
                </a:lnTo>
                <a:close/>
              </a:path>
              <a:path w="1336675" h="731519">
                <a:moveTo>
                  <a:pt x="49225" y="63499"/>
                </a:moveTo>
                <a:lnTo>
                  <a:pt x="49618" y="62229"/>
                </a:lnTo>
                <a:lnTo>
                  <a:pt x="50152" y="62229"/>
                </a:lnTo>
                <a:lnTo>
                  <a:pt x="49225" y="63499"/>
                </a:lnTo>
                <a:close/>
              </a:path>
              <a:path w="1336675" h="731519">
                <a:moveTo>
                  <a:pt x="1296200" y="76199"/>
                </a:moveTo>
                <a:lnTo>
                  <a:pt x="1293126" y="71119"/>
                </a:lnTo>
                <a:lnTo>
                  <a:pt x="1293469" y="71119"/>
                </a:lnTo>
                <a:lnTo>
                  <a:pt x="1290180" y="67309"/>
                </a:lnTo>
                <a:lnTo>
                  <a:pt x="1290548" y="67309"/>
                </a:lnTo>
                <a:lnTo>
                  <a:pt x="1287043" y="62229"/>
                </a:lnTo>
                <a:lnTo>
                  <a:pt x="1317752" y="62229"/>
                </a:lnTo>
                <a:lnTo>
                  <a:pt x="1320888" y="67309"/>
                </a:lnTo>
                <a:lnTo>
                  <a:pt x="1323771" y="73659"/>
                </a:lnTo>
                <a:lnTo>
                  <a:pt x="1324425" y="74929"/>
                </a:lnTo>
                <a:lnTo>
                  <a:pt x="1295882" y="74929"/>
                </a:lnTo>
                <a:lnTo>
                  <a:pt x="1296200" y="76199"/>
                </a:lnTo>
                <a:close/>
              </a:path>
              <a:path w="1336675" h="731519">
                <a:moveTo>
                  <a:pt x="40462" y="76199"/>
                </a:moveTo>
                <a:lnTo>
                  <a:pt x="40779" y="74929"/>
                </a:lnTo>
                <a:lnTo>
                  <a:pt x="41230" y="74929"/>
                </a:lnTo>
                <a:lnTo>
                  <a:pt x="40462" y="76199"/>
                </a:lnTo>
                <a:close/>
              </a:path>
              <a:path w="1336675" h="731519">
                <a:moveTo>
                  <a:pt x="1301026" y="85089"/>
                </a:moveTo>
                <a:lnTo>
                  <a:pt x="1298422" y="80009"/>
                </a:lnTo>
                <a:lnTo>
                  <a:pt x="1298714" y="80009"/>
                </a:lnTo>
                <a:lnTo>
                  <a:pt x="1295882" y="74929"/>
                </a:lnTo>
                <a:lnTo>
                  <a:pt x="1324425" y="74929"/>
                </a:lnTo>
                <a:lnTo>
                  <a:pt x="1326388" y="78739"/>
                </a:lnTo>
                <a:lnTo>
                  <a:pt x="1328267" y="83819"/>
                </a:lnTo>
                <a:lnTo>
                  <a:pt x="1300759" y="83819"/>
                </a:lnTo>
                <a:lnTo>
                  <a:pt x="1301026" y="85089"/>
                </a:lnTo>
                <a:close/>
              </a:path>
              <a:path w="1336675" h="731519">
                <a:moveTo>
                  <a:pt x="35636" y="85089"/>
                </a:moveTo>
                <a:lnTo>
                  <a:pt x="35902" y="83819"/>
                </a:lnTo>
                <a:lnTo>
                  <a:pt x="36287" y="83819"/>
                </a:lnTo>
                <a:lnTo>
                  <a:pt x="35636" y="85089"/>
                </a:lnTo>
                <a:close/>
              </a:path>
              <a:path w="1336675" h="731519">
                <a:moveTo>
                  <a:pt x="1307029" y="100164"/>
                </a:moveTo>
                <a:lnTo>
                  <a:pt x="1304772" y="93979"/>
                </a:lnTo>
                <a:lnTo>
                  <a:pt x="1304988" y="93979"/>
                </a:lnTo>
                <a:lnTo>
                  <a:pt x="1302880" y="88899"/>
                </a:lnTo>
                <a:lnTo>
                  <a:pt x="1303121" y="88899"/>
                </a:lnTo>
                <a:lnTo>
                  <a:pt x="1300759" y="83819"/>
                </a:lnTo>
                <a:lnTo>
                  <a:pt x="1328267" y="83819"/>
                </a:lnTo>
                <a:lnTo>
                  <a:pt x="1328737" y="85089"/>
                </a:lnTo>
                <a:lnTo>
                  <a:pt x="1330782" y="91439"/>
                </a:lnTo>
                <a:lnTo>
                  <a:pt x="1332547" y="97789"/>
                </a:lnTo>
                <a:lnTo>
                  <a:pt x="1306436" y="97789"/>
                </a:lnTo>
                <a:lnTo>
                  <a:pt x="1307029" y="100164"/>
                </a:lnTo>
                <a:close/>
              </a:path>
              <a:path w="1336675" h="731519">
                <a:moveTo>
                  <a:pt x="29632" y="100164"/>
                </a:moveTo>
                <a:lnTo>
                  <a:pt x="30225" y="97789"/>
                </a:lnTo>
                <a:lnTo>
                  <a:pt x="30499" y="97789"/>
                </a:lnTo>
                <a:lnTo>
                  <a:pt x="29632" y="100164"/>
                </a:lnTo>
                <a:close/>
              </a:path>
              <a:path w="1336675" h="731519">
                <a:moveTo>
                  <a:pt x="1334701" y="623569"/>
                </a:moveTo>
                <a:lnTo>
                  <a:pt x="1309065" y="623569"/>
                </a:lnTo>
                <a:lnTo>
                  <a:pt x="1310238" y="616326"/>
                </a:lnTo>
                <a:lnTo>
                  <a:pt x="1310690" y="612139"/>
                </a:lnTo>
                <a:lnTo>
                  <a:pt x="1311005" y="608329"/>
                </a:lnTo>
                <a:lnTo>
                  <a:pt x="1311040" y="123189"/>
                </a:lnTo>
                <a:lnTo>
                  <a:pt x="1310754" y="119379"/>
                </a:lnTo>
                <a:lnTo>
                  <a:pt x="1310318" y="115685"/>
                </a:lnTo>
                <a:lnTo>
                  <a:pt x="1310260" y="115193"/>
                </a:lnTo>
                <a:lnTo>
                  <a:pt x="1310092" y="114292"/>
                </a:lnTo>
                <a:lnTo>
                  <a:pt x="1309065" y="107949"/>
                </a:lnTo>
                <a:lnTo>
                  <a:pt x="1308928" y="107949"/>
                </a:lnTo>
                <a:lnTo>
                  <a:pt x="1307871" y="102869"/>
                </a:lnTo>
                <a:lnTo>
                  <a:pt x="1307706" y="102869"/>
                </a:lnTo>
                <a:lnTo>
                  <a:pt x="1306436" y="97789"/>
                </a:lnTo>
                <a:lnTo>
                  <a:pt x="1332547" y="97789"/>
                </a:lnTo>
                <a:lnTo>
                  <a:pt x="1333715" y="102869"/>
                </a:lnTo>
                <a:lnTo>
                  <a:pt x="1307871" y="102869"/>
                </a:lnTo>
                <a:lnTo>
                  <a:pt x="1308130" y="104117"/>
                </a:lnTo>
                <a:lnTo>
                  <a:pt x="1334002" y="104117"/>
                </a:lnTo>
                <a:lnTo>
                  <a:pt x="1334701" y="107949"/>
                </a:lnTo>
                <a:lnTo>
                  <a:pt x="1309065" y="107949"/>
                </a:lnTo>
                <a:lnTo>
                  <a:pt x="1309268" y="109207"/>
                </a:lnTo>
                <a:lnTo>
                  <a:pt x="1334930" y="109207"/>
                </a:lnTo>
                <a:lnTo>
                  <a:pt x="1335163" y="110489"/>
                </a:lnTo>
                <a:lnTo>
                  <a:pt x="1335989" y="116839"/>
                </a:lnTo>
                <a:lnTo>
                  <a:pt x="1336497" y="123189"/>
                </a:lnTo>
                <a:lnTo>
                  <a:pt x="1336662" y="129539"/>
                </a:lnTo>
                <a:lnTo>
                  <a:pt x="1336662" y="601979"/>
                </a:lnTo>
                <a:lnTo>
                  <a:pt x="1336530" y="607059"/>
                </a:lnTo>
                <a:lnTo>
                  <a:pt x="1336497" y="608329"/>
                </a:lnTo>
                <a:lnTo>
                  <a:pt x="1335989" y="614679"/>
                </a:lnTo>
                <a:lnTo>
                  <a:pt x="1335221" y="620588"/>
                </a:lnTo>
                <a:lnTo>
                  <a:pt x="1335163" y="621029"/>
                </a:lnTo>
                <a:lnTo>
                  <a:pt x="1334701" y="623569"/>
                </a:lnTo>
                <a:close/>
              </a:path>
              <a:path w="1336675" h="731519">
                <a:moveTo>
                  <a:pt x="28644" y="104117"/>
                </a:moveTo>
                <a:lnTo>
                  <a:pt x="28790" y="102869"/>
                </a:lnTo>
                <a:lnTo>
                  <a:pt x="28955" y="102869"/>
                </a:lnTo>
                <a:lnTo>
                  <a:pt x="28644" y="104117"/>
                </a:lnTo>
                <a:close/>
              </a:path>
              <a:path w="1336675" h="731519">
                <a:moveTo>
                  <a:pt x="27472" y="109207"/>
                </a:moveTo>
                <a:lnTo>
                  <a:pt x="27597" y="107949"/>
                </a:lnTo>
                <a:lnTo>
                  <a:pt x="27734" y="107949"/>
                </a:lnTo>
                <a:lnTo>
                  <a:pt x="27472" y="109207"/>
                </a:lnTo>
                <a:close/>
              </a:path>
              <a:path w="1336675" h="731519">
                <a:moveTo>
                  <a:pt x="27734" y="623569"/>
                </a:moveTo>
                <a:lnTo>
                  <a:pt x="27597" y="623569"/>
                </a:lnTo>
                <a:lnTo>
                  <a:pt x="27393" y="622312"/>
                </a:lnTo>
                <a:lnTo>
                  <a:pt x="27734" y="623569"/>
                </a:lnTo>
                <a:close/>
              </a:path>
              <a:path w="1336675" h="731519">
                <a:moveTo>
                  <a:pt x="1333715" y="628649"/>
                </a:moveTo>
                <a:lnTo>
                  <a:pt x="1307871" y="628649"/>
                </a:lnTo>
                <a:lnTo>
                  <a:pt x="1308023" y="627379"/>
                </a:lnTo>
                <a:lnTo>
                  <a:pt x="1308689" y="624719"/>
                </a:lnTo>
                <a:lnTo>
                  <a:pt x="1309189" y="622312"/>
                </a:lnTo>
                <a:lnTo>
                  <a:pt x="1309065" y="623569"/>
                </a:lnTo>
                <a:lnTo>
                  <a:pt x="1334701" y="623569"/>
                </a:lnTo>
                <a:lnTo>
                  <a:pt x="1334008" y="627379"/>
                </a:lnTo>
                <a:lnTo>
                  <a:pt x="1333715" y="628649"/>
                </a:lnTo>
                <a:close/>
              </a:path>
              <a:path w="1336675" h="731519">
                <a:moveTo>
                  <a:pt x="28955" y="628649"/>
                </a:moveTo>
                <a:lnTo>
                  <a:pt x="28790" y="628649"/>
                </a:lnTo>
                <a:lnTo>
                  <a:pt x="28526" y="627379"/>
                </a:lnTo>
                <a:lnTo>
                  <a:pt x="28955" y="628649"/>
                </a:lnTo>
                <a:close/>
              </a:path>
              <a:path w="1336675" h="731519">
                <a:moveTo>
                  <a:pt x="1332547" y="633729"/>
                </a:moveTo>
                <a:lnTo>
                  <a:pt x="1306436" y="633729"/>
                </a:lnTo>
                <a:lnTo>
                  <a:pt x="1308023" y="627379"/>
                </a:lnTo>
                <a:lnTo>
                  <a:pt x="1307871" y="628649"/>
                </a:lnTo>
                <a:lnTo>
                  <a:pt x="1333715" y="628649"/>
                </a:lnTo>
                <a:lnTo>
                  <a:pt x="1332547" y="633729"/>
                </a:lnTo>
                <a:close/>
              </a:path>
              <a:path w="1336675" h="731519">
                <a:moveTo>
                  <a:pt x="30499" y="633729"/>
                </a:moveTo>
                <a:lnTo>
                  <a:pt x="30225" y="633729"/>
                </a:lnTo>
                <a:lnTo>
                  <a:pt x="29632" y="631355"/>
                </a:lnTo>
                <a:lnTo>
                  <a:pt x="30499" y="633729"/>
                </a:lnTo>
                <a:close/>
              </a:path>
              <a:path w="1336675" h="731519">
                <a:moveTo>
                  <a:pt x="1328267" y="647699"/>
                </a:moveTo>
                <a:lnTo>
                  <a:pt x="1300759" y="647699"/>
                </a:lnTo>
                <a:lnTo>
                  <a:pt x="1303121" y="642619"/>
                </a:lnTo>
                <a:lnTo>
                  <a:pt x="1302880" y="642619"/>
                </a:lnTo>
                <a:lnTo>
                  <a:pt x="1304988" y="637539"/>
                </a:lnTo>
                <a:lnTo>
                  <a:pt x="1304772" y="637539"/>
                </a:lnTo>
                <a:lnTo>
                  <a:pt x="1307029" y="631355"/>
                </a:lnTo>
                <a:lnTo>
                  <a:pt x="1306436" y="633729"/>
                </a:lnTo>
                <a:lnTo>
                  <a:pt x="1332547" y="633729"/>
                </a:lnTo>
                <a:lnTo>
                  <a:pt x="1330782" y="640079"/>
                </a:lnTo>
                <a:lnTo>
                  <a:pt x="1328737" y="646429"/>
                </a:lnTo>
                <a:lnTo>
                  <a:pt x="1328267" y="647699"/>
                </a:lnTo>
                <a:close/>
              </a:path>
              <a:path w="1336675" h="731519">
                <a:moveTo>
                  <a:pt x="36287" y="647699"/>
                </a:moveTo>
                <a:lnTo>
                  <a:pt x="35902" y="647699"/>
                </a:lnTo>
                <a:lnTo>
                  <a:pt x="35636" y="646429"/>
                </a:lnTo>
                <a:lnTo>
                  <a:pt x="36287" y="647699"/>
                </a:lnTo>
                <a:close/>
              </a:path>
              <a:path w="1336675" h="731519">
                <a:moveTo>
                  <a:pt x="1324425" y="656589"/>
                </a:moveTo>
                <a:lnTo>
                  <a:pt x="1295882" y="656589"/>
                </a:lnTo>
                <a:lnTo>
                  <a:pt x="1298714" y="651509"/>
                </a:lnTo>
                <a:lnTo>
                  <a:pt x="1298422" y="651509"/>
                </a:lnTo>
                <a:lnTo>
                  <a:pt x="1301026" y="646429"/>
                </a:lnTo>
                <a:lnTo>
                  <a:pt x="1300759" y="647699"/>
                </a:lnTo>
                <a:lnTo>
                  <a:pt x="1328267" y="647699"/>
                </a:lnTo>
                <a:lnTo>
                  <a:pt x="1326388" y="652779"/>
                </a:lnTo>
                <a:lnTo>
                  <a:pt x="1324425" y="656589"/>
                </a:lnTo>
                <a:close/>
              </a:path>
              <a:path w="1336675" h="731519">
                <a:moveTo>
                  <a:pt x="41230" y="656589"/>
                </a:moveTo>
                <a:lnTo>
                  <a:pt x="40779" y="656589"/>
                </a:lnTo>
                <a:lnTo>
                  <a:pt x="40462" y="655319"/>
                </a:lnTo>
                <a:lnTo>
                  <a:pt x="41230" y="656589"/>
                </a:lnTo>
                <a:close/>
              </a:path>
              <a:path w="1336675" h="731519">
                <a:moveTo>
                  <a:pt x="1317752" y="669289"/>
                </a:moveTo>
                <a:lnTo>
                  <a:pt x="1287043" y="669289"/>
                </a:lnTo>
                <a:lnTo>
                  <a:pt x="1290548" y="664209"/>
                </a:lnTo>
                <a:lnTo>
                  <a:pt x="1290180" y="664209"/>
                </a:lnTo>
                <a:lnTo>
                  <a:pt x="1293469" y="660399"/>
                </a:lnTo>
                <a:lnTo>
                  <a:pt x="1293126" y="660399"/>
                </a:lnTo>
                <a:lnTo>
                  <a:pt x="1296200" y="655319"/>
                </a:lnTo>
                <a:lnTo>
                  <a:pt x="1295882" y="656589"/>
                </a:lnTo>
                <a:lnTo>
                  <a:pt x="1324425" y="656589"/>
                </a:lnTo>
                <a:lnTo>
                  <a:pt x="1323771" y="657859"/>
                </a:lnTo>
                <a:lnTo>
                  <a:pt x="1320888" y="664209"/>
                </a:lnTo>
                <a:lnTo>
                  <a:pt x="1317752" y="669289"/>
                </a:lnTo>
                <a:close/>
              </a:path>
              <a:path w="1336675" h="731519">
                <a:moveTo>
                  <a:pt x="50152" y="669289"/>
                </a:moveTo>
                <a:lnTo>
                  <a:pt x="49618" y="669289"/>
                </a:lnTo>
                <a:lnTo>
                  <a:pt x="49225" y="668019"/>
                </a:lnTo>
                <a:lnTo>
                  <a:pt x="50152" y="669289"/>
                </a:lnTo>
                <a:close/>
              </a:path>
              <a:path w="1336675" h="731519">
                <a:moveTo>
                  <a:pt x="1315199" y="673099"/>
                </a:moveTo>
                <a:lnTo>
                  <a:pt x="1283728" y="673099"/>
                </a:lnTo>
                <a:lnTo>
                  <a:pt x="1287437" y="668019"/>
                </a:lnTo>
                <a:lnTo>
                  <a:pt x="1287043" y="669289"/>
                </a:lnTo>
                <a:lnTo>
                  <a:pt x="1317752" y="669289"/>
                </a:lnTo>
                <a:lnTo>
                  <a:pt x="1315199" y="673099"/>
                </a:lnTo>
                <a:close/>
              </a:path>
              <a:path w="1336675" h="731519">
                <a:moveTo>
                  <a:pt x="53826" y="673099"/>
                </a:moveTo>
                <a:lnTo>
                  <a:pt x="52933" y="673099"/>
                </a:lnTo>
                <a:lnTo>
                  <a:pt x="52527" y="671829"/>
                </a:lnTo>
                <a:lnTo>
                  <a:pt x="53826" y="673099"/>
                </a:lnTo>
                <a:close/>
              </a:path>
              <a:path w="1336675" h="731519">
                <a:moveTo>
                  <a:pt x="1307798" y="683259"/>
                </a:moveTo>
                <a:lnTo>
                  <a:pt x="1272743" y="683259"/>
                </a:lnTo>
                <a:lnTo>
                  <a:pt x="1277010" y="679449"/>
                </a:lnTo>
                <a:lnTo>
                  <a:pt x="1276565" y="679449"/>
                </a:lnTo>
                <a:lnTo>
                  <a:pt x="1280668" y="675639"/>
                </a:lnTo>
                <a:lnTo>
                  <a:pt x="1280236" y="675639"/>
                </a:lnTo>
                <a:lnTo>
                  <a:pt x="1284135" y="671829"/>
                </a:lnTo>
                <a:lnTo>
                  <a:pt x="1283728" y="673099"/>
                </a:lnTo>
                <a:lnTo>
                  <a:pt x="1315199" y="673099"/>
                </a:lnTo>
                <a:lnTo>
                  <a:pt x="1314348" y="674369"/>
                </a:lnTo>
                <a:lnTo>
                  <a:pt x="1310703" y="679449"/>
                </a:lnTo>
                <a:lnTo>
                  <a:pt x="1307798" y="683259"/>
                </a:lnTo>
                <a:close/>
              </a:path>
              <a:path w="1336675" h="731519">
                <a:moveTo>
                  <a:pt x="64943" y="683259"/>
                </a:moveTo>
                <a:lnTo>
                  <a:pt x="63919" y="683259"/>
                </a:lnTo>
                <a:lnTo>
                  <a:pt x="63461" y="681989"/>
                </a:lnTo>
                <a:lnTo>
                  <a:pt x="64943" y="683259"/>
                </a:lnTo>
                <a:close/>
              </a:path>
              <a:path w="1336675" h="731519">
                <a:moveTo>
                  <a:pt x="1302727" y="689609"/>
                </a:moveTo>
                <a:lnTo>
                  <a:pt x="1264615" y="689609"/>
                </a:lnTo>
                <a:lnTo>
                  <a:pt x="1269238" y="685799"/>
                </a:lnTo>
                <a:lnTo>
                  <a:pt x="1268755" y="685799"/>
                </a:lnTo>
                <a:lnTo>
                  <a:pt x="1273200" y="681989"/>
                </a:lnTo>
                <a:lnTo>
                  <a:pt x="1272743" y="683259"/>
                </a:lnTo>
                <a:lnTo>
                  <a:pt x="1307798" y="683259"/>
                </a:lnTo>
                <a:lnTo>
                  <a:pt x="1306830" y="684529"/>
                </a:lnTo>
                <a:lnTo>
                  <a:pt x="1302727" y="689609"/>
                </a:lnTo>
                <a:close/>
              </a:path>
              <a:path w="1336675" h="731519">
                <a:moveTo>
                  <a:pt x="73135" y="689609"/>
                </a:moveTo>
                <a:lnTo>
                  <a:pt x="72047" y="689609"/>
                </a:lnTo>
                <a:lnTo>
                  <a:pt x="71539" y="688339"/>
                </a:lnTo>
                <a:lnTo>
                  <a:pt x="73135" y="689609"/>
                </a:lnTo>
                <a:close/>
              </a:path>
              <a:path w="1336675" h="731519">
                <a:moveTo>
                  <a:pt x="1299849" y="692149"/>
                </a:moveTo>
                <a:lnTo>
                  <a:pt x="1260335" y="692149"/>
                </a:lnTo>
                <a:lnTo>
                  <a:pt x="1265123" y="688339"/>
                </a:lnTo>
                <a:lnTo>
                  <a:pt x="1264615" y="689609"/>
                </a:lnTo>
                <a:lnTo>
                  <a:pt x="1302727" y="689609"/>
                </a:lnTo>
                <a:lnTo>
                  <a:pt x="1299849" y="692149"/>
                </a:lnTo>
                <a:close/>
              </a:path>
              <a:path w="1336675" h="731519">
                <a:moveTo>
                  <a:pt x="77448" y="692149"/>
                </a:moveTo>
                <a:lnTo>
                  <a:pt x="76326" y="692149"/>
                </a:lnTo>
                <a:lnTo>
                  <a:pt x="75806" y="690879"/>
                </a:lnTo>
                <a:lnTo>
                  <a:pt x="77448" y="692149"/>
                </a:lnTo>
                <a:close/>
              </a:path>
              <a:path w="1336675" h="731519">
                <a:moveTo>
                  <a:pt x="1297276" y="694689"/>
                </a:moveTo>
                <a:lnTo>
                  <a:pt x="1255928" y="694689"/>
                </a:lnTo>
                <a:lnTo>
                  <a:pt x="1260868" y="690879"/>
                </a:lnTo>
                <a:lnTo>
                  <a:pt x="1260335" y="692149"/>
                </a:lnTo>
                <a:lnTo>
                  <a:pt x="1299849" y="692149"/>
                </a:lnTo>
                <a:lnTo>
                  <a:pt x="1298409" y="693419"/>
                </a:lnTo>
                <a:lnTo>
                  <a:pt x="1297276" y="694689"/>
                </a:lnTo>
                <a:close/>
              </a:path>
              <a:path w="1336675" h="731519">
                <a:moveTo>
                  <a:pt x="82740" y="694689"/>
                </a:moveTo>
                <a:lnTo>
                  <a:pt x="80733" y="694689"/>
                </a:lnTo>
                <a:lnTo>
                  <a:pt x="80200" y="693419"/>
                </a:lnTo>
                <a:lnTo>
                  <a:pt x="82740" y="694689"/>
                </a:lnTo>
                <a:close/>
              </a:path>
              <a:path w="1336675" h="731519">
                <a:moveTo>
                  <a:pt x="1290717" y="701039"/>
                </a:moveTo>
                <a:lnTo>
                  <a:pt x="1241933" y="701039"/>
                </a:lnTo>
                <a:lnTo>
                  <a:pt x="1247292" y="698499"/>
                </a:lnTo>
                <a:lnTo>
                  <a:pt x="1246720" y="698499"/>
                </a:lnTo>
                <a:lnTo>
                  <a:pt x="1251940" y="695959"/>
                </a:lnTo>
                <a:lnTo>
                  <a:pt x="1251381" y="695959"/>
                </a:lnTo>
                <a:lnTo>
                  <a:pt x="1256461" y="693419"/>
                </a:lnTo>
                <a:lnTo>
                  <a:pt x="1255928" y="694689"/>
                </a:lnTo>
                <a:lnTo>
                  <a:pt x="1297276" y="694689"/>
                </a:lnTo>
                <a:lnTo>
                  <a:pt x="1293876" y="698499"/>
                </a:lnTo>
                <a:lnTo>
                  <a:pt x="1290717" y="701039"/>
                </a:lnTo>
                <a:close/>
              </a:path>
              <a:path w="1336675" h="731519">
                <a:moveTo>
                  <a:pt x="96875" y="701039"/>
                </a:moveTo>
                <a:lnTo>
                  <a:pt x="94729" y="701039"/>
                </a:lnTo>
                <a:lnTo>
                  <a:pt x="94132" y="699769"/>
                </a:lnTo>
                <a:lnTo>
                  <a:pt x="96875" y="701039"/>
                </a:lnTo>
                <a:close/>
              </a:path>
              <a:path w="1336675" h="731519">
                <a:moveTo>
                  <a:pt x="1284211" y="706119"/>
                </a:moveTo>
                <a:lnTo>
                  <a:pt x="1221778" y="706119"/>
                </a:lnTo>
                <a:lnTo>
                  <a:pt x="1227582" y="704849"/>
                </a:lnTo>
                <a:lnTo>
                  <a:pt x="1226959" y="704849"/>
                </a:lnTo>
                <a:lnTo>
                  <a:pt x="1232662" y="703579"/>
                </a:lnTo>
                <a:lnTo>
                  <a:pt x="1232052" y="703579"/>
                </a:lnTo>
                <a:lnTo>
                  <a:pt x="1237653" y="702309"/>
                </a:lnTo>
                <a:lnTo>
                  <a:pt x="1237043" y="702309"/>
                </a:lnTo>
                <a:lnTo>
                  <a:pt x="1242529" y="699769"/>
                </a:lnTo>
                <a:lnTo>
                  <a:pt x="1241933" y="701039"/>
                </a:lnTo>
                <a:lnTo>
                  <a:pt x="1290717" y="701039"/>
                </a:lnTo>
                <a:lnTo>
                  <a:pt x="1289138" y="702309"/>
                </a:lnTo>
                <a:lnTo>
                  <a:pt x="1284211" y="7061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0" name="object 14">
            <a:extLst>
              <a:ext uri="{FF2B5EF4-FFF2-40B4-BE49-F238E27FC236}">
                <a16:creationId xmlns:a16="http://schemas.microsoft.com/office/drawing/2014/main" id="{0A739AE4-6BFB-4FB1-92E6-68315872E88F}"/>
              </a:ext>
            </a:extLst>
          </p:cNvPr>
          <p:cNvSpPr>
            <a:spLocks noGrp="1"/>
          </p:cNvSpPr>
          <p:nvPr/>
        </p:nvSpPr>
        <p:spPr>
          <a:xfrm>
            <a:off x="2272106" y="2882452"/>
            <a:ext cx="557617" cy="236372"/>
          </a:xfrm>
          <a:prstGeom prst="rect">
            <a:avLst/>
          </a:prstGeom>
        </p:spPr>
        <p:txBody>
          <a:bodyPr vert="horz" wrap="square" lIns="0" tIns="10617" rIns="0" bIns="0">
            <a:spAutoFit/>
          </a:bodyPr>
          <a:lstStyle/>
          <a:p>
            <a:pPr>
              <a:lnSpc>
                <a:spcPct val="100000"/>
              </a:lnSpc>
              <a:spcBef>
                <a:spcPts val="84"/>
              </a:spcBef>
              <a:buNone/>
            </a:pPr>
            <a:r>
              <a:rPr sz="1408" b="1">
                <a:latin typeface="Calibri"/>
                <a:ea typeface="Calibri"/>
                <a:cs typeface="Calibri"/>
              </a:rPr>
              <a:t>App. 1</a:t>
            </a:r>
            <a:endParaRPr sz="1408">
              <a:latin typeface="Calibri"/>
              <a:ea typeface="Calibri"/>
              <a:cs typeface="Calibri"/>
            </a:endParaRPr>
          </a:p>
        </p:txBody>
      </p:sp>
      <p:sp>
        <p:nvSpPr>
          <p:cNvPr id="11" name="object 16">
            <a:extLst>
              <a:ext uri="{FF2B5EF4-FFF2-40B4-BE49-F238E27FC236}">
                <a16:creationId xmlns:a16="http://schemas.microsoft.com/office/drawing/2014/main" id="{40E82C42-B364-49A0-9CDC-A095F6BB7926}"/>
              </a:ext>
            </a:extLst>
          </p:cNvPr>
          <p:cNvSpPr>
            <a:spLocks noGrp="1"/>
          </p:cNvSpPr>
          <p:nvPr/>
        </p:nvSpPr>
        <p:spPr>
          <a:xfrm>
            <a:off x="3217126" y="2682624"/>
            <a:ext cx="1236624" cy="622503"/>
          </a:xfrm>
          <a:custGeom>
            <a:avLst/>
            <a:gdLst/>
            <a:ahLst/>
            <a:cxnLst/>
            <a:rect l="l" t="t" r="r" b="b"/>
            <a:pathLst>
              <a:path w="1405254" h="707389">
                <a:moveTo>
                  <a:pt x="1286255" y="707135"/>
                </a:moveTo>
                <a:lnTo>
                  <a:pt x="118871" y="707135"/>
                </a:lnTo>
                <a:lnTo>
                  <a:pt x="72557" y="697720"/>
                </a:lnTo>
                <a:lnTo>
                  <a:pt x="34837" y="672303"/>
                </a:lnTo>
                <a:lnTo>
                  <a:pt x="9417" y="634584"/>
                </a:lnTo>
                <a:lnTo>
                  <a:pt x="0" y="588263"/>
                </a:lnTo>
                <a:lnTo>
                  <a:pt x="0" y="117347"/>
                </a:lnTo>
                <a:lnTo>
                  <a:pt x="9417" y="71494"/>
                </a:lnTo>
                <a:lnTo>
                  <a:pt x="34837" y="34089"/>
                </a:lnTo>
                <a:lnTo>
                  <a:pt x="72557" y="8977"/>
                </a:lnTo>
                <a:lnTo>
                  <a:pt x="118871" y="0"/>
                </a:lnTo>
                <a:lnTo>
                  <a:pt x="1286255" y="0"/>
                </a:lnTo>
                <a:lnTo>
                  <a:pt x="1332590" y="8977"/>
                </a:lnTo>
                <a:lnTo>
                  <a:pt x="1370314" y="34089"/>
                </a:lnTo>
                <a:lnTo>
                  <a:pt x="1395726" y="71494"/>
                </a:lnTo>
                <a:lnTo>
                  <a:pt x="1405127" y="117347"/>
                </a:lnTo>
                <a:lnTo>
                  <a:pt x="1405127" y="588263"/>
                </a:lnTo>
                <a:lnTo>
                  <a:pt x="1395726" y="634584"/>
                </a:lnTo>
                <a:lnTo>
                  <a:pt x="1370314" y="672303"/>
                </a:lnTo>
                <a:lnTo>
                  <a:pt x="1332590" y="697720"/>
                </a:lnTo>
                <a:lnTo>
                  <a:pt x="1286255" y="707135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2" name="object 17">
            <a:extLst>
              <a:ext uri="{FF2B5EF4-FFF2-40B4-BE49-F238E27FC236}">
                <a16:creationId xmlns:a16="http://schemas.microsoft.com/office/drawing/2014/main" id="{0D6B78CD-0C39-4780-A121-D701112A402C}"/>
              </a:ext>
            </a:extLst>
          </p:cNvPr>
          <p:cNvSpPr>
            <a:spLocks noGrp="1"/>
          </p:cNvSpPr>
          <p:nvPr/>
        </p:nvSpPr>
        <p:spPr>
          <a:xfrm>
            <a:off x="3206163" y="2671013"/>
            <a:ext cx="1258976" cy="643738"/>
          </a:xfrm>
          <a:custGeom>
            <a:avLst/>
            <a:gdLst/>
            <a:ahLst/>
            <a:cxnLst/>
            <a:rect l="l" t="t" r="r" b="b"/>
            <a:pathLst>
              <a:path w="1430654" h="731519">
                <a:moveTo>
                  <a:pt x="1312811" y="731519"/>
                </a:moveTo>
                <a:lnTo>
                  <a:pt x="117271" y="731519"/>
                </a:lnTo>
                <a:lnTo>
                  <a:pt x="91770" y="726439"/>
                </a:lnTo>
                <a:lnTo>
                  <a:pt x="52450" y="706119"/>
                </a:lnTo>
                <a:lnTo>
                  <a:pt x="38252" y="693419"/>
                </a:lnTo>
                <a:lnTo>
                  <a:pt x="33934" y="689609"/>
                </a:lnTo>
                <a:lnTo>
                  <a:pt x="12890" y="657859"/>
                </a:lnTo>
                <a:lnTo>
                  <a:pt x="10274" y="652779"/>
                </a:lnTo>
                <a:lnTo>
                  <a:pt x="673" y="614679"/>
                </a:lnTo>
                <a:lnTo>
                  <a:pt x="0" y="601979"/>
                </a:lnTo>
                <a:lnTo>
                  <a:pt x="0" y="129539"/>
                </a:lnTo>
                <a:lnTo>
                  <a:pt x="132" y="124459"/>
                </a:lnTo>
                <a:lnTo>
                  <a:pt x="165" y="123189"/>
                </a:lnTo>
                <a:lnTo>
                  <a:pt x="673" y="116839"/>
                </a:lnTo>
                <a:lnTo>
                  <a:pt x="1423" y="111067"/>
                </a:lnTo>
                <a:lnTo>
                  <a:pt x="1498" y="110489"/>
                </a:lnTo>
                <a:lnTo>
                  <a:pt x="12890" y="73659"/>
                </a:lnTo>
                <a:lnTo>
                  <a:pt x="15773" y="67309"/>
                </a:lnTo>
                <a:lnTo>
                  <a:pt x="38252" y="38099"/>
                </a:lnTo>
                <a:lnTo>
                  <a:pt x="42786" y="33019"/>
                </a:lnTo>
                <a:lnTo>
                  <a:pt x="79768" y="10159"/>
                </a:lnTo>
                <a:lnTo>
                  <a:pt x="117271" y="0"/>
                </a:lnTo>
                <a:lnTo>
                  <a:pt x="1312811" y="0"/>
                </a:lnTo>
                <a:lnTo>
                  <a:pt x="1350314" y="10159"/>
                </a:lnTo>
                <a:lnTo>
                  <a:pt x="1377619" y="25399"/>
                </a:lnTo>
                <a:lnTo>
                  <a:pt x="114884" y="25399"/>
                </a:lnTo>
                <a:lnTo>
                  <a:pt x="109080" y="26669"/>
                </a:lnTo>
                <a:lnTo>
                  <a:pt x="109702" y="26669"/>
                </a:lnTo>
                <a:lnTo>
                  <a:pt x="104000" y="27939"/>
                </a:lnTo>
                <a:lnTo>
                  <a:pt x="104609" y="27939"/>
                </a:lnTo>
                <a:lnTo>
                  <a:pt x="99009" y="29209"/>
                </a:lnTo>
                <a:lnTo>
                  <a:pt x="99618" y="29209"/>
                </a:lnTo>
                <a:lnTo>
                  <a:pt x="96875" y="30479"/>
                </a:lnTo>
                <a:lnTo>
                  <a:pt x="94729" y="30479"/>
                </a:lnTo>
                <a:lnTo>
                  <a:pt x="89369" y="33019"/>
                </a:lnTo>
                <a:lnTo>
                  <a:pt x="89941" y="33019"/>
                </a:lnTo>
                <a:lnTo>
                  <a:pt x="84721" y="35559"/>
                </a:lnTo>
                <a:lnTo>
                  <a:pt x="85280" y="35559"/>
                </a:lnTo>
                <a:lnTo>
                  <a:pt x="82740" y="36829"/>
                </a:lnTo>
                <a:lnTo>
                  <a:pt x="80733" y="36829"/>
                </a:lnTo>
                <a:lnTo>
                  <a:pt x="77440" y="39369"/>
                </a:lnTo>
                <a:lnTo>
                  <a:pt x="76326" y="39369"/>
                </a:lnTo>
                <a:lnTo>
                  <a:pt x="71539" y="43179"/>
                </a:lnTo>
                <a:lnTo>
                  <a:pt x="72047" y="43179"/>
                </a:lnTo>
                <a:lnTo>
                  <a:pt x="67424" y="45719"/>
                </a:lnTo>
                <a:lnTo>
                  <a:pt x="67906" y="45719"/>
                </a:lnTo>
                <a:lnTo>
                  <a:pt x="64943" y="48259"/>
                </a:lnTo>
                <a:lnTo>
                  <a:pt x="63919" y="48259"/>
                </a:lnTo>
                <a:lnTo>
                  <a:pt x="59651" y="52069"/>
                </a:lnTo>
                <a:lnTo>
                  <a:pt x="60096" y="52069"/>
                </a:lnTo>
                <a:lnTo>
                  <a:pt x="55994" y="55879"/>
                </a:lnTo>
                <a:lnTo>
                  <a:pt x="56426" y="55879"/>
                </a:lnTo>
                <a:lnTo>
                  <a:pt x="53826" y="58419"/>
                </a:lnTo>
                <a:lnTo>
                  <a:pt x="52933" y="58419"/>
                </a:lnTo>
                <a:lnTo>
                  <a:pt x="50152" y="62229"/>
                </a:lnTo>
                <a:lnTo>
                  <a:pt x="49606" y="62229"/>
                </a:lnTo>
                <a:lnTo>
                  <a:pt x="46113" y="67309"/>
                </a:lnTo>
                <a:lnTo>
                  <a:pt x="46481" y="67309"/>
                </a:lnTo>
                <a:lnTo>
                  <a:pt x="43192" y="71119"/>
                </a:lnTo>
                <a:lnTo>
                  <a:pt x="43535" y="71119"/>
                </a:lnTo>
                <a:lnTo>
                  <a:pt x="41230" y="74929"/>
                </a:lnTo>
                <a:lnTo>
                  <a:pt x="40779" y="74929"/>
                </a:lnTo>
                <a:lnTo>
                  <a:pt x="37947" y="80009"/>
                </a:lnTo>
                <a:lnTo>
                  <a:pt x="38239" y="80009"/>
                </a:lnTo>
                <a:lnTo>
                  <a:pt x="36287" y="83819"/>
                </a:lnTo>
                <a:lnTo>
                  <a:pt x="35902" y="83819"/>
                </a:lnTo>
                <a:lnTo>
                  <a:pt x="33540" y="88899"/>
                </a:lnTo>
                <a:lnTo>
                  <a:pt x="33781" y="88899"/>
                </a:lnTo>
                <a:lnTo>
                  <a:pt x="31673" y="93979"/>
                </a:lnTo>
                <a:lnTo>
                  <a:pt x="31889" y="93979"/>
                </a:lnTo>
                <a:lnTo>
                  <a:pt x="30499" y="97789"/>
                </a:lnTo>
                <a:lnTo>
                  <a:pt x="30225" y="97789"/>
                </a:lnTo>
                <a:lnTo>
                  <a:pt x="28956" y="102869"/>
                </a:lnTo>
                <a:lnTo>
                  <a:pt x="28790" y="102869"/>
                </a:lnTo>
                <a:lnTo>
                  <a:pt x="27734" y="107949"/>
                </a:lnTo>
                <a:lnTo>
                  <a:pt x="27597" y="107949"/>
                </a:lnTo>
                <a:lnTo>
                  <a:pt x="26423" y="115193"/>
                </a:lnTo>
                <a:lnTo>
                  <a:pt x="25971" y="119379"/>
                </a:lnTo>
                <a:lnTo>
                  <a:pt x="25657" y="123189"/>
                </a:lnTo>
                <a:lnTo>
                  <a:pt x="25612" y="608329"/>
                </a:lnTo>
                <a:lnTo>
                  <a:pt x="25907" y="612139"/>
                </a:lnTo>
                <a:lnTo>
                  <a:pt x="26343" y="615834"/>
                </a:lnTo>
                <a:lnTo>
                  <a:pt x="26465" y="616584"/>
                </a:lnTo>
                <a:lnTo>
                  <a:pt x="26507" y="617223"/>
                </a:lnTo>
                <a:lnTo>
                  <a:pt x="26771" y="618471"/>
                </a:lnTo>
                <a:lnTo>
                  <a:pt x="27597" y="623569"/>
                </a:lnTo>
                <a:lnTo>
                  <a:pt x="27734" y="623569"/>
                </a:lnTo>
                <a:lnTo>
                  <a:pt x="28790" y="628649"/>
                </a:lnTo>
                <a:lnTo>
                  <a:pt x="28956" y="628649"/>
                </a:lnTo>
                <a:lnTo>
                  <a:pt x="30225" y="633729"/>
                </a:lnTo>
                <a:lnTo>
                  <a:pt x="30499" y="633729"/>
                </a:lnTo>
                <a:lnTo>
                  <a:pt x="31889" y="637539"/>
                </a:lnTo>
                <a:lnTo>
                  <a:pt x="31673" y="637539"/>
                </a:lnTo>
                <a:lnTo>
                  <a:pt x="33781" y="642619"/>
                </a:lnTo>
                <a:lnTo>
                  <a:pt x="33540" y="642619"/>
                </a:lnTo>
                <a:lnTo>
                  <a:pt x="35902" y="647699"/>
                </a:lnTo>
                <a:lnTo>
                  <a:pt x="36287" y="647699"/>
                </a:lnTo>
                <a:lnTo>
                  <a:pt x="38239" y="651509"/>
                </a:lnTo>
                <a:lnTo>
                  <a:pt x="37947" y="651509"/>
                </a:lnTo>
                <a:lnTo>
                  <a:pt x="40779" y="656589"/>
                </a:lnTo>
                <a:lnTo>
                  <a:pt x="41230" y="656589"/>
                </a:lnTo>
                <a:lnTo>
                  <a:pt x="43535" y="660399"/>
                </a:lnTo>
                <a:lnTo>
                  <a:pt x="43192" y="660399"/>
                </a:lnTo>
                <a:lnTo>
                  <a:pt x="46481" y="664209"/>
                </a:lnTo>
                <a:lnTo>
                  <a:pt x="46113" y="664209"/>
                </a:lnTo>
                <a:lnTo>
                  <a:pt x="49606" y="669289"/>
                </a:lnTo>
                <a:lnTo>
                  <a:pt x="50152" y="669289"/>
                </a:lnTo>
                <a:lnTo>
                  <a:pt x="52933" y="673099"/>
                </a:lnTo>
                <a:lnTo>
                  <a:pt x="53826" y="673099"/>
                </a:lnTo>
                <a:lnTo>
                  <a:pt x="56426" y="675639"/>
                </a:lnTo>
                <a:lnTo>
                  <a:pt x="55994" y="675639"/>
                </a:lnTo>
                <a:lnTo>
                  <a:pt x="60096" y="679449"/>
                </a:lnTo>
                <a:lnTo>
                  <a:pt x="59651" y="679449"/>
                </a:lnTo>
                <a:lnTo>
                  <a:pt x="63919" y="683259"/>
                </a:lnTo>
                <a:lnTo>
                  <a:pt x="64943" y="683259"/>
                </a:lnTo>
                <a:lnTo>
                  <a:pt x="67906" y="685799"/>
                </a:lnTo>
                <a:lnTo>
                  <a:pt x="67424" y="685799"/>
                </a:lnTo>
                <a:lnTo>
                  <a:pt x="72047" y="689609"/>
                </a:lnTo>
                <a:lnTo>
                  <a:pt x="73135" y="689609"/>
                </a:lnTo>
                <a:lnTo>
                  <a:pt x="76326" y="692149"/>
                </a:lnTo>
                <a:lnTo>
                  <a:pt x="77440" y="692149"/>
                </a:lnTo>
                <a:lnTo>
                  <a:pt x="80733" y="694689"/>
                </a:lnTo>
                <a:lnTo>
                  <a:pt x="82740" y="694689"/>
                </a:lnTo>
                <a:lnTo>
                  <a:pt x="85280" y="695959"/>
                </a:lnTo>
                <a:lnTo>
                  <a:pt x="84721" y="695959"/>
                </a:lnTo>
                <a:lnTo>
                  <a:pt x="89941" y="698499"/>
                </a:lnTo>
                <a:lnTo>
                  <a:pt x="89369" y="698499"/>
                </a:lnTo>
                <a:lnTo>
                  <a:pt x="94729" y="701039"/>
                </a:lnTo>
                <a:lnTo>
                  <a:pt x="96875" y="701039"/>
                </a:lnTo>
                <a:lnTo>
                  <a:pt x="99618" y="702309"/>
                </a:lnTo>
                <a:lnTo>
                  <a:pt x="99009" y="702309"/>
                </a:lnTo>
                <a:lnTo>
                  <a:pt x="104609" y="703579"/>
                </a:lnTo>
                <a:lnTo>
                  <a:pt x="104000" y="703579"/>
                </a:lnTo>
                <a:lnTo>
                  <a:pt x="109702" y="704849"/>
                </a:lnTo>
                <a:lnTo>
                  <a:pt x="109080" y="704849"/>
                </a:lnTo>
                <a:lnTo>
                  <a:pt x="114884" y="706119"/>
                </a:lnTo>
                <a:lnTo>
                  <a:pt x="1377619" y="706119"/>
                </a:lnTo>
                <a:lnTo>
                  <a:pt x="1372501" y="709929"/>
                </a:lnTo>
                <a:lnTo>
                  <a:pt x="1338300" y="726439"/>
                </a:lnTo>
                <a:lnTo>
                  <a:pt x="1312811" y="731519"/>
                </a:lnTo>
                <a:close/>
              </a:path>
              <a:path w="1430654" h="731519">
                <a:moveTo>
                  <a:pt x="1335938" y="31749"/>
                </a:moveTo>
                <a:lnTo>
                  <a:pt x="1330464" y="29209"/>
                </a:lnTo>
                <a:lnTo>
                  <a:pt x="1331061" y="29209"/>
                </a:lnTo>
                <a:lnTo>
                  <a:pt x="1325460" y="27939"/>
                </a:lnTo>
                <a:lnTo>
                  <a:pt x="1326083" y="27939"/>
                </a:lnTo>
                <a:lnTo>
                  <a:pt x="1320380" y="26669"/>
                </a:lnTo>
                <a:lnTo>
                  <a:pt x="1321003" y="26669"/>
                </a:lnTo>
                <a:lnTo>
                  <a:pt x="1315186" y="25399"/>
                </a:lnTo>
                <a:lnTo>
                  <a:pt x="1377619" y="25399"/>
                </a:lnTo>
                <a:lnTo>
                  <a:pt x="1382547" y="29209"/>
                </a:lnTo>
                <a:lnTo>
                  <a:pt x="1384126" y="30479"/>
                </a:lnTo>
                <a:lnTo>
                  <a:pt x="1335354" y="30479"/>
                </a:lnTo>
                <a:lnTo>
                  <a:pt x="1335938" y="31749"/>
                </a:lnTo>
                <a:close/>
              </a:path>
              <a:path w="1430654" h="731519">
                <a:moveTo>
                  <a:pt x="94132" y="31749"/>
                </a:moveTo>
                <a:lnTo>
                  <a:pt x="94729" y="30479"/>
                </a:lnTo>
                <a:lnTo>
                  <a:pt x="96875" y="30479"/>
                </a:lnTo>
                <a:lnTo>
                  <a:pt x="94132" y="31749"/>
                </a:lnTo>
                <a:close/>
              </a:path>
              <a:path w="1430654" h="731519">
                <a:moveTo>
                  <a:pt x="1349882" y="38099"/>
                </a:moveTo>
                <a:lnTo>
                  <a:pt x="1344790" y="35559"/>
                </a:lnTo>
                <a:lnTo>
                  <a:pt x="1345349" y="35559"/>
                </a:lnTo>
                <a:lnTo>
                  <a:pt x="1340129" y="33019"/>
                </a:lnTo>
                <a:lnTo>
                  <a:pt x="1340700" y="33019"/>
                </a:lnTo>
                <a:lnTo>
                  <a:pt x="1335354" y="30479"/>
                </a:lnTo>
                <a:lnTo>
                  <a:pt x="1384126" y="30479"/>
                </a:lnTo>
                <a:lnTo>
                  <a:pt x="1387284" y="33019"/>
                </a:lnTo>
                <a:lnTo>
                  <a:pt x="1390684" y="36829"/>
                </a:lnTo>
                <a:lnTo>
                  <a:pt x="1349336" y="36829"/>
                </a:lnTo>
                <a:lnTo>
                  <a:pt x="1349882" y="38099"/>
                </a:lnTo>
                <a:close/>
              </a:path>
              <a:path w="1430654" h="731519">
                <a:moveTo>
                  <a:pt x="80200" y="38099"/>
                </a:moveTo>
                <a:lnTo>
                  <a:pt x="80733" y="36829"/>
                </a:lnTo>
                <a:lnTo>
                  <a:pt x="82740" y="36829"/>
                </a:lnTo>
                <a:lnTo>
                  <a:pt x="80200" y="38099"/>
                </a:lnTo>
                <a:close/>
              </a:path>
              <a:path w="1430654" h="731519">
                <a:moveTo>
                  <a:pt x="1354277" y="40639"/>
                </a:moveTo>
                <a:lnTo>
                  <a:pt x="1349336" y="36829"/>
                </a:lnTo>
                <a:lnTo>
                  <a:pt x="1390684" y="36829"/>
                </a:lnTo>
                <a:lnTo>
                  <a:pt x="1391818" y="38099"/>
                </a:lnTo>
                <a:lnTo>
                  <a:pt x="1393261" y="39369"/>
                </a:lnTo>
                <a:lnTo>
                  <a:pt x="1353756" y="39369"/>
                </a:lnTo>
                <a:lnTo>
                  <a:pt x="1354277" y="40639"/>
                </a:lnTo>
                <a:close/>
              </a:path>
              <a:path w="1430654" h="731519">
                <a:moveTo>
                  <a:pt x="75793" y="40639"/>
                </a:moveTo>
                <a:lnTo>
                  <a:pt x="76326" y="39369"/>
                </a:lnTo>
                <a:lnTo>
                  <a:pt x="77440" y="39369"/>
                </a:lnTo>
                <a:lnTo>
                  <a:pt x="75793" y="40639"/>
                </a:lnTo>
                <a:close/>
              </a:path>
              <a:path w="1430654" h="731519">
                <a:moveTo>
                  <a:pt x="1366621" y="49529"/>
                </a:moveTo>
                <a:lnTo>
                  <a:pt x="1362163" y="45719"/>
                </a:lnTo>
                <a:lnTo>
                  <a:pt x="1362646" y="45719"/>
                </a:lnTo>
                <a:lnTo>
                  <a:pt x="1358023" y="43179"/>
                </a:lnTo>
                <a:lnTo>
                  <a:pt x="1358531" y="43179"/>
                </a:lnTo>
                <a:lnTo>
                  <a:pt x="1353756" y="39369"/>
                </a:lnTo>
                <a:lnTo>
                  <a:pt x="1393261" y="39369"/>
                </a:lnTo>
                <a:lnTo>
                  <a:pt x="1396149" y="41909"/>
                </a:lnTo>
                <a:lnTo>
                  <a:pt x="1400251" y="46989"/>
                </a:lnTo>
                <a:lnTo>
                  <a:pt x="1401219" y="48259"/>
                </a:lnTo>
                <a:lnTo>
                  <a:pt x="1366151" y="48259"/>
                </a:lnTo>
                <a:lnTo>
                  <a:pt x="1366621" y="49529"/>
                </a:lnTo>
                <a:close/>
              </a:path>
              <a:path w="1430654" h="731519">
                <a:moveTo>
                  <a:pt x="63461" y="49529"/>
                </a:moveTo>
                <a:lnTo>
                  <a:pt x="63919" y="48259"/>
                </a:lnTo>
                <a:lnTo>
                  <a:pt x="64943" y="48259"/>
                </a:lnTo>
                <a:lnTo>
                  <a:pt x="63461" y="49529"/>
                </a:lnTo>
                <a:close/>
              </a:path>
              <a:path w="1430654" h="731519">
                <a:moveTo>
                  <a:pt x="1377556" y="59689"/>
                </a:moveTo>
                <a:lnTo>
                  <a:pt x="1373644" y="55879"/>
                </a:lnTo>
                <a:lnTo>
                  <a:pt x="1374076" y="55879"/>
                </a:lnTo>
                <a:lnTo>
                  <a:pt x="1369974" y="52069"/>
                </a:lnTo>
                <a:lnTo>
                  <a:pt x="1370431" y="52069"/>
                </a:lnTo>
                <a:lnTo>
                  <a:pt x="1366151" y="48259"/>
                </a:lnTo>
                <a:lnTo>
                  <a:pt x="1401219" y="48259"/>
                </a:lnTo>
                <a:lnTo>
                  <a:pt x="1404124" y="52069"/>
                </a:lnTo>
                <a:lnTo>
                  <a:pt x="1407756" y="57149"/>
                </a:lnTo>
                <a:lnTo>
                  <a:pt x="1408607" y="58419"/>
                </a:lnTo>
                <a:lnTo>
                  <a:pt x="1377137" y="58419"/>
                </a:lnTo>
                <a:lnTo>
                  <a:pt x="1377556" y="59689"/>
                </a:lnTo>
                <a:close/>
              </a:path>
              <a:path w="1430654" h="731519">
                <a:moveTo>
                  <a:pt x="52527" y="59689"/>
                </a:moveTo>
                <a:lnTo>
                  <a:pt x="52933" y="58419"/>
                </a:lnTo>
                <a:lnTo>
                  <a:pt x="53826" y="58419"/>
                </a:lnTo>
                <a:lnTo>
                  <a:pt x="52527" y="59689"/>
                </a:lnTo>
                <a:close/>
              </a:path>
              <a:path w="1430654" h="731519">
                <a:moveTo>
                  <a:pt x="1380845" y="63499"/>
                </a:moveTo>
                <a:lnTo>
                  <a:pt x="1377137" y="58419"/>
                </a:lnTo>
                <a:lnTo>
                  <a:pt x="1408607" y="58419"/>
                </a:lnTo>
                <a:lnTo>
                  <a:pt x="1411160" y="62229"/>
                </a:lnTo>
                <a:lnTo>
                  <a:pt x="1380464" y="62229"/>
                </a:lnTo>
                <a:lnTo>
                  <a:pt x="1380845" y="63499"/>
                </a:lnTo>
                <a:close/>
              </a:path>
              <a:path w="1430654" h="731519">
                <a:moveTo>
                  <a:pt x="49225" y="63499"/>
                </a:moveTo>
                <a:lnTo>
                  <a:pt x="49606" y="62229"/>
                </a:lnTo>
                <a:lnTo>
                  <a:pt x="50152" y="62229"/>
                </a:lnTo>
                <a:lnTo>
                  <a:pt x="49225" y="63499"/>
                </a:lnTo>
                <a:close/>
              </a:path>
              <a:path w="1430654" h="731519">
                <a:moveTo>
                  <a:pt x="1389608" y="76199"/>
                </a:moveTo>
                <a:lnTo>
                  <a:pt x="1386547" y="71119"/>
                </a:lnTo>
                <a:lnTo>
                  <a:pt x="1386890" y="71119"/>
                </a:lnTo>
                <a:lnTo>
                  <a:pt x="1383601" y="67309"/>
                </a:lnTo>
                <a:lnTo>
                  <a:pt x="1383957" y="67309"/>
                </a:lnTo>
                <a:lnTo>
                  <a:pt x="1380464" y="62229"/>
                </a:lnTo>
                <a:lnTo>
                  <a:pt x="1411160" y="62229"/>
                </a:lnTo>
                <a:lnTo>
                  <a:pt x="1414310" y="67309"/>
                </a:lnTo>
                <a:lnTo>
                  <a:pt x="1417192" y="73659"/>
                </a:lnTo>
                <a:lnTo>
                  <a:pt x="1417847" y="74929"/>
                </a:lnTo>
                <a:lnTo>
                  <a:pt x="1389291" y="74929"/>
                </a:lnTo>
                <a:lnTo>
                  <a:pt x="1389608" y="76199"/>
                </a:lnTo>
                <a:close/>
              </a:path>
              <a:path w="1430654" h="731519">
                <a:moveTo>
                  <a:pt x="40462" y="76199"/>
                </a:moveTo>
                <a:lnTo>
                  <a:pt x="40779" y="74929"/>
                </a:lnTo>
                <a:lnTo>
                  <a:pt x="41230" y="74929"/>
                </a:lnTo>
                <a:lnTo>
                  <a:pt x="40462" y="76199"/>
                </a:lnTo>
                <a:close/>
              </a:path>
              <a:path w="1430654" h="731519">
                <a:moveTo>
                  <a:pt x="1394434" y="85089"/>
                </a:moveTo>
                <a:lnTo>
                  <a:pt x="1391831" y="80009"/>
                </a:lnTo>
                <a:lnTo>
                  <a:pt x="1392135" y="80009"/>
                </a:lnTo>
                <a:lnTo>
                  <a:pt x="1389291" y="74929"/>
                </a:lnTo>
                <a:lnTo>
                  <a:pt x="1417847" y="74929"/>
                </a:lnTo>
                <a:lnTo>
                  <a:pt x="1419809" y="78739"/>
                </a:lnTo>
                <a:lnTo>
                  <a:pt x="1421678" y="83819"/>
                </a:lnTo>
                <a:lnTo>
                  <a:pt x="1394167" y="83819"/>
                </a:lnTo>
                <a:lnTo>
                  <a:pt x="1394434" y="85089"/>
                </a:lnTo>
                <a:close/>
              </a:path>
              <a:path w="1430654" h="731519">
                <a:moveTo>
                  <a:pt x="35636" y="85089"/>
                </a:moveTo>
                <a:lnTo>
                  <a:pt x="35902" y="83819"/>
                </a:lnTo>
                <a:lnTo>
                  <a:pt x="36287" y="83819"/>
                </a:lnTo>
                <a:lnTo>
                  <a:pt x="35636" y="85089"/>
                </a:lnTo>
                <a:close/>
              </a:path>
              <a:path w="1430654" h="731519">
                <a:moveTo>
                  <a:pt x="1428109" y="623569"/>
                </a:moveTo>
                <a:lnTo>
                  <a:pt x="1402473" y="623569"/>
                </a:lnTo>
                <a:lnTo>
                  <a:pt x="1403514" y="617223"/>
                </a:lnTo>
                <a:lnTo>
                  <a:pt x="1403619" y="616584"/>
                </a:lnTo>
                <a:lnTo>
                  <a:pt x="1404099" y="612139"/>
                </a:lnTo>
                <a:lnTo>
                  <a:pt x="1404413" y="608329"/>
                </a:lnTo>
                <a:lnTo>
                  <a:pt x="1404458" y="123189"/>
                </a:lnTo>
                <a:lnTo>
                  <a:pt x="1404162" y="119379"/>
                </a:lnTo>
                <a:lnTo>
                  <a:pt x="1403687" y="115349"/>
                </a:lnTo>
                <a:lnTo>
                  <a:pt x="1402473" y="107949"/>
                </a:lnTo>
                <a:lnTo>
                  <a:pt x="1402336" y="107949"/>
                </a:lnTo>
                <a:lnTo>
                  <a:pt x="1401279" y="102869"/>
                </a:lnTo>
                <a:lnTo>
                  <a:pt x="1401127" y="102869"/>
                </a:lnTo>
                <a:lnTo>
                  <a:pt x="1399857" y="97789"/>
                </a:lnTo>
                <a:lnTo>
                  <a:pt x="1399571" y="97789"/>
                </a:lnTo>
                <a:lnTo>
                  <a:pt x="1398181" y="93979"/>
                </a:lnTo>
                <a:lnTo>
                  <a:pt x="1398397" y="93979"/>
                </a:lnTo>
                <a:lnTo>
                  <a:pt x="1396288" y="88899"/>
                </a:lnTo>
                <a:lnTo>
                  <a:pt x="1396530" y="88899"/>
                </a:lnTo>
                <a:lnTo>
                  <a:pt x="1394167" y="83819"/>
                </a:lnTo>
                <a:lnTo>
                  <a:pt x="1421678" y="83819"/>
                </a:lnTo>
                <a:lnTo>
                  <a:pt x="1422145" y="85089"/>
                </a:lnTo>
                <a:lnTo>
                  <a:pt x="1424203" y="91439"/>
                </a:lnTo>
                <a:lnTo>
                  <a:pt x="1425955" y="97789"/>
                </a:lnTo>
                <a:lnTo>
                  <a:pt x="1399857" y="97789"/>
                </a:lnTo>
                <a:lnTo>
                  <a:pt x="1400031" y="99030"/>
                </a:lnTo>
                <a:lnTo>
                  <a:pt x="1426241" y="99030"/>
                </a:lnTo>
                <a:lnTo>
                  <a:pt x="1427124" y="102869"/>
                </a:lnTo>
                <a:lnTo>
                  <a:pt x="1401279" y="102869"/>
                </a:lnTo>
                <a:lnTo>
                  <a:pt x="1401539" y="104117"/>
                </a:lnTo>
                <a:lnTo>
                  <a:pt x="1427411" y="104117"/>
                </a:lnTo>
                <a:lnTo>
                  <a:pt x="1428109" y="107949"/>
                </a:lnTo>
                <a:lnTo>
                  <a:pt x="1402473" y="107949"/>
                </a:lnTo>
                <a:lnTo>
                  <a:pt x="1402679" y="109207"/>
                </a:lnTo>
                <a:lnTo>
                  <a:pt x="1428338" y="109207"/>
                </a:lnTo>
                <a:lnTo>
                  <a:pt x="1428572" y="110489"/>
                </a:lnTo>
                <a:lnTo>
                  <a:pt x="1429397" y="116839"/>
                </a:lnTo>
                <a:lnTo>
                  <a:pt x="1429905" y="123189"/>
                </a:lnTo>
                <a:lnTo>
                  <a:pt x="1430070" y="129539"/>
                </a:lnTo>
                <a:lnTo>
                  <a:pt x="1430070" y="601979"/>
                </a:lnTo>
                <a:lnTo>
                  <a:pt x="1429938" y="607059"/>
                </a:lnTo>
                <a:lnTo>
                  <a:pt x="1429905" y="608329"/>
                </a:lnTo>
                <a:lnTo>
                  <a:pt x="1429397" y="614679"/>
                </a:lnTo>
                <a:lnTo>
                  <a:pt x="1428647" y="620452"/>
                </a:lnTo>
                <a:lnTo>
                  <a:pt x="1428572" y="621029"/>
                </a:lnTo>
                <a:lnTo>
                  <a:pt x="1428109" y="623569"/>
                </a:lnTo>
                <a:close/>
              </a:path>
              <a:path w="1430654" h="731519">
                <a:moveTo>
                  <a:pt x="29632" y="100164"/>
                </a:moveTo>
                <a:lnTo>
                  <a:pt x="30225" y="97789"/>
                </a:lnTo>
                <a:lnTo>
                  <a:pt x="30499" y="97789"/>
                </a:lnTo>
                <a:lnTo>
                  <a:pt x="29632" y="100164"/>
                </a:lnTo>
                <a:close/>
              </a:path>
              <a:path w="1430654" h="731519">
                <a:moveTo>
                  <a:pt x="28644" y="104117"/>
                </a:moveTo>
                <a:lnTo>
                  <a:pt x="28790" y="102869"/>
                </a:lnTo>
                <a:lnTo>
                  <a:pt x="28956" y="102869"/>
                </a:lnTo>
                <a:lnTo>
                  <a:pt x="28644" y="104117"/>
                </a:lnTo>
                <a:close/>
              </a:path>
              <a:path w="1430654" h="731519">
                <a:moveTo>
                  <a:pt x="27472" y="109207"/>
                </a:moveTo>
                <a:lnTo>
                  <a:pt x="27597" y="107949"/>
                </a:lnTo>
                <a:lnTo>
                  <a:pt x="27734" y="107949"/>
                </a:lnTo>
                <a:lnTo>
                  <a:pt x="27472" y="109207"/>
                </a:lnTo>
                <a:close/>
              </a:path>
              <a:path w="1430654" h="731519">
                <a:moveTo>
                  <a:pt x="27734" y="623569"/>
                </a:moveTo>
                <a:lnTo>
                  <a:pt x="27597" y="623569"/>
                </a:lnTo>
                <a:lnTo>
                  <a:pt x="27393" y="622312"/>
                </a:lnTo>
                <a:lnTo>
                  <a:pt x="27734" y="623569"/>
                </a:lnTo>
                <a:close/>
              </a:path>
              <a:path w="1430654" h="731519">
                <a:moveTo>
                  <a:pt x="1427124" y="628649"/>
                </a:moveTo>
                <a:lnTo>
                  <a:pt x="1401279" y="628649"/>
                </a:lnTo>
                <a:lnTo>
                  <a:pt x="1402598" y="622312"/>
                </a:lnTo>
                <a:lnTo>
                  <a:pt x="1402473" y="623569"/>
                </a:lnTo>
                <a:lnTo>
                  <a:pt x="1428109" y="623569"/>
                </a:lnTo>
                <a:lnTo>
                  <a:pt x="1427416" y="627379"/>
                </a:lnTo>
                <a:lnTo>
                  <a:pt x="1427124" y="628649"/>
                </a:lnTo>
                <a:close/>
              </a:path>
              <a:path w="1430654" h="731519">
                <a:moveTo>
                  <a:pt x="28956" y="628649"/>
                </a:moveTo>
                <a:lnTo>
                  <a:pt x="28790" y="628649"/>
                </a:lnTo>
                <a:lnTo>
                  <a:pt x="28526" y="627379"/>
                </a:lnTo>
                <a:lnTo>
                  <a:pt x="28956" y="628649"/>
                </a:lnTo>
                <a:close/>
              </a:path>
              <a:path w="1430654" h="731519">
                <a:moveTo>
                  <a:pt x="1425955" y="633729"/>
                </a:moveTo>
                <a:lnTo>
                  <a:pt x="1399857" y="633729"/>
                </a:lnTo>
                <a:lnTo>
                  <a:pt x="1401444" y="627379"/>
                </a:lnTo>
                <a:lnTo>
                  <a:pt x="1401279" y="628649"/>
                </a:lnTo>
                <a:lnTo>
                  <a:pt x="1427124" y="628649"/>
                </a:lnTo>
                <a:lnTo>
                  <a:pt x="1425955" y="633729"/>
                </a:lnTo>
                <a:close/>
              </a:path>
              <a:path w="1430654" h="731519">
                <a:moveTo>
                  <a:pt x="30499" y="633729"/>
                </a:moveTo>
                <a:lnTo>
                  <a:pt x="30225" y="633729"/>
                </a:lnTo>
                <a:lnTo>
                  <a:pt x="29908" y="632459"/>
                </a:lnTo>
                <a:lnTo>
                  <a:pt x="30499" y="633729"/>
                </a:lnTo>
                <a:close/>
              </a:path>
              <a:path w="1430654" h="731519">
                <a:moveTo>
                  <a:pt x="1421678" y="647699"/>
                </a:moveTo>
                <a:lnTo>
                  <a:pt x="1394167" y="647699"/>
                </a:lnTo>
                <a:lnTo>
                  <a:pt x="1396530" y="642619"/>
                </a:lnTo>
                <a:lnTo>
                  <a:pt x="1396288" y="642619"/>
                </a:lnTo>
                <a:lnTo>
                  <a:pt x="1398397" y="637539"/>
                </a:lnTo>
                <a:lnTo>
                  <a:pt x="1398181" y="637539"/>
                </a:lnTo>
                <a:lnTo>
                  <a:pt x="1400035" y="632459"/>
                </a:lnTo>
                <a:lnTo>
                  <a:pt x="1399857" y="633729"/>
                </a:lnTo>
                <a:lnTo>
                  <a:pt x="1425955" y="633729"/>
                </a:lnTo>
                <a:lnTo>
                  <a:pt x="1424203" y="640079"/>
                </a:lnTo>
                <a:lnTo>
                  <a:pt x="1422145" y="646429"/>
                </a:lnTo>
                <a:lnTo>
                  <a:pt x="1421678" y="647699"/>
                </a:lnTo>
                <a:close/>
              </a:path>
              <a:path w="1430654" h="731519">
                <a:moveTo>
                  <a:pt x="36287" y="647699"/>
                </a:moveTo>
                <a:lnTo>
                  <a:pt x="35902" y="647699"/>
                </a:lnTo>
                <a:lnTo>
                  <a:pt x="35636" y="646429"/>
                </a:lnTo>
                <a:lnTo>
                  <a:pt x="36287" y="647699"/>
                </a:lnTo>
                <a:close/>
              </a:path>
              <a:path w="1430654" h="731519">
                <a:moveTo>
                  <a:pt x="1417847" y="656589"/>
                </a:moveTo>
                <a:lnTo>
                  <a:pt x="1389291" y="656589"/>
                </a:lnTo>
                <a:lnTo>
                  <a:pt x="1392135" y="651509"/>
                </a:lnTo>
                <a:lnTo>
                  <a:pt x="1391831" y="651509"/>
                </a:lnTo>
                <a:lnTo>
                  <a:pt x="1394434" y="646429"/>
                </a:lnTo>
                <a:lnTo>
                  <a:pt x="1394167" y="647699"/>
                </a:lnTo>
                <a:lnTo>
                  <a:pt x="1421678" y="647699"/>
                </a:lnTo>
                <a:lnTo>
                  <a:pt x="1419809" y="652779"/>
                </a:lnTo>
                <a:lnTo>
                  <a:pt x="1417847" y="656589"/>
                </a:lnTo>
                <a:close/>
              </a:path>
              <a:path w="1430654" h="731519">
                <a:moveTo>
                  <a:pt x="41230" y="656589"/>
                </a:moveTo>
                <a:lnTo>
                  <a:pt x="40779" y="656589"/>
                </a:lnTo>
                <a:lnTo>
                  <a:pt x="40462" y="655319"/>
                </a:lnTo>
                <a:lnTo>
                  <a:pt x="41230" y="656589"/>
                </a:lnTo>
                <a:close/>
              </a:path>
              <a:path w="1430654" h="731519">
                <a:moveTo>
                  <a:pt x="1411160" y="669289"/>
                </a:moveTo>
                <a:lnTo>
                  <a:pt x="1380464" y="669289"/>
                </a:lnTo>
                <a:lnTo>
                  <a:pt x="1383957" y="664209"/>
                </a:lnTo>
                <a:lnTo>
                  <a:pt x="1383601" y="664209"/>
                </a:lnTo>
                <a:lnTo>
                  <a:pt x="1386890" y="660399"/>
                </a:lnTo>
                <a:lnTo>
                  <a:pt x="1386547" y="660399"/>
                </a:lnTo>
                <a:lnTo>
                  <a:pt x="1389608" y="655319"/>
                </a:lnTo>
                <a:lnTo>
                  <a:pt x="1389291" y="656589"/>
                </a:lnTo>
                <a:lnTo>
                  <a:pt x="1417847" y="656589"/>
                </a:lnTo>
                <a:lnTo>
                  <a:pt x="1417192" y="657859"/>
                </a:lnTo>
                <a:lnTo>
                  <a:pt x="1414310" y="664209"/>
                </a:lnTo>
                <a:lnTo>
                  <a:pt x="1411160" y="669289"/>
                </a:lnTo>
                <a:close/>
              </a:path>
              <a:path w="1430654" h="731519">
                <a:moveTo>
                  <a:pt x="50152" y="669289"/>
                </a:moveTo>
                <a:lnTo>
                  <a:pt x="49606" y="669289"/>
                </a:lnTo>
                <a:lnTo>
                  <a:pt x="49225" y="668019"/>
                </a:lnTo>
                <a:lnTo>
                  <a:pt x="50152" y="669289"/>
                </a:lnTo>
                <a:close/>
              </a:path>
              <a:path w="1430654" h="731519">
                <a:moveTo>
                  <a:pt x="1408607" y="673099"/>
                </a:moveTo>
                <a:lnTo>
                  <a:pt x="1377137" y="673099"/>
                </a:lnTo>
                <a:lnTo>
                  <a:pt x="1380845" y="668019"/>
                </a:lnTo>
                <a:lnTo>
                  <a:pt x="1380464" y="669289"/>
                </a:lnTo>
                <a:lnTo>
                  <a:pt x="1411160" y="669289"/>
                </a:lnTo>
                <a:lnTo>
                  <a:pt x="1408607" y="673099"/>
                </a:lnTo>
                <a:close/>
              </a:path>
              <a:path w="1430654" h="731519">
                <a:moveTo>
                  <a:pt x="53826" y="673099"/>
                </a:moveTo>
                <a:lnTo>
                  <a:pt x="52933" y="673099"/>
                </a:lnTo>
                <a:lnTo>
                  <a:pt x="52527" y="671829"/>
                </a:lnTo>
                <a:lnTo>
                  <a:pt x="53826" y="673099"/>
                </a:lnTo>
                <a:close/>
              </a:path>
              <a:path w="1430654" h="731519">
                <a:moveTo>
                  <a:pt x="1401219" y="683259"/>
                </a:moveTo>
                <a:lnTo>
                  <a:pt x="1366151" y="683259"/>
                </a:lnTo>
                <a:lnTo>
                  <a:pt x="1370431" y="679449"/>
                </a:lnTo>
                <a:lnTo>
                  <a:pt x="1369974" y="679449"/>
                </a:lnTo>
                <a:lnTo>
                  <a:pt x="1374076" y="675639"/>
                </a:lnTo>
                <a:lnTo>
                  <a:pt x="1373644" y="675639"/>
                </a:lnTo>
                <a:lnTo>
                  <a:pt x="1377556" y="671829"/>
                </a:lnTo>
                <a:lnTo>
                  <a:pt x="1377137" y="673099"/>
                </a:lnTo>
                <a:lnTo>
                  <a:pt x="1408607" y="673099"/>
                </a:lnTo>
                <a:lnTo>
                  <a:pt x="1407756" y="674369"/>
                </a:lnTo>
                <a:lnTo>
                  <a:pt x="1404124" y="679449"/>
                </a:lnTo>
                <a:lnTo>
                  <a:pt x="1401219" y="683259"/>
                </a:lnTo>
                <a:close/>
              </a:path>
              <a:path w="1430654" h="731519">
                <a:moveTo>
                  <a:pt x="64943" y="683259"/>
                </a:moveTo>
                <a:lnTo>
                  <a:pt x="63919" y="683259"/>
                </a:lnTo>
                <a:lnTo>
                  <a:pt x="63461" y="681989"/>
                </a:lnTo>
                <a:lnTo>
                  <a:pt x="64943" y="683259"/>
                </a:lnTo>
                <a:close/>
              </a:path>
              <a:path w="1430654" h="731519">
                <a:moveTo>
                  <a:pt x="1396149" y="689609"/>
                </a:moveTo>
                <a:lnTo>
                  <a:pt x="1358023" y="689609"/>
                </a:lnTo>
                <a:lnTo>
                  <a:pt x="1362646" y="685799"/>
                </a:lnTo>
                <a:lnTo>
                  <a:pt x="1362163" y="685799"/>
                </a:lnTo>
                <a:lnTo>
                  <a:pt x="1366621" y="681989"/>
                </a:lnTo>
                <a:lnTo>
                  <a:pt x="1366151" y="683259"/>
                </a:lnTo>
                <a:lnTo>
                  <a:pt x="1401219" y="683259"/>
                </a:lnTo>
                <a:lnTo>
                  <a:pt x="1400251" y="684529"/>
                </a:lnTo>
                <a:lnTo>
                  <a:pt x="1396149" y="689609"/>
                </a:lnTo>
                <a:close/>
              </a:path>
              <a:path w="1430654" h="731519">
                <a:moveTo>
                  <a:pt x="73135" y="689609"/>
                </a:moveTo>
                <a:lnTo>
                  <a:pt x="72047" y="689609"/>
                </a:lnTo>
                <a:lnTo>
                  <a:pt x="71539" y="688339"/>
                </a:lnTo>
                <a:lnTo>
                  <a:pt x="73135" y="689609"/>
                </a:lnTo>
                <a:close/>
              </a:path>
              <a:path w="1430654" h="731519">
                <a:moveTo>
                  <a:pt x="1393261" y="692149"/>
                </a:moveTo>
                <a:lnTo>
                  <a:pt x="1353756" y="692149"/>
                </a:lnTo>
                <a:lnTo>
                  <a:pt x="1358531" y="688339"/>
                </a:lnTo>
                <a:lnTo>
                  <a:pt x="1358023" y="689609"/>
                </a:lnTo>
                <a:lnTo>
                  <a:pt x="1396149" y="689609"/>
                </a:lnTo>
                <a:lnTo>
                  <a:pt x="1393261" y="692149"/>
                </a:lnTo>
                <a:close/>
              </a:path>
              <a:path w="1430654" h="731519">
                <a:moveTo>
                  <a:pt x="77440" y="692149"/>
                </a:moveTo>
                <a:lnTo>
                  <a:pt x="76326" y="692149"/>
                </a:lnTo>
                <a:lnTo>
                  <a:pt x="75793" y="690879"/>
                </a:lnTo>
                <a:lnTo>
                  <a:pt x="77440" y="692149"/>
                </a:lnTo>
                <a:close/>
              </a:path>
              <a:path w="1430654" h="731519">
                <a:moveTo>
                  <a:pt x="1390684" y="694689"/>
                </a:moveTo>
                <a:lnTo>
                  <a:pt x="1349336" y="694689"/>
                </a:lnTo>
                <a:lnTo>
                  <a:pt x="1354277" y="690879"/>
                </a:lnTo>
                <a:lnTo>
                  <a:pt x="1353756" y="692149"/>
                </a:lnTo>
                <a:lnTo>
                  <a:pt x="1393261" y="692149"/>
                </a:lnTo>
                <a:lnTo>
                  <a:pt x="1391818" y="693419"/>
                </a:lnTo>
                <a:lnTo>
                  <a:pt x="1390684" y="694689"/>
                </a:lnTo>
                <a:close/>
              </a:path>
              <a:path w="1430654" h="731519">
                <a:moveTo>
                  <a:pt x="82740" y="694689"/>
                </a:moveTo>
                <a:lnTo>
                  <a:pt x="80733" y="694689"/>
                </a:lnTo>
                <a:lnTo>
                  <a:pt x="80200" y="693419"/>
                </a:lnTo>
                <a:lnTo>
                  <a:pt x="82740" y="694689"/>
                </a:lnTo>
                <a:close/>
              </a:path>
              <a:path w="1430654" h="731519">
                <a:moveTo>
                  <a:pt x="1384126" y="701039"/>
                </a:moveTo>
                <a:lnTo>
                  <a:pt x="1335354" y="701039"/>
                </a:lnTo>
                <a:lnTo>
                  <a:pt x="1340700" y="698499"/>
                </a:lnTo>
                <a:lnTo>
                  <a:pt x="1340129" y="698499"/>
                </a:lnTo>
                <a:lnTo>
                  <a:pt x="1345349" y="695959"/>
                </a:lnTo>
                <a:lnTo>
                  <a:pt x="1344790" y="695959"/>
                </a:lnTo>
                <a:lnTo>
                  <a:pt x="1349882" y="693419"/>
                </a:lnTo>
                <a:lnTo>
                  <a:pt x="1349336" y="694689"/>
                </a:lnTo>
                <a:lnTo>
                  <a:pt x="1390684" y="694689"/>
                </a:lnTo>
                <a:lnTo>
                  <a:pt x="1387284" y="698499"/>
                </a:lnTo>
                <a:lnTo>
                  <a:pt x="1384126" y="701039"/>
                </a:lnTo>
                <a:close/>
              </a:path>
              <a:path w="1430654" h="731519">
                <a:moveTo>
                  <a:pt x="96875" y="701039"/>
                </a:moveTo>
                <a:lnTo>
                  <a:pt x="94729" y="701039"/>
                </a:lnTo>
                <a:lnTo>
                  <a:pt x="94132" y="699769"/>
                </a:lnTo>
                <a:lnTo>
                  <a:pt x="96875" y="701039"/>
                </a:lnTo>
                <a:close/>
              </a:path>
              <a:path w="1430654" h="731519">
                <a:moveTo>
                  <a:pt x="1377619" y="706119"/>
                </a:moveTo>
                <a:lnTo>
                  <a:pt x="1315186" y="706119"/>
                </a:lnTo>
                <a:lnTo>
                  <a:pt x="1321003" y="704849"/>
                </a:lnTo>
                <a:lnTo>
                  <a:pt x="1320380" y="704849"/>
                </a:lnTo>
                <a:lnTo>
                  <a:pt x="1326083" y="703579"/>
                </a:lnTo>
                <a:lnTo>
                  <a:pt x="1325460" y="703579"/>
                </a:lnTo>
                <a:lnTo>
                  <a:pt x="1331061" y="702309"/>
                </a:lnTo>
                <a:lnTo>
                  <a:pt x="1330464" y="702309"/>
                </a:lnTo>
                <a:lnTo>
                  <a:pt x="1335938" y="699769"/>
                </a:lnTo>
                <a:lnTo>
                  <a:pt x="1335354" y="701039"/>
                </a:lnTo>
                <a:lnTo>
                  <a:pt x="1384126" y="701039"/>
                </a:lnTo>
                <a:lnTo>
                  <a:pt x="1382547" y="702309"/>
                </a:lnTo>
                <a:lnTo>
                  <a:pt x="1377619" y="7061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3" name="object 18">
            <a:extLst>
              <a:ext uri="{FF2B5EF4-FFF2-40B4-BE49-F238E27FC236}">
                <a16:creationId xmlns:a16="http://schemas.microsoft.com/office/drawing/2014/main" id="{1048B87F-672C-4C9F-8B83-FFBA42126AC1}"/>
              </a:ext>
            </a:extLst>
          </p:cNvPr>
          <p:cNvSpPr>
            <a:spLocks noGrp="1"/>
          </p:cNvSpPr>
          <p:nvPr/>
        </p:nvSpPr>
        <p:spPr>
          <a:xfrm>
            <a:off x="3570712" y="2882452"/>
            <a:ext cx="557617" cy="236372"/>
          </a:xfrm>
          <a:prstGeom prst="rect">
            <a:avLst/>
          </a:prstGeom>
        </p:spPr>
        <p:txBody>
          <a:bodyPr vert="horz" wrap="square" lIns="0" tIns="10617" rIns="0" bIns="0">
            <a:spAutoFit/>
          </a:bodyPr>
          <a:lstStyle/>
          <a:p>
            <a:pPr>
              <a:lnSpc>
                <a:spcPct val="100000"/>
              </a:lnSpc>
              <a:spcBef>
                <a:spcPts val="84"/>
              </a:spcBef>
              <a:buNone/>
            </a:pPr>
            <a:r>
              <a:rPr sz="1408" b="1">
                <a:latin typeface="Calibri"/>
                <a:ea typeface="Calibri"/>
                <a:cs typeface="Calibri"/>
              </a:rPr>
              <a:t>App. 2</a:t>
            </a:r>
            <a:endParaRPr sz="1408">
              <a:latin typeface="Calibri"/>
              <a:ea typeface="Calibri"/>
              <a:cs typeface="Calibri"/>
            </a:endParaRPr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C117812C-FC20-4EDA-9A59-FC08616C8A5D}"/>
              </a:ext>
            </a:extLst>
          </p:cNvPr>
          <p:cNvSpPr>
            <a:spLocks noGrp="1"/>
          </p:cNvSpPr>
          <p:nvPr/>
        </p:nvSpPr>
        <p:spPr>
          <a:xfrm>
            <a:off x="1750724" y="3451836"/>
            <a:ext cx="4365399" cy="263754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>
              <a:lnSpc>
                <a:spcPct val="100000"/>
              </a:lnSpc>
              <a:spcBef>
                <a:spcPts val="88"/>
              </a:spcBef>
              <a:buNone/>
            </a:pPr>
            <a:r>
              <a:rPr sz="1584">
                <a:latin typeface="Calibri"/>
                <a:ea typeface="Calibri"/>
                <a:cs typeface="Calibri"/>
              </a:rPr>
              <a:t>Fine-grained (4KB page), Shared and Recoverable</a:t>
            </a: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FD4856D1-2B7E-4DB4-B360-2FE242D0F6E5}"/>
              </a:ext>
            </a:extLst>
          </p:cNvPr>
          <p:cNvSpPr>
            <a:spLocks noGrp="1"/>
          </p:cNvSpPr>
          <p:nvPr/>
        </p:nvSpPr>
        <p:spPr>
          <a:xfrm>
            <a:off x="1760156" y="3767502"/>
            <a:ext cx="4091534" cy="896315"/>
          </a:xfrm>
          <a:custGeom>
            <a:avLst/>
            <a:gdLst/>
            <a:ahLst/>
            <a:cxnLst/>
            <a:rect l="l" t="t" r="r" b="b"/>
            <a:pathLst>
              <a:path w="4649470" h="1018539">
                <a:moveTo>
                  <a:pt x="4649304" y="1018539"/>
                </a:moveTo>
                <a:lnTo>
                  <a:pt x="0" y="1018539"/>
                </a:lnTo>
                <a:lnTo>
                  <a:pt x="0" y="0"/>
                </a:lnTo>
                <a:lnTo>
                  <a:pt x="4649304" y="0"/>
                </a:lnTo>
                <a:lnTo>
                  <a:pt x="4649304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993139"/>
                </a:lnTo>
                <a:lnTo>
                  <a:pt x="12700" y="993139"/>
                </a:lnTo>
                <a:lnTo>
                  <a:pt x="25400" y="1005839"/>
                </a:lnTo>
                <a:lnTo>
                  <a:pt x="4649304" y="1005839"/>
                </a:lnTo>
                <a:lnTo>
                  <a:pt x="4649304" y="1018539"/>
                </a:lnTo>
                <a:close/>
              </a:path>
              <a:path w="4649470" h="1018539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4649470" h="1018539">
                <a:moveTo>
                  <a:pt x="4623904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4623904" y="12700"/>
                </a:lnTo>
                <a:lnTo>
                  <a:pt x="4623904" y="25400"/>
                </a:lnTo>
                <a:close/>
              </a:path>
              <a:path w="4649470" h="1018539">
                <a:moveTo>
                  <a:pt x="4623904" y="1005839"/>
                </a:moveTo>
                <a:lnTo>
                  <a:pt x="4623904" y="12700"/>
                </a:lnTo>
                <a:lnTo>
                  <a:pt x="4636604" y="25400"/>
                </a:lnTo>
                <a:lnTo>
                  <a:pt x="4649304" y="25400"/>
                </a:lnTo>
                <a:lnTo>
                  <a:pt x="4649304" y="993139"/>
                </a:lnTo>
                <a:lnTo>
                  <a:pt x="4636604" y="993139"/>
                </a:lnTo>
                <a:lnTo>
                  <a:pt x="4623904" y="1005839"/>
                </a:lnTo>
                <a:close/>
              </a:path>
              <a:path w="4649470" h="1018539">
                <a:moveTo>
                  <a:pt x="4649304" y="25400"/>
                </a:moveTo>
                <a:lnTo>
                  <a:pt x="4636604" y="25400"/>
                </a:lnTo>
                <a:lnTo>
                  <a:pt x="4623904" y="12700"/>
                </a:lnTo>
                <a:lnTo>
                  <a:pt x="4649304" y="12700"/>
                </a:lnTo>
                <a:lnTo>
                  <a:pt x="4649304" y="25400"/>
                </a:lnTo>
                <a:close/>
              </a:path>
              <a:path w="4649470" h="1018539">
                <a:moveTo>
                  <a:pt x="25400" y="1005839"/>
                </a:moveTo>
                <a:lnTo>
                  <a:pt x="12700" y="993139"/>
                </a:lnTo>
                <a:lnTo>
                  <a:pt x="25400" y="993139"/>
                </a:lnTo>
                <a:lnTo>
                  <a:pt x="25400" y="1005839"/>
                </a:lnTo>
                <a:close/>
              </a:path>
              <a:path w="4649470" h="1018539">
                <a:moveTo>
                  <a:pt x="4623904" y="1005839"/>
                </a:moveTo>
                <a:lnTo>
                  <a:pt x="25400" y="1005839"/>
                </a:lnTo>
                <a:lnTo>
                  <a:pt x="25400" y="993139"/>
                </a:lnTo>
                <a:lnTo>
                  <a:pt x="4623904" y="993139"/>
                </a:lnTo>
                <a:lnTo>
                  <a:pt x="4623904" y="1005839"/>
                </a:lnTo>
                <a:close/>
              </a:path>
              <a:path w="4649470" h="1018539">
                <a:moveTo>
                  <a:pt x="4649304" y="1005839"/>
                </a:moveTo>
                <a:lnTo>
                  <a:pt x="4623904" y="1005839"/>
                </a:lnTo>
                <a:lnTo>
                  <a:pt x="4636604" y="993139"/>
                </a:lnTo>
                <a:lnTo>
                  <a:pt x="4649304" y="993139"/>
                </a:lnTo>
                <a:lnTo>
                  <a:pt x="4649304" y="10058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6" name="object 20">
            <a:extLst>
              <a:ext uri="{FF2B5EF4-FFF2-40B4-BE49-F238E27FC236}">
                <a16:creationId xmlns:a16="http://schemas.microsoft.com/office/drawing/2014/main" id="{D5216611-6898-4AFF-B5F0-28FA40F830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3170817"/>
              </p:ext>
            </p:extLst>
          </p:nvPr>
        </p:nvGraphicFramePr>
        <p:xfrm>
          <a:off x="1947522" y="3872310"/>
          <a:ext cx="3709871" cy="6185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5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5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4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55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55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55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49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554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554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498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185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sz="1848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sz="1848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sz="1848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sz="1848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sz="1848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sz="1848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sz="1848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sz="1848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sz="1848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sz="1848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sz="1848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sz="1848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sz="1848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object 35">
            <a:extLst>
              <a:ext uri="{FF2B5EF4-FFF2-40B4-BE49-F238E27FC236}">
                <a16:creationId xmlns:a16="http://schemas.microsoft.com/office/drawing/2014/main" id="{144DFD45-2F5A-40EC-A83F-2C5E004B5A02}"/>
              </a:ext>
            </a:extLst>
          </p:cNvPr>
          <p:cNvSpPr>
            <a:spLocks noGrp="1"/>
          </p:cNvSpPr>
          <p:nvPr/>
        </p:nvSpPr>
        <p:spPr>
          <a:xfrm>
            <a:off x="6058949" y="2386270"/>
            <a:ext cx="2678887" cy="2324608"/>
          </a:xfrm>
          <a:custGeom>
            <a:avLst/>
            <a:gdLst/>
            <a:ahLst/>
            <a:cxnLst/>
            <a:rect l="l" t="t" r="r" b="b"/>
            <a:pathLst>
              <a:path w="3044190" h="2641600">
                <a:moveTo>
                  <a:pt x="3044025" y="2555570"/>
                </a:moveTo>
                <a:lnTo>
                  <a:pt x="3011373" y="2536520"/>
                </a:lnTo>
                <a:lnTo>
                  <a:pt x="2901340" y="2472347"/>
                </a:lnTo>
                <a:lnTo>
                  <a:pt x="2898330" y="2470962"/>
                </a:lnTo>
                <a:lnTo>
                  <a:pt x="2895168" y="2470112"/>
                </a:lnTo>
                <a:lnTo>
                  <a:pt x="2894901" y="2470112"/>
                </a:lnTo>
                <a:lnTo>
                  <a:pt x="2892006" y="2469845"/>
                </a:lnTo>
                <a:lnTo>
                  <a:pt x="2872879" y="2488806"/>
                </a:lnTo>
                <a:lnTo>
                  <a:pt x="2873146" y="2492108"/>
                </a:lnTo>
                <a:lnTo>
                  <a:pt x="2935757" y="2536520"/>
                </a:lnTo>
                <a:lnTo>
                  <a:pt x="104775" y="2536520"/>
                </a:lnTo>
                <a:lnTo>
                  <a:pt x="104775" y="108292"/>
                </a:lnTo>
                <a:lnTo>
                  <a:pt x="135940" y="161709"/>
                </a:lnTo>
                <a:lnTo>
                  <a:pt x="137756" y="164287"/>
                </a:lnTo>
                <a:lnTo>
                  <a:pt x="140093" y="166649"/>
                </a:lnTo>
                <a:lnTo>
                  <a:pt x="142811" y="168567"/>
                </a:lnTo>
                <a:lnTo>
                  <a:pt x="145821" y="169976"/>
                </a:lnTo>
                <a:lnTo>
                  <a:pt x="149021" y="170853"/>
                </a:lnTo>
                <a:lnTo>
                  <a:pt x="148691" y="170853"/>
                </a:lnTo>
                <a:lnTo>
                  <a:pt x="152488" y="171157"/>
                </a:lnTo>
                <a:lnTo>
                  <a:pt x="155790" y="170853"/>
                </a:lnTo>
                <a:lnTo>
                  <a:pt x="158991" y="169976"/>
                </a:lnTo>
                <a:lnTo>
                  <a:pt x="171450" y="152019"/>
                </a:lnTo>
                <a:lnTo>
                  <a:pt x="171145" y="148717"/>
                </a:lnTo>
                <a:lnTo>
                  <a:pt x="170268" y="145516"/>
                </a:lnTo>
                <a:lnTo>
                  <a:pt x="168859" y="142506"/>
                </a:lnTo>
                <a:lnTo>
                  <a:pt x="107772" y="37807"/>
                </a:lnTo>
                <a:lnTo>
                  <a:pt x="85725" y="0"/>
                </a:lnTo>
                <a:lnTo>
                  <a:pt x="2590" y="142506"/>
                </a:lnTo>
                <a:lnTo>
                  <a:pt x="1181" y="145516"/>
                </a:lnTo>
                <a:lnTo>
                  <a:pt x="304" y="148717"/>
                </a:lnTo>
                <a:lnTo>
                  <a:pt x="0" y="152019"/>
                </a:lnTo>
                <a:lnTo>
                  <a:pt x="279" y="155333"/>
                </a:lnTo>
                <a:lnTo>
                  <a:pt x="18961" y="171157"/>
                </a:lnTo>
                <a:lnTo>
                  <a:pt x="22745" y="170853"/>
                </a:lnTo>
                <a:lnTo>
                  <a:pt x="22415" y="170853"/>
                </a:lnTo>
                <a:lnTo>
                  <a:pt x="25615" y="169976"/>
                </a:lnTo>
                <a:lnTo>
                  <a:pt x="35598" y="161556"/>
                </a:lnTo>
                <a:lnTo>
                  <a:pt x="66675" y="108292"/>
                </a:lnTo>
                <a:lnTo>
                  <a:pt x="66675" y="2568308"/>
                </a:lnTo>
                <a:lnTo>
                  <a:pt x="85725" y="2568308"/>
                </a:lnTo>
                <a:lnTo>
                  <a:pt x="85725" y="2574620"/>
                </a:lnTo>
                <a:lnTo>
                  <a:pt x="2935744" y="2574620"/>
                </a:lnTo>
                <a:lnTo>
                  <a:pt x="2968421" y="2555570"/>
                </a:lnTo>
                <a:lnTo>
                  <a:pt x="2882328" y="2605786"/>
                </a:lnTo>
                <a:lnTo>
                  <a:pt x="2872879" y="2622321"/>
                </a:lnTo>
                <a:lnTo>
                  <a:pt x="2873184" y="2625636"/>
                </a:lnTo>
                <a:lnTo>
                  <a:pt x="2888602" y="2640990"/>
                </a:lnTo>
                <a:lnTo>
                  <a:pt x="2888399" y="2640990"/>
                </a:lnTo>
                <a:lnTo>
                  <a:pt x="2892006" y="2641295"/>
                </a:lnTo>
                <a:lnTo>
                  <a:pt x="2895320" y="2640990"/>
                </a:lnTo>
                <a:lnTo>
                  <a:pt x="2898521" y="2640114"/>
                </a:lnTo>
                <a:lnTo>
                  <a:pt x="2901531" y="2638691"/>
                </a:lnTo>
                <a:lnTo>
                  <a:pt x="3011373" y="2574620"/>
                </a:lnTo>
                <a:lnTo>
                  <a:pt x="3044025" y="2555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18" name="object 38">
            <a:extLst>
              <a:ext uri="{FF2B5EF4-FFF2-40B4-BE49-F238E27FC236}">
                <a16:creationId xmlns:a16="http://schemas.microsoft.com/office/drawing/2014/main" id="{2592F430-8637-4639-A6D4-C6570F793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533" y="2839659"/>
            <a:ext cx="139833" cy="138269"/>
          </a:xfrm>
          <a:prstGeom prst="rect">
            <a:avLst/>
          </a:prstGeom>
        </p:spPr>
      </p:pic>
      <p:pic>
        <p:nvPicPr>
          <p:cNvPr id="19" name="object 39">
            <a:extLst>
              <a:ext uri="{FF2B5EF4-FFF2-40B4-BE49-F238E27FC236}">
                <a16:creationId xmlns:a16="http://schemas.microsoft.com/office/drawing/2014/main" id="{1C984423-7F44-4E24-9BA3-3066D7442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138" y="4301356"/>
            <a:ext cx="138738" cy="138257"/>
          </a:xfrm>
          <a:prstGeom prst="rect">
            <a:avLst/>
          </a:prstGeom>
        </p:spPr>
      </p:pic>
      <p:pic>
        <p:nvPicPr>
          <p:cNvPr id="20" name="object 40">
            <a:extLst>
              <a:ext uri="{FF2B5EF4-FFF2-40B4-BE49-F238E27FC236}">
                <a16:creationId xmlns:a16="http://schemas.microsoft.com/office/drawing/2014/main" id="{B35F356C-BD09-4729-9021-A5DA3DA11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2559" y="3621263"/>
            <a:ext cx="139375" cy="138257"/>
          </a:xfrm>
          <a:prstGeom prst="rect">
            <a:avLst/>
          </a:prstGeom>
        </p:spPr>
      </p:pic>
      <p:sp>
        <p:nvSpPr>
          <p:cNvPr id="21" name="object 41">
            <a:extLst>
              <a:ext uri="{FF2B5EF4-FFF2-40B4-BE49-F238E27FC236}">
                <a16:creationId xmlns:a16="http://schemas.microsoft.com/office/drawing/2014/main" id="{C5E67228-6F13-49B6-8A20-6B824F1B4A24}"/>
              </a:ext>
            </a:extLst>
          </p:cNvPr>
          <p:cNvSpPr>
            <a:spLocks noGrp="1"/>
          </p:cNvSpPr>
          <p:nvPr/>
        </p:nvSpPr>
        <p:spPr>
          <a:xfrm>
            <a:off x="6502568" y="2950056"/>
            <a:ext cx="1738985" cy="1376882"/>
          </a:xfrm>
          <a:custGeom>
            <a:avLst/>
            <a:gdLst/>
            <a:ahLst/>
            <a:cxnLst/>
            <a:rect l="l" t="t" r="r" b="b"/>
            <a:pathLst>
              <a:path w="1976120" h="1564639">
                <a:moveTo>
                  <a:pt x="75819" y="37122"/>
                </a:moveTo>
                <a:lnTo>
                  <a:pt x="9271" y="0"/>
                </a:lnTo>
                <a:lnTo>
                  <a:pt x="0" y="16637"/>
                </a:lnTo>
                <a:lnTo>
                  <a:pt x="66535" y="53759"/>
                </a:lnTo>
                <a:lnTo>
                  <a:pt x="75819" y="37122"/>
                </a:lnTo>
                <a:close/>
              </a:path>
              <a:path w="1976120" h="1564639">
                <a:moveTo>
                  <a:pt x="192265" y="102108"/>
                </a:moveTo>
                <a:lnTo>
                  <a:pt x="125730" y="64973"/>
                </a:lnTo>
                <a:lnTo>
                  <a:pt x="116446" y="81610"/>
                </a:lnTo>
                <a:lnTo>
                  <a:pt x="182981" y="118732"/>
                </a:lnTo>
                <a:lnTo>
                  <a:pt x="192265" y="102108"/>
                </a:lnTo>
                <a:close/>
              </a:path>
              <a:path w="1976120" h="1564639">
                <a:moveTo>
                  <a:pt x="308711" y="167081"/>
                </a:moveTo>
                <a:lnTo>
                  <a:pt x="242176" y="129946"/>
                </a:lnTo>
                <a:lnTo>
                  <a:pt x="232892" y="146583"/>
                </a:lnTo>
                <a:lnTo>
                  <a:pt x="299427" y="183718"/>
                </a:lnTo>
                <a:lnTo>
                  <a:pt x="308711" y="167081"/>
                </a:lnTo>
                <a:close/>
              </a:path>
              <a:path w="1976120" h="1564639">
                <a:moveTo>
                  <a:pt x="425157" y="232054"/>
                </a:moveTo>
                <a:lnTo>
                  <a:pt x="358622" y="194919"/>
                </a:lnTo>
                <a:lnTo>
                  <a:pt x="349326" y="211556"/>
                </a:lnTo>
                <a:lnTo>
                  <a:pt x="415886" y="248691"/>
                </a:lnTo>
                <a:lnTo>
                  <a:pt x="425157" y="232054"/>
                </a:lnTo>
                <a:close/>
              </a:path>
              <a:path w="1976120" h="1564639">
                <a:moveTo>
                  <a:pt x="541616" y="297027"/>
                </a:moveTo>
                <a:lnTo>
                  <a:pt x="475068" y="259905"/>
                </a:lnTo>
                <a:lnTo>
                  <a:pt x="465785" y="276542"/>
                </a:lnTo>
                <a:lnTo>
                  <a:pt x="532333" y="313664"/>
                </a:lnTo>
                <a:lnTo>
                  <a:pt x="541616" y="297027"/>
                </a:lnTo>
                <a:close/>
              </a:path>
              <a:path w="1976120" h="1564639">
                <a:moveTo>
                  <a:pt x="658063" y="362013"/>
                </a:moveTo>
                <a:lnTo>
                  <a:pt x="591515" y="324878"/>
                </a:lnTo>
                <a:lnTo>
                  <a:pt x="582231" y="341515"/>
                </a:lnTo>
                <a:lnTo>
                  <a:pt x="648779" y="378650"/>
                </a:lnTo>
                <a:lnTo>
                  <a:pt x="658063" y="362013"/>
                </a:lnTo>
                <a:close/>
              </a:path>
              <a:path w="1976120" h="1564639">
                <a:moveTo>
                  <a:pt x="774509" y="426986"/>
                </a:moveTo>
                <a:lnTo>
                  <a:pt x="707961" y="389851"/>
                </a:lnTo>
                <a:lnTo>
                  <a:pt x="698690" y="406488"/>
                </a:lnTo>
                <a:lnTo>
                  <a:pt x="765225" y="443623"/>
                </a:lnTo>
                <a:lnTo>
                  <a:pt x="774509" y="426986"/>
                </a:lnTo>
                <a:close/>
              </a:path>
              <a:path w="1976120" h="1564639">
                <a:moveTo>
                  <a:pt x="890955" y="491959"/>
                </a:moveTo>
                <a:lnTo>
                  <a:pt x="824420" y="454837"/>
                </a:lnTo>
                <a:lnTo>
                  <a:pt x="815136" y="471462"/>
                </a:lnTo>
                <a:lnTo>
                  <a:pt x="881672" y="508596"/>
                </a:lnTo>
                <a:lnTo>
                  <a:pt x="890955" y="491959"/>
                </a:lnTo>
                <a:close/>
              </a:path>
              <a:path w="1976120" h="1564639">
                <a:moveTo>
                  <a:pt x="1007402" y="556933"/>
                </a:moveTo>
                <a:lnTo>
                  <a:pt x="940866" y="519811"/>
                </a:lnTo>
                <a:lnTo>
                  <a:pt x="931583" y="536448"/>
                </a:lnTo>
                <a:lnTo>
                  <a:pt x="998118" y="573570"/>
                </a:lnTo>
                <a:lnTo>
                  <a:pt x="1007402" y="556933"/>
                </a:lnTo>
                <a:close/>
              </a:path>
              <a:path w="1976120" h="1564639">
                <a:moveTo>
                  <a:pt x="1123861" y="621919"/>
                </a:moveTo>
                <a:lnTo>
                  <a:pt x="1057313" y="584784"/>
                </a:lnTo>
                <a:lnTo>
                  <a:pt x="1048029" y="601421"/>
                </a:lnTo>
                <a:lnTo>
                  <a:pt x="1114577" y="638556"/>
                </a:lnTo>
                <a:lnTo>
                  <a:pt x="1123861" y="621919"/>
                </a:lnTo>
                <a:close/>
              </a:path>
              <a:path w="1976120" h="1564639">
                <a:moveTo>
                  <a:pt x="1240307" y="686892"/>
                </a:moveTo>
                <a:lnTo>
                  <a:pt x="1173759" y="649757"/>
                </a:lnTo>
                <a:lnTo>
                  <a:pt x="1164475" y="666394"/>
                </a:lnTo>
                <a:lnTo>
                  <a:pt x="1231023" y="703529"/>
                </a:lnTo>
                <a:lnTo>
                  <a:pt x="1240307" y="686892"/>
                </a:lnTo>
                <a:close/>
              </a:path>
              <a:path w="1976120" h="1564639">
                <a:moveTo>
                  <a:pt x="1356753" y="751865"/>
                </a:moveTo>
                <a:lnTo>
                  <a:pt x="1290205" y="714743"/>
                </a:lnTo>
                <a:lnTo>
                  <a:pt x="1280922" y="731380"/>
                </a:lnTo>
                <a:lnTo>
                  <a:pt x="1347470" y="768502"/>
                </a:lnTo>
                <a:lnTo>
                  <a:pt x="1356753" y="751865"/>
                </a:lnTo>
                <a:close/>
              </a:path>
              <a:path w="1976120" h="1564639">
                <a:moveTo>
                  <a:pt x="1560995" y="953757"/>
                </a:moveTo>
                <a:lnTo>
                  <a:pt x="1517662" y="891082"/>
                </a:lnTo>
                <a:lnTo>
                  <a:pt x="1501990" y="901915"/>
                </a:lnTo>
                <a:lnTo>
                  <a:pt x="1545323" y="964590"/>
                </a:lnTo>
                <a:lnTo>
                  <a:pt x="1560995" y="953757"/>
                </a:lnTo>
                <a:close/>
              </a:path>
              <a:path w="1976120" h="1564639">
                <a:moveTo>
                  <a:pt x="1636826" y="1063447"/>
                </a:moveTo>
                <a:lnTo>
                  <a:pt x="1593494" y="1000772"/>
                </a:lnTo>
                <a:lnTo>
                  <a:pt x="1577822" y="1011605"/>
                </a:lnTo>
                <a:lnTo>
                  <a:pt x="1621155" y="1074280"/>
                </a:lnTo>
                <a:lnTo>
                  <a:pt x="1636826" y="1063447"/>
                </a:lnTo>
                <a:close/>
              </a:path>
              <a:path w="1976120" h="1564639">
                <a:moveTo>
                  <a:pt x="1712658" y="1173137"/>
                </a:moveTo>
                <a:lnTo>
                  <a:pt x="1669326" y="1110449"/>
                </a:lnTo>
                <a:lnTo>
                  <a:pt x="1653654" y="1121283"/>
                </a:lnTo>
                <a:lnTo>
                  <a:pt x="1696999" y="1183970"/>
                </a:lnTo>
                <a:lnTo>
                  <a:pt x="1712658" y="1173137"/>
                </a:lnTo>
                <a:close/>
              </a:path>
              <a:path w="1976120" h="1564639">
                <a:moveTo>
                  <a:pt x="1788502" y="1282827"/>
                </a:moveTo>
                <a:lnTo>
                  <a:pt x="1745170" y="1220139"/>
                </a:lnTo>
                <a:lnTo>
                  <a:pt x="1729498" y="1230972"/>
                </a:lnTo>
                <a:lnTo>
                  <a:pt x="1772831" y="1293660"/>
                </a:lnTo>
                <a:lnTo>
                  <a:pt x="1788502" y="1282827"/>
                </a:lnTo>
                <a:close/>
              </a:path>
              <a:path w="1976120" h="1564639">
                <a:moveTo>
                  <a:pt x="1864334" y="1392504"/>
                </a:moveTo>
                <a:lnTo>
                  <a:pt x="1821002" y="1329829"/>
                </a:lnTo>
                <a:lnTo>
                  <a:pt x="1805330" y="1340662"/>
                </a:lnTo>
                <a:lnTo>
                  <a:pt x="1848662" y="1403337"/>
                </a:lnTo>
                <a:lnTo>
                  <a:pt x="1864334" y="1392504"/>
                </a:lnTo>
                <a:close/>
              </a:path>
              <a:path w="1976120" h="1564639">
                <a:moveTo>
                  <a:pt x="1940166" y="1502194"/>
                </a:moveTo>
                <a:lnTo>
                  <a:pt x="1896833" y="1439519"/>
                </a:lnTo>
                <a:lnTo>
                  <a:pt x="1881162" y="1450352"/>
                </a:lnTo>
                <a:lnTo>
                  <a:pt x="1924494" y="1513027"/>
                </a:lnTo>
                <a:lnTo>
                  <a:pt x="1940166" y="1502194"/>
                </a:lnTo>
                <a:close/>
              </a:path>
              <a:path w="1976120" h="1564639">
                <a:moveTo>
                  <a:pt x="1975637" y="1553502"/>
                </a:moveTo>
                <a:lnTo>
                  <a:pt x="1972665" y="1549209"/>
                </a:lnTo>
                <a:lnTo>
                  <a:pt x="1956993" y="1560042"/>
                </a:lnTo>
                <a:lnTo>
                  <a:pt x="1959965" y="1564335"/>
                </a:lnTo>
                <a:lnTo>
                  <a:pt x="1975637" y="15535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pic>
        <p:nvPicPr>
          <p:cNvPr id="22" name="object 42">
            <a:extLst>
              <a:ext uri="{FF2B5EF4-FFF2-40B4-BE49-F238E27FC236}">
                <a16:creationId xmlns:a16="http://schemas.microsoft.com/office/drawing/2014/main" id="{9BD6409D-4915-4D1A-B16A-FDBF66D16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5741" y="2844900"/>
            <a:ext cx="211896" cy="210555"/>
          </a:xfrm>
          <a:prstGeom prst="rect">
            <a:avLst/>
          </a:prstGeom>
        </p:spPr>
      </p:pic>
      <p:sp>
        <p:nvSpPr>
          <p:cNvPr id="23" name="TextBox 52">
            <a:extLst>
              <a:ext uri="{FF2B5EF4-FFF2-40B4-BE49-F238E27FC236}">
                <a16:creationId xmlns:a16="http://schemas.microsoft.com/office/drawing/2014/main" id="{A7099DC3-6FCD-43DB-B680-F219B6589FD0}"/>
              </a:ext>
            </a:extLst>
          </p:cNvPr>
          <p:cNvSpPr>
            <a:spLocks noGrp="1"/>
          </p:cNvSpPr>
          <p:nvPr/>
        </p:nvSpPr>
        <p:spPr>
          <a:xfrm>
            <a:off x="6291443" y="2287665"/>
            <a:ext cx="3118104" cy="32502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2112" dirty="0">
                <a:latin typeface="Calibri"/>
                <a:ea typeface="Calibri"/>
                <a:cs typeface="Calibri"/>
              </a:rPr>
              <a:t>Memory Efficiency</a:t>
            </a:r>
          </a:p>
        </p:txBody>
      </p:sp>
      <p:sp>
        <p:nvSpPr>
          <p:cNvPr id="24" name="object 48">
            <a:extLst>
              <a:ext uri="{FF2B5EF4-FFF2-40B4-BE49-F238E27FC236}">
                <a16:creationId xmlns:a16="http://schemas.microsoft.com/office/drawing/2014/main" id="{5454BEC0-6886-4903-A4F9-2006178324AF}"/>
              </a:ext>
            </a:extLst>
          </p:cNvPr>
          <p:cNvSpPr>
            <a:spLocks noGrp="1"/>
          </p:cNvSpPr>
          <p:nvPr/>
        </p:nvSpPr>
        <p:spPr>
          <a:xfrm>
            <a:off x="4550199" y="2679943"/>
            <a:ext cx="1119835" cy="623620"/>
          </a:xfrm>
          <a:custGeom>
            <a:avLst/>
            <a:gdLst/>
            <a:ahLst/>
            <a:cxnLst/>
            <a:rect l="l" t="t" r="r" b="b"/>
            <a:pathLst>
              <a:path w="1272539" h="708660">
                <a:moveTo>
                  <a:pt x="1155192" y="708659"/>
                </a:moveTo>
                <a:lnTo>
                  <a:pt x="117348" y="708659"/>
                </a:lnTo>
                <a:lnTo>
                  <a:pt x="71692" y="699028"/>
                </a:lnTo>
                <a:lnTo>
                  <a:pt x="34351" y="673536"/>
                </a:lnTo>
                <a:lnTo>
                  <a:pt x="9171" y="635888"/>
                </a:lnTo>
                <a:lnTo>
                  <a:pt x="0" y="589788"/>
                </a:lnTo>
                <a:lnTo>
                  <a:pt x="0" y="118871"/>
                </a:lnTo>
                <a:lnTo>
                  <a:pt x="9171" y="72780"/>
                </a:lnTo>
                <a:lnTo>
                  <a:pt x="34351" y="35137"/>
                </a:lnTo>
                <a:lnTo>
                  <a:pt x="71692" y="9644"/>
                </a:lnTo>
                <a:lnTo>
                  <a:pt x="117348" y="0"/>
                </a:lnTo>
                <a:lnTo>
                  <a:pt x="1155192" y="0"/>
                </a:lnTo>
                <a:lnTo>
                  <a:pt x="1200902" y="9644"/>
                </a:lnTo>
                <a:lnTo>
                  <a:pt x="1238259" y="35137"/>
                </a:lnTo>
                <a:lnTo>
                  <a:pt x="1263419" y="72780"/>
                </a:lnTo>
                <a:lnTo>
                  <a:pt x="1272540" y="118871"/>
                </a:lnTo>
                <a:lnTo>
                  <a:pt x="1272540" y="589788"/>
                </a:lnTo>
                <a:lnTo>
                  <a:pt x="1263419" y="635888"/>
                </a:lnTo>
                <a:lnTo>
                  <a:pt x="1238259" y="673536"/>
                </a:lnTo>
                <a:lnTo>
                  <a:pt x="1200902" y="699028"/>
                </a:lnTo>
                <a:lnTo>
                  <a:pt x="1155192" y="708659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5" name="object 49">
            <a:extLst>
              <a:ext uri="{FF2B5EF4-FFF2-40B4-BE49-F238E27FC236}">
                <a16:creationId xmlns:a16="http://schemas.microsoft.com/office/drawing/2014/main" id="{D2582521-009F-42DC-A40E-AC08429649C2}"/>
              </a:ext>
            </a:extLst>
          </p:cNvPr>
          <p:cNvSpPr>
            <a:spLocks noGrp="1"/>
          </p:cNvSpPr>
          <p:nvPr/>
        </p:nvSpPr>
        <p:spPr>
          <a:xfrm>
            <a:off x="4538889" y="2669336"/>
            <a:ext cx="1142746" cy="644855"/>
          </a:xfrm>
          <a:custGeom>
            <a:avLst/>
            <a:gdLst/>
            <a:ahLst/>
            <a:cxnLst/>
            <a:rect l="l" t="t" r="r" b="b"/>
            <a:pathLst>
              <a:path w="1298575" h="732789">
                <a:moveTo>
                  <a:pt x="1181074" y="731519"/>
                </a:moveTo>
                <a:lnTo>
                  <a:pt x="117271" y="731519"/>
                </a:lnTo>
                <a:lnTo>
                  <a:pt x="91770" y="726439"/>
                </a:lnTo>
                <a:lnTo>
                  <a:pt x="52450" y="706119"/>
                </a:lnTo>
                <a:lnTo>
                  <a:pt x="38252" y="693419"/>
                </a:lnTo>
                <a:lnTo>
                  <a:pt x="33934" y="689610"/>
                </a:lnTo>
                <a:lnTo>
                  <a:pt x="12890" y="657860"/>
                </a:lnTo>
                <a:lnTo>
                  <a:pt x="10274" y="652780"/>
                </a:lnTo>
                <a:lnTo>
                  <a:pt x="673" y="614680"/>
                </a:lnTo>
                <a:lnTo>
                  <a:pt x="0" y="601980"/>
                </a:lnTo>
                <a:lnTo>
                  <a:pt x="0" y="129539"/>
                </a:lnTo>
                <a:lnTo>
                  <a:pt x="5880" y="91439"/>
                </a:lnTo>
                <a:lnTo>
                  <a:pt x="12890" y="73660"/>
                </a:lnTo>
                <a:lnTo>
                  <a:pt x="15773" y="67310"/>
                </a:lnTo>
                <a:lnTo>
                  <a:pt x="38252" y="38100"/>
                </a:lnTo>
                <a:lnTo>
                  <a:pt x="42786" y="33019"/>
                </a:lnTo>
                <a:lnTo>
                  <a:pt x="79768" y="10160"/>
                </a:lnTo>
                <a:lnTo>
                  <a:pt x="117271" y="0"/>
                </a:lnTo>
                <a:lnTo>
                  <a:pt x="1181074" y="0"/>
                </a:lnTo>
                <a:lnTo>
                  <a:pt x="1218577" y="10160"/>
                </a:lnTo>
                <a:lnTo>
                  <a:pt x="1244176" y="24130"/>
                </a:lnTo>
                <a:lnTo>
                  <a:pt x="130924" y="24130"/>
                </a:lnTo>
                <a:lnTo>
                  <a:pt x="124853" y="25400"/>
                </a:lnTo>
                <a:lnTo>
                  <a:pt x="114884" y="25400"/>
                </a:lnTo>
                <a:lnTo>
                  <a:pt x="109080" y="26669"/>
                </a:lnTo>
                <a:lnTo>
                  <a:pt x="109702" y="26669"/>
                </a:lnTo>
                <a:lnTo>
                  <a:pt x="104000" y="27939"/>
                </a:lnTo>
                <a:lnTo>
                  <a:pt x="104609" y="27939"/>
                </a:lnTo>
                <a:lnTo>
                  <a:pt x="99009" y="29210"/>
                </a:lnTo>
                <a:lnTo>
                  <a:pt x="99618" y="29210"/>
                </a:lnTo>
                <a:lnTo>
                  <a:pt x="96875" y="30480"/>
                </a:lnTo>
                <a:lnTo>
                  <a:pt x="94729" y="30480"/>
                </a:lnTo>
                <a:lnTo>
                  <a:pt x="89369" y="33019"/>
                </a:lnTo>
                <a:lnTo>
                  <a:pt x="89941" y="33019"/>
                </a:lnTo>
                <a:lnTo>
                  <a:pt x="84721" y="35560"/>
                </a:lnTo>
                <a:lnTo>
                  <a:pt x="85280" y="35560"/>
                </a:lnTo>
                <a:lnTo>
                  <a:pt x="82740" y="36830"/>
                </a:lnTo>
                <a:lnTo>
                  <a:pt x="80733" y="36830"/>
                </a:lnTo>
                <a:lnTo>
                  <a:pt x="77448" y="39369"/>
                </a:lnTo>
                <a:lnTo>
                  <a:pt x="76327" y="39369"/>
                </a:lnTo>
                <a:lnTo>
                  <a:pt x="71539" y="43180"/>
                </a:lnTo>
                <a:lnTo>
                  <a:pt x="72047" y="43180"/>
                </a:lnTo>
                <a:lnTo>
                  <a:pt x="67424" y="45719"/>
                </a:lnTo>
                <a:lnTo>
                  <a:pt x="67906" y="45719"/>
                </a:lnTo>
                <a:lnTo>
                  <a:pt x="64943" y="48260"/>
                </a:lnTo>
                <a:lnTo>
                  <a:pt x="63931" y="48260"/>
                </a:lnTo>
                <a:lnTo>
                  <a:pt x="59651" y="52069"/>
                </a:lnTo>
                <a:lnTo>
                  <a:pt x="60096" y="52069"/>
                </a:lnTo>
                <a:lnTo>
                  <a:pt x="56007" y="55880"/>
                </a:lnTo>
                <a:lnTo>
                  <a:pt x="56426" y="55880"/>
                </a:lnTo>
                <a:lnTo>
                  <a:pt x="53826" y="58419"/>
                </a:lnTo>
                <a:lnTo>
                  <a:pt x="52933" y="58419"/>
                </a:lnTo>
                <a:lnTo>
                  <a:pt x="50152" y="62230"/>
                </a:lnTo>
                <a:lnTo>
                  <a:pt x="49618" y="62230"/>
                </a:lnTo>
                <a:lnTo>
                  <a:pt x="46113" y="67310"/>
                </a:lnTo>
                <a:lnTo>
                  <a:pt x="46482" y="67310"/>
                </a:lnTo>
                <a:lnTo>
                  <a:pt x="43192" y="71119"/>
                </a:lnTo>
                <a:lnTo>
                  <a:pt x="43535" y="71119"/>
                </a:lnTo>
                <a:lnTo>
                  <a:pt x="41230" y="74930"/>
                </a:lnTo>
                <a:lnTo>
                  <a:pt x="40779" y="74930"/>
                </a:lnTo>
                <a:lnTo>
                  <a:pt x="37947" y="80010"/>
                </a:lnTo>
                <a:lnTo>
                  <a:pt x="38239" y="80010"/>
                </a:lnTo>
                <a:lnTo>
                  <a:pt x="36287" y="83819"/>
                </a:lnTo>
                <a:lnTo>
                  <a:pt x="35902" y="83819"/>
                </a:lnTo>
                <a:lnTo>
                  <a:pt x="33540" y="88900"/>
                </a:lnTo>
                <a:lnTo>
                  <a:pt x="33782" y="88900"/>
                </a:lnTo>
                <a:lnTo>
                  <a:pt x="31673" y="93980"/>
                </a:lnTo>
                <a:lnTo>
                  <a:pt x="31889" y="93980"/>
                </a:lnTo>
                <a:lnTo>
                  <a:pt x="30499" y="97789"/>
                </a:lnTo>
                <a:lnTo>
                  <a:pt x="30225" y="97789"/>
                </a:lnTo>
                <a:lnTo>
                  <a:pt x="28955" y="102869"/>
                </a:lnTo>
                <a:lnTo>
                  <a:pt x="28790" y="102869"/>
                </a:lnTo>
                <a:lnTo>
                  <a:pt x="27734" y="107950"/>
                </a:lnTo>
                <a:lnTo>
                  <a:pt x="27597" y="107950"/>
                </a:lnTo>
                <a:lnTo>
                  <a:pt x="26771" y="113048"/>
                </a:lnTo>
                <a:lnTo>
                  <a:pt x="26521" y="114292"/>
                </a:lnTo>
                <a:lnTo>
                  <a:pt x="25971" y="119380"/>
                </a:lnTo>
                <a:lnTo>
                  <a:pt x="25657" y="123189"/>
                </a:lnTo>
                <a:lnTo>
                  <a:pt x="25552" y="124460"/>
                </a:lnTo>
                <a:lnTo>
                  <a:pt x="25430" y="129539"/>
                </a:lnTo>
                <a:lnTo>
                  <a:pt x="25400" y="601980"/>
                </a:lnTo>
                <a:lnTo>
                  <a:pt x="26423" y="616326"/>
                </a:lnTo>
                <a:lnTo>
                  <a:pt x="26508" y="617225"/>
                </a:lnTo>
                <a:lnTo>
                  <a:pt x="26771" y="618471"/>
                </a:lnTo>
                <a:lnTo>
                  <a:pt x="27597" y="623569"/>
                </a:lnTo>
                <a:lnTo>
                  <a:pt x="27734" y="623569"/>
                </a:lnTo>
                <a:lnTo>
                  <a:pt x="28790" y="628650"/>
                </a:lnTo>
                <a:lnTo>
                  <a:pt x="28956" y="628650"/>
                </a:lnTo>
                <a:lnTo>
                  <a:pt x="30225" y="633730"/>
                </a:lnTo>
                <a:lnTo>
                  <a:pt x="30499" y="633730"/>
                </a:lnTo>
                <a:lnTo>
                  <a:pt x="31889" y="637539"/>
                </a:lnTo>
                <a:lnTo>
                  <a:pt x="31673" y="637539"/>
                </a:lnTo>
                <a:lnTo>
                  <a:pt x="33782" y="642619"/>
                </a:lnTo>
                <a:lnTo>
                  <a:pt x="33540" y="642619"/>
                </a:lnTo>
                <a:lnTo>
                  <a:pt x="35902" y="647700"/>
                </a:lnTo>
                <a:lnTo>
                  <a:pt x="36287" y="647700"/>
                </a:lnTo>
                <a:lnTo>
                  <a:pt x="38239" y="651510"/>
                </a:lnTo>
                <a:lnTo>
                  <a:pt x="37947" y="651510"/>
                </a:lnTo>
                <a:lnTo>
                  <a:pt x="40779" y="656589"/>
                </a:lnTo>
                <a:lnTo>
                  <a:pt x="41230" y="656589"/>
                </a:lnTo>
                <a:lnTo>
                  <a:pt x="43535" y="660400"/>
                </a:lnTo>
                <a:lnTo>
                  <a:pt x="43192" y="660400"/>
                </a:lnTo>
                <a:lnTo>
                  <a:pt x="46482" y="664210"/>
                </a:lnTo>
                <a:lnTo>
                  <a:pt x="46113" y="664210"/>
                </a:lnTo>
                <a:lnTo>
                  <a:pt x="49618" y="669289"/>
                </a:lnTo>
                <a:lnTo>
                  <a:pt x="50152" y="669289"/>
                </a:lnTo>
                <a:lnTo>
                  <a:pt x="52933" y="673100"/>
                </a:lnTo>
                <a:lnTo>
                  <a:pt x="53826" y="673100"/>
                </a:lnTo>
                <a:lnTo>
                  <a:pt x="56426" y="675639"/>
                </a:lnTo>
                <a:lnTo>
                  <a:pt x="56007" y="675639"/>
                </a:lnTo>
                <a:lnTo>
                  <a:pt x="60096" y="679450"/>
                </a:lnTo>
                <a:lnTo>
                  <a:pt x="59651" y="679450"/>
                </a:lnTo>
                <a:lnTo>
                  <a:pt x="63931" y="683260"/>
                </a:lnTo>
                <a:lnTo>
                  <a:pt x="64943" y="683260"/>
                </a:lnTo>
                <a:lnTo>
                  <a:pt x="67906" y="685800"/>
                </a:lnTo>
                <a:lnTo>
                  <a:pt x="67424" y="685800"/>
                </a:lnTo>
                <a:lnTo>
                  <a:pt x="72047" y="688339"/>
                </a:lnTo>
                <a:lnTo>
                  <a:pt x="71539" y="688339"/>
                </a:lnTo>
                <a:lnTo>
                  <a:pt x="76327" y="692150"/>
                </a:lnTo>
                <a:lnTo>
                  <a:pt x="77448" y="692150"/>
                </a:lnTo>
                <a:lnTo>
                  <a:pt x="80733" y="694689"/>
                </a:lnTo>
                <a:lnTo>
                  <a:pt x="82740" y="694689"/>
                </a:lnTo>
                <a:lnTo>
                  <a:pt x="85280" y="695960"/>
                </a:lnTo>
                <a:lnTo>
                  <a:pt x="84721" y="695960"/>
                </a:lnTo>
                <a:lnTo>
                  <a:pt x="89941" y="698500"/>
                </a:lnTo>
                <a:lnTo>
                  <a:pt x="89369" y="698500"/>
                </a:lnTo>
                <a:lnTo>
                  <a:pt x="94729" y="701039"/>
                </a:lnTo>
                <a:lnTo>
                  <a:pt x="96875" y="701039"/>
                </a:lnTo>
                <a:lnTo>
                  <a:pt x="99618" y="702310"/>
                </a:lnTo>
                <a:lnTo>
                  <a:pt x="99009" y="702310"/>
                </a:lnTo>
                <a:lnTo>
                  <a:pt x="104609" y="703580"/>
                </a:lnTo>
                <a:lnTo>
                  <a:pt x="104000" y="703580"/>
                </a:lnTo>
                <a:lnTo>
                  <a:pt x="109702" y="704850"/>
                </a:lnTo>
                <a:lnTo>
                  <a:pt x="109080" y="704850"/>
                </a:lnTo>
                <a:lnTo>
                  <a:pt x="114884" y="706119"/>
                </a:lnTo>
                <a:lnTo>
                  <a:pt x="124853" y="706119"/>
                </a:lnTo>
                <a:lnTo>
                  <a:pt x="130924" y="707389"/>
                </a:lnTo>
                <a:lnTo>
                  <a:pt x="1244176" y="707389"/>
                </a:lnTo>
                <a:lnTo>
                  <a:pt x="1206563" y="726439"/>
                </a:lnTo>
                <a:lnTo>
                  <a:pt x="1181074" y="731519"/>
                </a:lnTo>
                <a:close/>
              </a:path>
              <a:path w="1298575" h="732789">
                <a:moveTo>
                  <a:pt x="1167726" y="25400"/>
                </a:moveTo>
                <a:lnTo>
                  <a:pt x="130606" y="25400"/>
                </a:lnTo>
                <a:lnTo>
                  <a:pt x="130924" y="24130"/>
                </a:lnTo>
                <a:lnTo>
                  <a:pt x="1167409" y="24130"/>
                </a:lnTo>
                <a:lnTo>
                  <a:pt x="1167726" y="25400"/>
                </a:lnTo>
                <a:close/>
              </a:path>
              <a:path w="1298575" h="732789">
                <a:moveTo>
                  <a:pt x="1204201" y="31750"/>
                </a:moveTo>
                <a:lnTo>
                  <a:pt x="1198727" y="29210"/>
                </a:lnTo>
                <a:lnTo>
                  <a:pt x="1199324" y="29210"/>
                </a:lnTo>
                <a:lnTo>
                  <a:pt x="1193723" y="27939"/>
                </a:lnTo>
                <a:lnTo>
                  <a:pt x="1194346" y="27939"/>
                </a:lnTo>
                <a:lnTo>
                  <a:pt x="1188631" y="26669"/>
                </a:lnTo>
                <a:lnTo>
                  <a:pt x="1189266" y="26669"/>
                </a:lnTo>
                <a:lnTo>
                  <a:pt x="1183449" y="25400"/>
                </a:lnTo>
                <a:lnTo>
                  <a:pt x="1173480" y="25400"/>
                </a:lnTo>
                <a:lnTo>
                  <a:pt x="1167409" y="24130"/>
                </a:lnTo>
                <a:lnTo>
                  <a:pt x="1244176" y="24130"/>
                </a:lnTo>
                <a:lnTo>
                  <a:pt x="1245882" y="25400"/>
                </a:lnTo>
                <a:lnTo>
                  <a:pt x="1250810" y="29210"/>
                </a:lnTo>
                <a:lnTo>
                  <a:pt x="1252389" y="30480"/>
                </a:lnTo>
                <a:lnTo>
                  <a:pt x="1203617" y="30480"/>
                </a:lnTo>
                <a:lnTo>
                  <a:pt x="1204201" y="31750"/>
                </a:lnTo>
                <a:close/>
              </a:path>
              <a:path w="1298575" h="732789">
                <a:moveTo>
                  <a:pt x="94132" y="31750"/>
                </a:moveTo>
                <a:lnTo>
                  <a:pt x="94729" y="30480"/>
                </a:lnTo>
                <a:lnTo>
                  <a:pt x="96875" y="30480"/>
                </a:lnTo>
                <a:lnTo>
                  <a:pt x="94132" y="31750"/>
                </a:lnTo>
                <a:close/>
              </a:path>
              <a:path w="1298575" h="732789">
                <a:moveTo>
                  <a:pt x="1218145" y="38100"/>
                </a:moveTo>
                <a:lnTo>
                  <a:pt x="1213053" y="35560"/>
                </a:lnTo>
                <a:lnTo>
                  <a:pt x="1213612" y="35560"/>
                </a:lnTo>
                <a:lnTo>
                  <a:pt x="1208392" y="33019"/>
                </a:lnTo>
                <a:lnTo>
                  <a:pt x="1208963" y="33019"/>
                </a:lnTo>
                <a:lnTo>
                  <a:pt x="1203617" y="30480"/>
                </a:lnTo>
                <a:lnTo>
                  <a:pt x="1252389" y="30480"/>
                </a:lnTo>
                <a:lnTo>
                  <a:pt x="1255547" y="33019"/>
                </a:lnTo>
                <a:lnTo>
                  <a:pt x="1258947" y="36830"/>
                </a:lnTo>
                <a:lnTo>
                  <a:pt x="1217599" y="36830"/>
                </a:lnTo>
                <a:lnTo>
                  <a:pt x="1218145" y="38100"/>
                </a:lnTo>
                <a:close/>
              </a:path>
              <a:path w="1298575" h="732789">
                <a:moveTo>
                  <a:pt x="80200" y="38100"/>
                </a:moveTo>
                <a:lnTo>
                  <a:pt x="80733" y="36830"/>
                </a:lnTo>
                <a:lnTo>
                  <a:pt x="82740" y="36830"/>
                </a:lnTo>
                <a:lnTo>
                  <a:pt x="80200" y="38100"/>
                </a:lnTo>
                <a:close/>
              </a:path>
              <a:path w="1298575" h="732789">
                <a:moveTo>
                  <a:pt x="1222540" y="40639"/>
                </a:moveTo>
                <a:lnTo>
                  <a:pt x="1217599" y="36830"/>
                </a:lnTo>
                <a:lnTo>
                  <a:pt x="1258947" y="36830"/>
                </a:lnTo>
                <a:lnTo>
                  <a:pt x="1260081" y="38100"/>
                </a:lnTo>
                <a:lnTo>
                  <a:pt x="1261520" y="39369"/>
                </a:lnTo>
                <a:lnTo>
                  <a:pt x="1222006" y="39369"/>
                </a:lnTo>
                <a:lnTo>
                  <a:pt x="1222540" y="40639"/>
                </a:lnTo>
                <a:close/>
              </a:path>
              <a:path w="1298575" h="732789">
                <a:moveTo>
                  <a:pt x="75806" y="40639"/>
                </a:moveTo>
                <a:lnTo>
                  <a:pt x="76327" y="39369"/>
                </a:lnTo>
                <a:lnTo>
                  <a:pt x="77448" y="39369"/>
                </a:lnTo>
                <a:lnTo>
                  <a:pt x="75806" y="40639"/>
                </a:lnTo>
                <a:close/>
              </a:path>
              <a:path w="1298575" h="732789">
                <a:moveTo>
                  <a:pt x="1234884" y="49530"/>
                </a:moveTo>
                <a:lnTo>
                  <a:pt x="1230426" y="45719"/>
                </a:lnTo>
                <a:lnTo>
                  <a:pt x="1230909" y="45719"/>
                </a:lnTo>
                <a:lnTo>
                  <a:pt x="1226286" y="43180"/>
                </a:lnTo>
                <a:lnTo>
                  <a:pt x="1226794" y="43180"/>
                </a:lnTo>
                <a:lnTo>
                  <a:pt x="1222006" y="39369"/>
                </a:lnTo>
                <a:lnTo>
                  <a:pt x="1261520" y="39369"/>
                </a:lnTo>
                <a:lnTo>
                  <a:pt x="1264399" y="41910"/>
                </a:lnTo>
                <a:lnTo>
                  <a:pt x="1268514" y="46989"/>
                </a:lnTo>
                <a:lnTo>
                  <a:pt x="1269482" y="48260"/>
                </a:lnTo>
                <a:lnTo>
                  <a:pt x="1234414" y="48260"/>
                </a:lnTo>
                <a:lnTo>
                  <a:pt x="1234884" y="49530"/>
                </a:lnTo>
                <a:close/>
              </a:path>
              <a:path w="1298575" h="732789">
                <a:moveTo>
                  <a:pt x="63461" y="49530"/>
                </a:moveTo>
                <a:lnTo>
                  <a:pt x="63931" y="48260"/>
                </a:lnTo>
                <a:lnTo>
                  <a:pt x="64943" y="48260"/>
                </a:lnTo>
                <a:lnTo>
                  <a:pt x="63461" y="49530"/>
                </a:lnTo>
                <a:close/>
              </a:path>
              <a:path w="1298575" h="732789">
                <a:moveTo>
                  <a:pt x="1245806" y="59689"/>
                </a:moveTo>
                <a:lnTo>
                  <a:pt x="1241907" y="55880"/>
                </a:lnTo>
                <a:lnTo>
                  <a:pt x="1242339" y="55880"/>
                </a:lnTo>
                <a:lnTo>
                  <a:pt x="1238237" y="52069"/>
                </a:lnTo>
                <a:lnTo>
                  <a:pt x="1238694" y="52069"/>
                </a:lnTo>
                <a:lnTo>
                  <a:pt x="1234414" y="48260"/>
                </a:lnTo>
                <a:lnTo>
                  <a:pt x="1269482" y="48260"/>
                </a:lnTo>
                <a:lnTo>
                  <a:pt x="1272387" y="52069"/>
                </a:lnTo>
                <a:lnTo>
                  <a:pt x="1276019" y="57150"/>
                </a:lnTo>
                <a:lnTo>
                  <a:pt x="1276870" y="58419"/>
                </a:lnTo>
                <a:lnTo>
                  <a:pt x="1245400" y="58419"/>
                </a:lnTo>
                <a:lnTo>
                  <a:pt x="1245806" y="59689"/>
                </a:lnTo>
                <a:close/>
              </a:path>
              <a:path w="1298575" h="732789">
                <a:moveTo>
                  <a:pt x="52527" y="59689"/>
                </a:moveTo>
                <a:lnTo>
                  <a:pt x="52933" y="58419"/>
                </a:lnTo>
                <a:lnTo>
                  <a:pt x="53826" y="58419"/>
                </a:lnTo>
                <a:lnTo>
                  <a:pt x="52527" y="59689"/>
                </a:lnTo>
                <a:close/>
              </a:path>
              <a:path w="1298575" h="732789">
                <a:moveTo>
                  <a:pt x="1249108" y="63500"/>
                </a:moveTo>
                <a:lnTo>
                  <a:pt x="1245400" y="58419"/>
                </a:lnTo>
                <a:lnTo>
                  <a:pt x="1276870" y="58419"/>
                </a:lnTo>
                <a:lnTo>
                  <a:pt x="1279423" y="62230"/>
                </a:lnTo>
                <a:lnTo>
                  <a:pt x="1248727" y="62230"/>
                </a:lnTo>
                <a:lnTo>
                  <a:pt x="1249108" y="63500"/>
                </a:lnTo>
                <a:close/>
              </a:path>
              <a:path w="1298575" h="732789">
                <a:moveTo>
                  <a:pt x="49225" y="63500"/>
                </a:moveTo>
                <a:lnTo>
                  <a:pt x="49618" y="62230"/>
                </a:lnTo>
                <a:lnTo>
                  <a:pt x="50152" y="62230"/>
                </a:lnTo>
                <a:lnTo>
                  <a:pt x="49225" y="63500"/>
                </a:lnTo>
                <a:close/>
              </a:path>
              <a:path w="1298575" h="732789">
                <a:moveTo>
                  <a:pt x="1257871" y="76200"/>
                </a:moveTo>
                <a:lnTo>
                  <a:pt x="1254810" y="71119"/>
                </a:lnTo>
                <a:lnTo>
                  <a:pt x="1255141" y="71119"/>
                </a:lnTo>
                <a:lnTo>
                  <a:pt x="1251864" y="67310"/>
                </a:lnTo>
                <a:lnTo>
                  <a:pt x="1252220" y="67310"/>
                </a:lnTo>
                <a:lnTo>
                  <a:pt x="1248727" y="62230"/>
                </a:lnTo>
                <a:lnTo>
                  <a:pt x="1279423" y="62230"/>
                </a:lnTo>
                <a:lnTo>
                  <a:pt x="1282560" y="67310"/>
                </a:lnTo>
                <a:lnTo>
                  <a:pt x="1285455" y="73660"/>
                </a:lnTo>
                <a:lnTo>
                  <a:pt x="1286109" y="74930"/>
                </a:lnTo>
                <a:lnTo>
                  <a:pt x="1257554" y="74930"/>
                </a:lnTo>
                <a:lnTo>
                  <a:pt x="1257871" y="76200"/>
                </a:lnTo>
                <a:close/>
              </a:path>
              <a:path w="1298575" h="732789">
                <a:moveTo>
                  <a:pt x="40462" y="76200"/>
                </a:moveTo>
                <a:lnTo>
                  <a:pt x="40779" y="74930"/>
                </a:lnTo>
                <a:lnTo>
                  <a:pt x="41230" y="74930"/>
                </a:lnTo>
                <a:lnTo>
                  <a:pt x="40462" y="76200"/>
                </a:lnTo>
                <a:close/>
              </a:path>
              <a:path w="1298575" h="732789">
                <a:moveTo>
                  <a:pt x="1262697" y="85089"/>
                </a:moveTo>
                <a:lnTo>
                  <a:pt x="1260094" y="80010"/>
                </a:lnTo>
                <a:lnTo>
                  <a:pt x="1260398" y="80010"/>
                </a:lnTo>
                <a:lnTo>
                  <a:pt x="1257554" y="74930"/>
                </a:lnTo>
                <a:lnTo>
                  <a:pt x="1286109" y="74930"/>
                </a:lnTo>
                <a:lnTo>
                  <a:pt x="1288072" y="78739"/>
                </a:lnTo>
                <a:lnTo>
                  <a:pt x="1289941" y="83819"/>
                </a:lnTo>
                <a:lnTo>
                  <a:pt x="1262430" y="83819"/>
                </a:lnTo>
                <a:lnTo>
                  <a:pt x="1262697" y="85089"/>
                </a:lnTo>
                <a:close/>
              </a:path>
              <a:path w="1298575" h="732789">
                <a:moveTo>
                  <a:pt x="35636" y="85089"/>
                </a:moveTo>
                <a:lnTo>
                  <a:pt x="35902" y="83819"/>
                </a:lnTo>
                <a:lnTo>
                  <a:pt x="36287" y="83819"/>
                </a:lnTo>
                <a:lnTo>
                  <a:pt x="35636" y="85089"/>
                </a:lnTo>
                <a:close/>
              </a:path>
              <a:path w="1298575" h="732789">
                <a:moveTo>
                  <a:pt x="1296372" y="623569"/>
                </a:moveTo>
                <a:lnTo>
                  <a:pt x="1270736" y="623569"/>
                </a:lnTo>
                <a:lnTo>
                  <a:pt x="1271127" y="621030"/>
                </a:lnTo>
                <a:lnTo>
                  <a:pt x="1271219" y="620588"/>
                </a:lnTo>
                <a:lnTo>
                  <a:pt x="1271910" y="616326"/>
                </a:lnTo>
                <a:lnTo>
                  <a:pt x="1272362" y="612139"/>
                </a:lnTo>
                <a:lnTo>
                  <a:pt x="1272676" y="608330"/>
                </a:lnTo>
                <a:lnTo>
                  <a:pt x="1272720" y="123189"/>
                </a:lnTo>
                <a:lnTo>
                  <a:pt x="1272425" y="119380"/>
                </a:lnTo>
                <a:lnTo>
                  <a:pt x="1271989" y="115685"/>
                </a:lnTo>
                <a:lnTo>
                  <a:pt x="1271931" y="115193"/>
                </a:lnTo>
                <a:lnTo>
                  <a:pt x="1271764" y="114292"/>
                </a:lnTo>
                <a:lnTo>
                  <a:pt x="1270736" y="107950"/>
                </a:lnTo>
                <a:lnTo>
                  <a:pt x="1270599" y="107950"/>
                </a:lnTo>
                <a:lnTo>
                  <a:pt x="1269542" y="102869"/>
                </a:lnTo>
                <a:lnTo>
                  <a:pt x="1269390" y="102869"/>
                </a:lnTo>
                <a:lnTo>
                  <a:pt x="1268120" y="97789"/>
                </a:lnTo>
                <a:lnTo>
                  <a:pt x="1267834" y="97789"/>
                </a:lnTo>
                <a:lnTo>
                  <a:pt x="1266444" y="93980"/>
                </a:lnTo>
                <a:lnTo>
                  <a:pt x="1266659" y="93980"/>
                </a:lnTo>
                <a:lnTo>
                  <a:pt x="1264551" y="88900"/>
                </a:lnTo>
                <a:lnTo>
                  <a:pt x="1264793" y="88900"/>
                </a:lnTo>
                <a:lnTo>
                  <a:pt x="1262430" y="83819"/>
                </a:lnTo>
                <a:lnTo>
                  <a:pt x="1289941" y="83819"/>
                </a:lnTo>
                <a:lnTo>
                  <a:pt x="1290408" y="85089"/>
                </a:lnTo>
                <a:lnTo>
                  <a:pt x="1292466" y="91439"/>
                </a:lnTo>
                <a:lnTo>
                  <a:pt x="1294218" y="97789"/>
                </a:lnTo>
                <a:lnTo>
                  <a:pt x="1268120" y="97789"/>
                </a:lnTo>
                <a:lnTo>
                  <a:pt x="1268294" y="99030"/>
                </a:lnTo>
                <a:lnTo>
                  <a:pt x="1294504" y="99030"/>
                </a:lnTo>
                <a:lnTo>
                  <a:pt x="1295387" y="102869"/>
                </a:lnTo>
                <a:lnTo>
                  <a:pt x="1269542" y="102869"/>
                </a:lnTo>
                <a:lnTo>
                  <a:pt x="1269802" y="104117"/>
                </a:lnTo>
                <a:lnTo>
                  <a:pt x="1295674" y="104117"/>
                </a:lnTo>
                <a:lnTo>
                  <a:pt x="1296372" y="107950"/>
                </a:lnTo>
                <a:lnTo>
                  <a:pt x="1270736" y="107950"/>
                </a:lnTo>
                <a:lnTo>
                  <a:pt x="1270940" y="109207"/>
                </a:lnTo>
                <a:lnTo>
                  <a:pt x="1296601" y="109207"/>
                </a:lnTo>
                <a:lnTo>
                  <a:pt x="1296835" y="110489"/>
                </a:lnTo>
                <a:lnTo>
                  <a:pt x="1297660" y="116839"/>
                </a:lnTo>
                <a:lnTo>
                  <a:pt x="1298168" y="123189"/>
                </a:lnTo>
                <a:lnTo>
                  <a:pt x="1298333" y="129539"/>
                </a:lnTo>
                <a:lnTo>
                  <a:pt x="1298333" y="601980"/>
                </a:lnTo>
                <a:lnTo>
                  <a:pt x="1298201" y="607060"/>
                </a:lnTo>
                <a:lnTo>
                  <a:pt x="1298168" y="608330"/>
                </a:lnTo>
                <a:lnTo>
                  <a:pt x="1297660" y="614680"/>
                </a:lnTo>
                <a:lnTo>
                  <a:pt x="1296892" y="620588"/>
                </a:lnTo>
                <a:lnTo>
                  <a:pt x="1296835" y="621030"/>
                </a:lnTo>
                <a:lnTo>
                  <a:pt x="1296372" y="623569"/>
                </a:lnTo>
                <a:close/>
              </a:path>
              <a:path w="1298575" h="732789">
                <a:moveTo>
                  <a:pt x="29632" y="100164"/>
                </a:moveTo>
                <a:lnTo>
                  <a:pt x="30225" y="97789"/>
                </a:lnTo>
                <a:lnTo>
                  <a:pt x="30499" y="97789"/>
                </a:lnTo>
                <a:lnTo>
                  <a:pt x="29632" y="100164"/>
                </a:lnTo>
                <a:close/>
              </a:path>
              <a:path w="1298575" h="732789">
                <a:moveTo>
                  <a:pt x="28644" y="104117"/>
                </a:moveTo>
                <a:lnTo>
                  <a:pt x="28790" y="102869"/>
                </a:lnTo>
                <a:lnTo>
                  <a:pt x="28955" y="102869"/>
                </a:lnTo>
                <a:lnTo>
                  <a:pt x="28644" y="104117"/>
                </a:lnTo>
                <a:close/>
              </a:path>
              <a:path w="1298575" h="732789">
                <a:moveTo>
                  <a:pt x="27472" y="109207"/>
                </a:moveTo>
                <a:lnTo>
                  <a:pt x="27597" y="107950"/>
                </a:lnTo>
                <a:lnTo>
                  <a:pt x="27734" y="107950"/>
                </a:lnTo>
                <a:lnTo>
                  <a:pt x="27472" y="109207"/>
                </a:lnTo>
                <a:close/>
              </a:path>
              <a:path w="1298575" h="732789">
                <a:moveTo>
                  <a:pt x="27734" y="623569"/>
                </a:moveTo>
                <a:lnTo>
                  <a:pt x="27597" y="623569"/>
                </a:lnTo>
                <a:lnTo>
                  <a:pt x="27393" y="622312"/>
                </a:lnTo>
                <a:lnTo>
                  <a:pt x="27734" y="623569"/>
                </a:lnTo>
                <a:close/>
              </a:path>
              <a:path w="1298575" h="732789">
                <a:moveTo>
                  <a:pt x="1295387" y="628650"/>
                </a:moveTo>
                <a:lnTo>
                  <a:pt x="1269542" y="628650"/>
                </a:lnTo>
                <a:lnTo>
                  <a:pt x="1270861" y="622312"/>
                </a:lnTo>
                <a:lnTo>
                  <a:pt x="1270736" y="623569"/>
                </a:lnTo>
                <a:lnTo>
                  <a:pt x="1296372" y="623569"/>
                </a:lnTo>
                <a:lnTo>
                  <a:pt x="1295679" y="627380"/>
                </a:lnTo>
                <a:lnTo>
                  <a:pt x="1295387" y="628650"/>
                </a:lnTo>
                <a:close/>
              </a:path>
              <a:path w="1298575" h="732789">
                <a:moveTo>
                  <a:pt x="28956" y="628650"/>
                </a:moveTo>
                <a:lnTo>
                  <a:pt x="28790" y="628650"/>
                </a:lnTo>
                <a:lnTo>
                  <a:pt x="28526" y="627380"/>
                </a:lnTo>
                <a:lnTo>
                  <a:pt x="28956" y="628650"/>
                </a:lnTo>
                <a:close/>
              </a:path>
              <a:path w="1298575" h="732789">
                <a:moveTo>
                  <a:pt x="1294218" y="633730"/>
                </a:moveTo>
                <a:lnTo>
                  <a:pt x="1268120" y="633730"/>
                </a:lnTo>
                <a:lnTo>
                  <a:pt x="1269707" y="627380"/>
                </a:lnTo>
                <a:lnTo>
                  <a:pt x="1269542" y="628650"/>
                </a:lnTo>
                <a:lnTo>
                  <a:pt x="1295387" y="628650"/>
                </a:lnTo>
                <a:lnTo>
                  <a:pt x="1294218" y="633730"/>
                </a:lnTo>
                <a:close/>
              </a:path>
              <a:path w="1298575" h="732789">
                <a:moveTo>
                  <a:pt x="30499" y="633730"/>
                </a:moveTo>
                <a:lnTo>
                  <a:pt x="30225" y="633730"/>
                </a:lnTo>
                <a:lnTo>
                  <a:pt x="29908" y="632460"/>
                </a:lnTo>
                <a:lnTo>
                  <a:pt x="30499" y="633730"/>
                </a:lnTo>
                <a:close/>
              </a:path>
              <a:path w="1298575" h="732789">
                <a:moveTo>
                  <a:pt x="1289941" y="647700"/>
                </a:moveTo>
                <a:lnTo>
                  <a:pt x="1262430" y="647700"/>
                </a:lnTo>
                <a:lnTo>
                  <a:pt x="1264793" y="642619"/>
                </a:lnTo>
                <a:lnTo>
                  <a:pt x="1264551" y="642619"/>
                </a:lnTo>
                <a:lnTo>
                  <a:pt x="1266659" y="637539"/>
                </a:lnTo>
                <a:lnTo>
                  <a:pt x="1266444" y="637539"/>
                </a:lnTo>
                <a:lnTo>
                  <a:pt x="1268298" y="632460"/>
                </a:lnTo>
                <a:lnTo>
                  <a:pt x="1268120" y="633730"/>
                </a:lnTo>
                <a:lnTo>
                  <a:pt x="1294218" y="633730"/>
                </a:lnTo>
                <a:lnTo>
                  <a:pt x="1292466" y="640080"/>
                </a:lnTo>
                <a:lnTo>
                  <a:pt x="1290408" y="646430"/>
                </a:lnTo>
                <a:lnTo>
                  <a:pt x="1289941" y="647700"/>
                </a:lnTo>
                <a:close/>
              </a:path>
              <a:path w="1298575" h="732789">
                <a:moveTo>
                  <a:pt x="36287" y="647700"/>
                </a:moveTo>
                <a:lnTo>
                  <a:pt x="35902" y="647700"/>
                </a:lnTo>
                <a:lnTo>
                  <a:pt x="35636" y="646430"/>
                </a:lnTo>
                <a:lnTo>
                  <a:pt x="36287" y="647700"/>
                </a:lnTo>
                <a:close/>
              </a:path>
              <a:path w="1298575" h="732789">
                <a:moveTo>
                  <a:pt x="1286109" y="656589"/>
                </a:moveTo>
                <a:lnTo>
                  <a:pt x="1257554" y="656589"/>
                </a:lnTo>
                <a:lnTo>
                  <a:pt x="1260398" y="651510"/>
                </a:lnTo>
                <a:lnTo>
                  <a:pt x="1260094" y="651510"/>
                </a:lnTo>
                <a:lnTo>
                  <a:pt x="1262697" y="646430"/>
                </a:lnTo>
                <a:lnTo>
                  <a:pt x="1262430" y="647700"/>
                </a:lnTo>
                <a:lnTo>
                  <a:pt x="1289941" y="647700"/>
                </a:lnTo>
                <a:lnTo>
                  <a:pt x="1288072" y="652780"/>
                </a:lnTo>
                <a:lnTo>
                  <a:pt x="1286109" y="656589"/>
                </a:lnTo>
                <a:close/>
              </a:path>
              <a:path w="1298575" h="732789">
                <a:moveTo>
                  <a:pt x="41230" y="656589"/>
                </a:moveTo>
                <a:lnTo>
                  <a:pt x="40779" y="656589"/>
                </a:lnTo>
                <a:lnTo>
                  <a:pt x="40462" y="655319"/>
                </a:lnTo>
                <a:lnTo>
                  <a:pt x="41230" y="656589"/>
                </a:lnTo>
                <a:close/>
              </a:path>
              <a:path w="1298575" h="732789">
                <a:moveTo>
                  <a:pt x="1279423" y="669289"/>
                </a:moveTo>
                <a:lnTo>
                  <a:pt x="1248727" y="669289"/>
                </a:lnTo>
                <a:lnTo>
                  <a:pt x="1252220" y="664210"/>
                </a:lnTo>
                <a:lnTo>
                  <a:pt x="1251864" y="664210"/>
                </a:lnTo>
                <a:lnTo>
                  <a:pt x="1255141" y="660400"/>
                </a:lnTo>
                <a:lnTo>
                  <a:pt x="1254810" y="660400"/>
                </a:lnTo>
                <a:lnTo>
                  <a:pt x="1257871" y="655319"/>
                </a:lnTo>
                <a:lnTo>
                  <a:pt x="1257554" y="656589"/>
                </a:lnTo>
                <a:lnTo>
                  <a:pt x="1286109" y="656589"/>
                </a:lnTo>
                <a:lnTo>
                  <a:pt x="1285455" y="657860"/>
                </a:lnTo>
                <a:lnTo>
                  <a:pt x="1282560" y="664210"/>
                </a:lnTo>
                <a:lnTo>
                  <a:pt x="1279423" y="669289"/>
                </a:lnTo>
                <a:close/>
              </a:path>
              <a:path w="1298575" h="732789">
                <a:moveTo>
                  <a:pt x="50152" y="669289"/>
                </a:moveTo>
                <a:lnTo>
                  <a:pt x="49618" y="669289"/>
                </a:lnTo>
                <a:lnTo>
                  <a:pt x="49225" y="668019"/>
                </a:lnTo>
                <a:lnTo>
                  <a:pt x="50152" y="669289"/>
                </a:lnTo>
                <a:close/>
              </a:path>
              <a:path w="1298575" h="732789">
                <a:moveTo>
                  <a:pt x="1276870" y="673100"/>
                </a:moveTo>
                <a:lnTo>
                  <a:pt x="1245400" y="673100"/>
                </a:lnTo>
                <a:lnTo>
                  <a:pt x="1249108" y="668019"/>
                </a:lnTo>
                <a:lnTo>
                  <a:pt x="1248727" y="669289"/>
                </a:lnTo>
                <a:lnTo>
                  <a:pt x="1279423" y="669289"/>
                </a:lnTo>
                <a:lnTo>
                  <a:pt x="1276870" y="673100"/>
                </a:lnTo>
                <a:close/>
              </a:path>
              <a:path w="1298575" h="732789">
                <a:moveTo>
                  <a:pt x="53826" y="673100"/>
                </a:moveTo>
                <a:lnTo>
                  <a:pt x="52933" y="673100"/>
                </a:lnTo>
                <a:lnTo>
                  <a:pt x="52527" y="671830"/>
                </a:lnTo>
                <a:lnTo>
                  <a:pt x="53826" y="673100"/>
                </a:lnTo>
                <a:close/>
              </a:path>
              <a:path w="1298575" h="732789">
                <a:moveTo>
                  <a:pt x="1269482" y="683260"/>
                </a:moveTo>
                <a:lnTo>
                  <a:pt x="1234414" y="683260"/>
                </a:lnTo>
                <a:lnTo>
                  <a:pt x="1238694" y="679450"/>
                </a:lnTo>
                <a:lnTo>
                  <a:pt x="1238237" y="679450"/>
                </a:lnTo>
                <a:lnTo>
                  <a:pt x="1242339" y="675639"/>
                </a:lnTo>
                <a:lnTo>
                  <a:pt x="1241907" y="675639"/>
                </a:lnTo>
                <a:lnTo>
                  <a:pt x="1245806" y="671830"/>
                </a:lnTo>
                <a:lnTo>
                  <a:pt x="1245400" y="673100"/>
                </a:lnTo>
                <a:lnTo>
                  <a:pt x="1276870" y="673100"/>
                </a:lnTo>
                <a:lnTo>
                  <a:pt x="1276019" y="674369"/>
                </a:lnTo>
                <a:lnTo>
                  <a:pt x="1272387" y="679450"/>
                </a:lnTo>
                <a:lnTo>
                  <a:pt x="1269482" y="683260"/>
                </a:lnTo>
                <a:close/>
              </a:path>
              <a:path w="1298575" h="732789">
                <a:moveTo>
                  <a:pt x="64943" y="683260"/>
                </a:moveTo>
                <a:lnTo>
                  <a:pt x="63931" y="683260"/>
                </a:lnTo>
                <a:lnTo>
                  <a:pt x="63461" y="681989"/>
                </a:lnTo>
                <a:lnTo>
                  <a:pt x="64943" y="683260"/>
                </a:lnTo>
                <a:close/>
              </a:path>
              <a:path w="1298575" h="732789">
                <a:moveTo>
                  <a:pt x="1261520" y="692150"/>
                </a:moveTo>
                <a:lnTo>
                  <a:pt x="1222006" y="692150"/>
                </a:lnTo>
                <a:lnTo>
                  <a:pt x="1226794" y="688339"/>
                </a:lnTo>
                <a:lnTo>
                  <a:pt x="1226286" y="688339"/>
                </a:lnTo>
                <a:lnTo>
                  <a:pt x="1230909" y="685800"/>
                </a:lnTo>
                <a:lnTo>
                  <a:pt x="1230426" y="685800"/>
                </a:lnTo>
                <a:lnTo>
                  <a:pt x="1234884" y="681989"/>
                </a:lnTo>
                <a:lnTo>
                  <a:pt x="1234414" y="683260"/>
                </a:lnTo>
                <a:lnTo>
                  <a:pt x="1269482" y="683260"/>
                </a:lnTo>
                <a:lnTo>
                  <a:pt x="1268514" y="684530"/>
                </a:lnTo>
                <a:lnTo>
                  <a:pt x="1264399" y="689610"/>
                </a:lnTo>
                <a:lnTo>
                  <a:pt x="1261520" y="692150"/>
                </a:lnTo>
                <a:close/>
              </a:path>
              <a:path w="1298575" h="732789">
                <a:moveTo>
                  <a:pt x="77448" y="692150"/>
                </a:moveTo>
                <a:lnTo>
                  <a:pt x="76327" y="692150"/>
                </a:lnTo>
                <a:lnTo>
                  <a:pt x="75806" y="690880"/>
                </a:lnTo>
                <a:lnTo>
                  <a:pt x="77448" y="692150"/>
                </a:lnTo>
                <a:close/>
              </a:path>
              <a:path w="1298575" h="732789">
                <a:moveTo>
                  <a:pt x="1258947" y="694689"/>
                </a:moveTo>
                <a:lnTo>
                  <a:pt x="1217599" y="694689"/>
                </a:lnTo>
                <a:lnTo>
                  <a:pt x="1222540" y="690880"/>
                </a:lnTo>
                <a:lnTo>
                  <a:pt x="1222006" y="692150"/>
                </a:lnTo>
                <a:lnTo>
                  <a:pt x="1261520" y="692150"/>
                </a:lnTo>
                <a:lnTo>
                  <a:pt x="1260081" y="693419"/>
                </a:lnTo>
                <a:lnTo>
                  <a:pt x="1258947" y="694689"/>
                </a:lnTo>
                <a:close/>
              </a:path>
              <a:path w="1298575" h="732789">
                <a:moveTo>
                  <a:pt x="82740" y="694689"/>
                </a:moveTo>
                <a:lnTo>
                  <a:pt x="80733" y="694689"/>
                </a:lnTo>
                <a:lnTo>
                  <a:pt x="80200" y="693419"/>
                </a:lnTo>
                <a:lnTo>
                  <a:pt x="82740" y="694689"/>
                </a:lnTo>
                <a:close/>
              </a:path>
              <a:path w="1298575" h="732789">
                <a:moveTo>
                  <a:pt x="1252389" y="701039"/>
                </a:moveTo>
                <a:lnTo>
                  <a:pt x="1203617" y="701039"/>
                </a:lnTo>
                <a:lnTo>
                  <a:pt x="1208963" y="698500"/>
                </a:lnTo>
                <a:lnTo>
                  <a:pt x="1208392" y="698500"/>
                </a:lnTo>
                <a:lnTo>
                  <a:pt x="1213612" y="695960"/>
                </a:lnTo>
                <a:lnTo>
                  <a:pt x="1213053" y="695960"/>
                </a:lnTo>
                <a:lnTo>
                  <a:pt x="1218145" y="693419"/>
                </a:lnTo>
                <a:lnTo>
                  <a:pt x="1217599" y="694689"/>
                </a:lnTo>
                <a:lnTo>
                  <a:pt x="1258947" y="694689"/>
                </a:lnTo>
                <a:lnTo>
                  <a:pt x="1255547" y="698500"/>
                </a:lnTo>
                <a:lnTo>
                  <a:pt x="1252389" y="701039"/>
                </a:lnTo>
                <a:close/>
              </a:path>
              <a:path w="1298575" h="732789">
                <a:moveTo>
                  <a:pt x="96875" y="701039"/>
                </a:moveTo>
                <a:lnTo>
                  <a:pt x="94729" y="701039"/>
                </a:lnTo>
                <a:lnTo>
                  <a:pt x="94132" y="699769"/>
                </a:lnTo>
                <a:lnTo>
                  <a:pt x="96875" y="701039"/>
                </a:lnTo>
                <a:close/>
              </a:path>
              <a:path w="1298575" h="732789">
                <a:moveTo>
                  <a:pt x="1244176" y="707389"/>
                </a:moveTo>
                <a:lnTo>
                  <a:pt x="1167409" y="707389"/>
                </a:lnTo>
                <a:lnTo>
                  <a:pt x="1173480" y="706119"/>
                </a:lnTo>
                <a:lnTo>
                  <a:pt x="1183449" y="706119"/>
                </a:lnTo>
                <a:lnTo>
                  <a:pt x="1189266" y="704850"/>
                </a:lnTo>
                <a:lnTo>
                  <a:pt x="1188631" y="704850"/>
                </a:lnTo>
                <a:lnTo>
                  <a:pt x="1194346" y="703580"/>
                </a:lnTo>
                <a:lnTo>
                  <a:pt x="1193723" y="703580"/>
                </a:lnTo>
                <a:lnTo>
                  <a:pt x="1199324" y="702310"/>
                </a:lnTo>
                <a:lnTo>
                  <a:pt x="1198727" y="702310"/>
                </a:lnTo>
                <a:lnTo>
                  <a:pt x="1204201" y="699769"/>
                </a:lnTo>
                <a:lnTo>
                  <a:pt x="1203617" y="701039"/>
                </a:lnTo>
                <a:lnTo>
                  <a:pt x="1252389" y="701039"/>
                </a:lnTo>
                <a:lnTo>
                  <a:pt x="1250810" y="702310"/>
                </a:lnTo>
                <a:lnTo>
                  <a:pt x="1245882" y="706119"/>
                </a:lnTo>
                <a:lnTo>
                  <a:pt x="1244176" y="707389"/>
                </a:lnTo>
                <a:close/>
              </a:path>
              <a:path w="1298575" h="732789">
                <a:moveTo>
                  <a:pt x="1167892" y="732789"/>
                </a:moveTo>
                <a:lnTo>
                  <a:pt x="130441" y="732789"/>
                </a:lnTo>
                <a:lnTo>
                  <a:pt x="123901" y="731519"/>
                </a:lnTo>
                <a:lnTo>
                  <a:pt x="1174445" y="731519"/>
                </a:lnTo>
                <a:lnTo>
                  <a:pt x="1167892" y="7327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6" name="object 50">
            <a:extLst>
              <a:ext uri="{FF2B5EF4-FFF2-40B4-BE49-F238E27FC236}">
                <a16:creationId xmlns:a16="http://schemas.microsoft.com/office/drawing/2014/main" id="{7553C9A9-EEB6-48F0-B76E-EB1F0E0E59D8}"/>
              </a:ext>
            </a:extLst>
          </p:cNvPr>
          <p:cNvSpPr>
            <a:spLocks noGrp="1"/>
          </p:cNvSpPr>
          <p:nvPr/>
        </p:nvSpPr>
        <p:spPr>
          <a:xfrm>
            <a:off x="4845324" y="2880776"/>
            <a:ext cx="557617" cy="236372"/>
          </a:xfrm>
          <a:prstGeom prst="rect">
            <a:avLst/>
          </a:prstGeom>
        </p:spPr>
        <p:txBody>
          <a:bodyPr vert="horz" wrap="square" lIns="0" tIns="10617" rIns="0" bIns="0">
            <a:spAutoFit/>
          </a:bodyPr>
          <a:lstStyle/>
          <a:p>
            <a:pPr>
              <a:lnSpc>
                <a:spcPct val="100000"/>
              </a:lnSpc>
              <a:spcBef>
                <a:spcPts val="84"/>
              </a:spcBef>
              <a:buNone/>
            </a:pPr>
            <a:r>
              <a:rPr sz="1408" b="1">
                <a:latin typeface="Calibri"/>
                <a:ea typeface="Calibri"/>
                <a:cs typeface="Calibri"/>
              </a:rPr>
              <a:t>App. 3</a:t>
            </a:r>
            <a:endParaRPr sz="1408">
              <a:latin typeface="Calibri"/>
              <a:ea typeface="Calibri"/>
              <a:cs typeface="Calibri"/>
            </a:endParaRPr>
          </a:p>
        </p:txBody>
      </p:sp>
      <p:sp>
        <p:nvSpPr>
          <p:cNvPr id="27" name="object 44">
            <a:extLst>
              <a:ext uri="{FF2B5EF4-FFF2-40B4-BE49-F238E27FC236}">
                <a16:creationId xmlns:a16="http://schemas.microsoft.com/office/drawing/2014/main" id="{45B188EA-64AF-4135-BA8F-6438D2EC3A6F}"/>
              </a:ext>
            </a:extLst>
          </p:cNvPr>
          <p:cNvSpPr>
            <a:spLocks noGrp="1"/>
          </p:cNvSpPr>
          <p:nvPr/>
        </p:nvSpPr>
        <p:spPr>
          <a:xfrm>
            <a:off x="6531648" y="2848678"/>
            <a:ext cx="1613814" cy="150876"/>
          </a:xfrm>
          <a:custGeom>
            <a:avLst/>
            <a:gdLst/>
            <a:ahLst/>
            <a:cxnLst/>
            <a:rect l="l" t="t" r="r" b="b"/>
            <a:pathLst>
              <a:path w="1833879" h="171450">
                <a:moveTo>
                  <a:pt x="1800747" y="105511"/>
                </a:moveTo>
                <a:lnTo>
                  <a:pt x="1795526" y="105511"/>
                </a:lnTo>
                <a:lnTo>
                  <a:pt x="1795529" y="105049"/>
                </a:lnTo>
                <a:lnTo>
                  <a:pt x="1795654" y="86219"/>
                </a:lnTo>
                <a:lnTo>
                  <a:pt x="1795779" y="67411"/>
                </a:lnTo>
                <a:lnTo>
                  <a:pt x="1725314" y="66949"/>
                </a:lnTo>
                <a:lnTo>
                  <a:pt x="1672094" y="35433"/>
                </a:lnTo>
                <a:lnTo>
                  <a:pt x="1662747" y="18834"/>
                </a:lnTo>
                <a:lnTo>
                  <a:pt x="1663077" y="15532"/>
                </a:lnTo>
                <a:lnTo>
                  <a:pt x="1682000" y="0"/>
                </a:lnTo>
                <a:lnTo>
                  <a:pt x="1684519" y="241"/>
                </a:lnTo>
                <a:lnTo>
                  <a:pt x="1685046" y="241"/>
                </a:lnTo>
                <a:lnTo>
                  <a:pt x="1688503" y="1219"/>
                </a:lnTo>
                <a:lnTo>
                  <a:pt x="1691500" y="2654"/>
                </a:lnTo>
                <a:lnTo>
                  <a:pt x="1833460" y="86715"/>
                </a:lnTo>
                <a:lnTo>
                  <a:pt x="1800747" y="105511"/>
                </a:lnTo>
                <a:close/>
              </a:path>
              <a:path w="1833879" h="171450">
                <a:moveTo>
                  <a:pt x="1725084" y="105049"/>
                </a:moveTo>
                <a:lnTo>
                  <a:pt x="0" y="93738"/>
                </a:lnTo>
                <a:lnTo>
                  <a:pt x="46" y="86715"/>
                </a:lnTo>
                <a:lnTo>
                  <a:pt x="158" y="69951"/>
                </a:lnTo>
                <a:lnTo>
                  <a:pt x="253" y="55638"/>
                </a:lnTo>
                <a:lnTo>
                  <a:pt x="1725314" y="66949"/>
                </a:lnTo>
                <a:lnTo>
                  <a:pt x="1757854" y="86219"/>
                </a:lnTo>
                <a:lnTo>
                  <a:pt x="1725084" y="105049"/>
                </a:lnTo>
                <a:close/>
              </a:path>
              <a:path w="1833879" h="171450">
                <a:moveTo>
                  <a:pt x="1757854" y="86219"/>
                </a:moveTo>
                <a:lnTo>
                  <a:pt x="1725314" y="66949"/>
                </a:lnTo>
                <a:lnTo>
                  <a:pt x="1795779" y="67411"/>
                </a:lnTo>
                <a:lnTo>
                  <a:pt x="1795763" y="69951"/>
                </a:lnTo>
                <a:lnTo>
                  <a:pt x="1786166" y="69951"/>
                </a:lnTo>
                <a:lnTo>
                  <a:pt x="1757854" y="86219"/>
                </a:lnTo>
                <a:close/>
              </a:path>
              <a:path w="1833879" h="171450">
                <a:moveTo>
                  <a:pt x="1785950" y="102857"/>
                </a:moveTo>
                <a:lnTo>
                  <a:pt x="1757854" y="86219"/>
                </a:lnTo>
                <a:lnTo>
                  <a:pt x="1786166" y="69951"/>
                </a:lnTo>
                <a:lnTo>
                  <a:pt x="1786056" y="86715"/>
                </a:lnTo>
                <a:lnTo>
                  <a:pt x="1785950" y="102857"/>
                </a:lnTo>
                <a:close/>
              </a:path>
              <a:path w="1833879" h="171450">
                <a:moveTo>
                  <a:pt x="1795543" y="102857"/>
                </a:moveTo>
                <a:lnTo>
                  <a:pt x="1785950" y="102857"/>
                </a:lnTo>
                <a:lnTo>
                  <a:pt x="1786056" y="86715"/>
                </a:lnTo>
                <a:lnTo>
                  <a:pt x="1786166" y="69951"/>
                </a:lnTo>
                <a:lnTo>
                  <a:pt x="1795763" y="69951"/>
                </a:lnTo>
                <a:lnTo>
                  <a:pt x="1795651" y="86715"/>
                </a:lnTo>
                <a:lnTo>
                  <a:pt x="1795543" y="102857"/>
                </a:lnTo>
                <a:close/>
              </a:path>
              <a:path w="1833879" h="171450">
                <a:moveTo>
                  <a:pt x="1795526" y="105511"/>
                </a:moveTo>
                <a:lnTo>
                  <a:pt x="1725084" y="105049"/>
                </a:lnTo>
                <a:lnTo>
                  <a:pt x="1757854" y="86219"/>
                </a:lnTo>
                <a:lnTo>
                  <a:pt x="1785950" y="102857"/>
                </a:lnTo>
                <a:lnTo>
                  <a:pt x="1795543" y="102857"/>
                </a:lnTo>
                <a:lnTo>
                  <a:pt x="1795526" y="105511"/>
                </a:lnTo>
                <a:close/>
              </a:path>
              <a:path w="1833879" h="171450">
                <a:moveTo>
                  <a:pt x="1680883" y="171437"/>
                </a:moveTo>
                <a:lnTo>
                  <a:pt x="1661871" y="152349"/>
                </a:lnTo>
                <a:lnTo>
                  <a:pt x="1662163" y="149047"/>
                </a:lnTo>
                <a:lnTo>
                  <a:pt x="1725084" y="105049"/>
                </a:lnTo>
                <a:lnTo>
                  <a:pt x="1800747" y="105511"/>
                </a:lnTo>
                <a:lnTo>
                  <a:pt x="1690474" y="168871"/>
                </a:lnTo>
                <a:lnTo>
                  <a:pt x="1687452" y="170281"/>
                </a:lnTo>
                <a:lnTo>
                  <a:pt x="1684233" y="171145"/>
                </a:lnTo>
                <a:lnTo>
                  <a:pt x="1680883" y="171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28" name="object 45">
            <a:extLst>
              <a:ext uri="{FF2B5EF4-FFF2-40B4-BE49-F238E27FC236}">
                <a16:creationId xmlns:a16="http://schemas.microsoft.com/office/drawing/2014/main" id="{48C4E935-00E9-4683-9338-D8C7AB334796}"/>
              </a:ext>
            </a:extLst>
          </p:cNvPr>
          <p:cNvSpPr>
            <a:spLocks noGrp="1"/>
          </p:cNvSpPr>
          <p:nvPr/>
        </p:nvSpPr>
        <p:spPr>
          <a:xfrm>
            <a:off x="6229759" y="2568645"/>
            <a:ext cx="2407296" cy="263754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>
              <a:lnSpc>
                <a:spcPct val="100000"/>
              </a:lnSpc>
              <a:spcBef>
                <a:spcPts val="88"/>
              </a:spcBef>
              <a:buNone/>
            </a:pPr>
            <a:r>
              <a:rPr sz="1584" b="1" u="sng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Fine-grained management</a:t>
            </a:r>
            <a:endParaRPr sz="1584" dirty="0">
              <a:latin typeface="Calibri"/>
              <a:ea typeface="Calibri"/>
              <a:cs typeface="Calibri"/>
            </a:endParaRPr>
          </a:p>
        </p:txBody>
      </p:sp>
      <p:sp>
        <p:nvSpPr>
          <p:cNvPr id="29" name="object 46">
            <a:extLst>
              <a:ext uri="{FF2B5EF4-FFF2-40B4-BE49-F238E27FC236}">
                <a16:creationId xmlns:a16="http://schemas.microsoft.com/office/drawing/2014/main" id="{57E241DB-FC12-4033-BE1B-D6609C11D219}"/>
              </a:ext>
            </a:extLst>
          </p:cNvPr>
          <p:cNvSpPr>
            <a:spLocks noGrp="1"/>
          </p:cNvSpPr>
          <p:nvPr/>
        </p:nvSpPr>
        <p:spPr>
          <a:xfrm>
            <a:off x="7048127" y="4372028"/>
            <a:ext cx="2637933" cy="263754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>
              <a:lnSpc>
                <a:spcPct val="100000"/>
              </a:lnSpc>
              <a:spcBef>
                <a:spcPts val="88"/>
              </a:spcBef>
              <a:buNone/>
            </a:pPr>
            <a:r>
              <a:rPr sz="1584" b="1" u="sng" dirty="0">
                <a:solidFill>
                  <a:srgbClr val="6FAC46"/>
                </a:solidFill>
                <a:latin typeface="Calibri"/>
                <a:ea typeface="Calibri"/>
                <a:cs typeface="Calibri"/>
              </a:rPr>
              <a:t>Coarse-grained management</a:t>
            </a:r>
            <a:endParaRPr sz="1584" dirty="0">
              <a:latin typeface="Calibri"/>
              <a:ea typeface="Calibri"/>
              <a:cs typeface="Calibri"/>
            </a:endParaRPr>
          </a:p>
        </p:txBody>
      </p:sp>
      <p:sp>
        <p:nvSpPr>
          <p:cNvPr id="30" name="object 9">
            <a:extLst>
              <a:ext uri="{FF2B5EF4-FFF2-40B4-BE49-F238E27FC236}">
                <a16:creationId xmlns:a16="http://schemas.microsoft.com/office/drawing/2014/main" id="{49A624CF-8943-4C3A-8F60-45F2038C5A54}"/>
              </a:ext>
            </a:extLst>
          </p:cNvPr>
          <p:cNvSpPr>
            <a:spLocks noGrp="1"/>
          </p:cNvSpPr>
          <p:nvPr/>
        </p:nvSpPr>
        <p:spPr>
          <a:xfrm>
            <a:off x="3210242" y="4709080"/>
            <a:ext cx="1262363" cy="263754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>
              <a:lnSpc>
                <a:spcPct val="100000"/>
              </a:lnSpc>
              <a:spcBef>
                <a:spcPts val="88"/>
              </a:spcBef>
              <a:buNone/>
            </a:pPr>
            <a:r>
              <a:rPr sz="1584" b="1">
                <a:latin typeface="Calibri"/>
                <a:ea typeface="Calibri"/>
                <a:cs typeface="Calibri"/>
              </a:rPr>
              <a:t>Memory Pool</a:t>
            </a:r>
            <a:endParaRPr sz="1584">
              <a:latin typeface="Calibri"/>
              <a:ea typeface="Calibri"/>
              <a:cs typeface="Calibri"/>
            </a:endParaRPr>
          </a:p>
        </p:txBody>
      </p:sp>
      <p:sp>
        <p:nvSpPr>
          <p:cNvPr id="31" name="object 34">
            <a:extLst>
              <a:ext uri="{FF2B5EF4-FFF2-40B4-BE49-F238E27FC236}">
                <a16:creationId xmlns:a16="http://schemas.microsoft.com/office/drawing/2014/main" id="{D5AFC1B2-C566-4A66-998E-CAC444A87826}"/>
              </a:ext>
            </a:extLst>
          </p:cNvPr>
          <p:cNvSpPr>
            <a:spLocks noGrp="1"/>
          </p:cNvSpPr>
          <p:nvPr/>
        </p:nvSpPr>
        <p:spPr>
          <a:xfrm>
            <a:off x="5721914" y="4776728"/>
            <a:ext cx="897991" cy="226314"/>
          </a:xfrm>
          <a:custGeom>
            <a:avLst/>
            <a:gdLst/>
            <a:ahLst/>
            <a:cxnLst/>
            <a:rect l="l" t="t" r="r" b="b"/>
            <a:pathLst>
              <a:path w="1020445" h="257175">
                <a:moveTo>
                  <a:pt x="288988" y="128295"/>
                </a:moveTo>
                <a:lnTo>
                  <a:pt x="288988" y="0"/>
                </a:lnTo>
                <a:lnTo>
                  <a:pt x="731151" y="0"/>
                </a:lnTo>
                <a:lnTo>
                  <a:pt x="731151" y="12700"/>
                </a:lnTo>
                <a:lnTo>
                  <a:pt x="314388" y="12700"/>
                </a:lnTo>
                <a:lnTo>
                  <a:pt x="301688" y="25400"/>
                </a:lnTo>
                <a:lnTo>
                  <a:pt x="314388" y="25400"/>
                </a:lnTo>
                <a:lnTo>
                  <a:pt x="314388" y="115595"/>
                </a:lnTo>
                <a:lnTo>
                  <a:pt x="301688" y="115595"/>
                </a:lnTo>
                <a:lnTo>
                  <a:pt x="288988" y="128295"/>
                </a:lnTo>
                <a:close/>
              </a:path>
              <a:path w="1020445" h="257175">
                <a:moveTo>
                  <a:pt x="314388" y="25400"/>
                </a:moveTo>
                <a:lnTo>
                  <a:pt x="301688" y="25400"/>
                </a:lnTo>
                <a:lnTo>
                  <a:pt x="314388" y="12700"/>
                </a:lnTo>
                <a:lnTo>
                  <a:pt x="314388" y="25400"/>
                </a:lnTo>
                <a:close/>
              </a:path>
              <a:path w="1020445" h="257175">
                <a:moveTo>
                  <a:pt x="705751" y="25400"/>
                </a:moveTo>
                <a:lnTo>
                  <a:pt x="314388" y="25400"/>
                </a:lnTo>
                <a:lnTo>
                  <a:pt x="314388" y="12700"/>
                </a:lnTo>
                <a:lnTo>
                  <a:pt x="705751" y="12700"/>
                </a:lnTo>
                <a:lnTo>
                  <a:pt x="705751" y="25400"/>
                </a:lnTo>
                <a:close/>
              </a:path>
              <a:path w="1020445" h="257175">
                <a:moveTo>
                  <a:pt x="833514" y="140995"/>
                </a:moveTo>
                <a:lnTo>
                  <a:pt x="705751" y="140995"/>
                </a:lnTo>
                <a:lnTo>
                  <a:pt x="705751" y="12700"/>
                </a:lnTo>
                <a:lnTo>
                  <a:pt x="718451" y="25400"/>
                </a:lnTo>
                <a:lnTo>
                  <a:pt x="731151" y="25400"/>
                </a:lnTo>
                <a:lnTo>
                  <a:pt x="731151" y="115595"/>
                </a:lnTo>
                <a:lnTo>
                  <a:pt x="718451" y="115595"/>
                </a:lnTo>
                <a:lnTo>
                  <a:pt x="731151" y="128295"/>
                </a:lnTo>
                <a:lnTo>
                  <a:pt x="879302" y="128295"/>
                </a:lnTo>
                <a:lnTo>
                  <a:pt x="833514" y="140995"/>
                </a:lnTo>
                <a:close/>
              </a:path>
              <a:path w="1020445" h="257175">
                <a:moveTo>
                  <a:pt x="731151" y="25400"/>
                </a:moveTo>
                <a:lnTo>
                  <a:pt x="718451" y="25400"/>
                </a:lnTo>
                <a:lnTo>
                  <a:pt x="705751" y="12700"/>
                </a:lnTo>
                <a:lnTo>
                  <a:pt x="731151" y="12700"/>
                </a:lnTo>
                <a:lnTo>
                  <a:pt x="731151" y="25400"/>
                </a:lnTo>
                <a:close/>
              </a:path>
              <a:path w="1020445" h="257175">
                <a:moveTo>
                  <a:pt x="510070" y="257060"/>
                </a:moveTo>
                <a:lnTo>
                  <a:pt x="0" y="115595"/>
                </a:lnTo>
                <a:lnTo>
                  <a:pt x="288988" y="115595"/>
                </a:lnTo>
                <a:lnTo>
                  <a:pt x="288988" y="116052"/>
                </a:lnTo>
                <a:lnTo>
                  <a:pt x="96697" y="116052"/>
                </a:lnTo>
                <a:lnTo>
                  <a:pt x="93306" y="140995"/>
                </a:lnTo>
                <a:lnTo>
                  <a:pt x="186625" y="140995"/>
                </a:lnTo>
                <a:lnTo>
                  <a:pt x="510070" y="230707"/>
                </a:lnTo>
                <a:lnTo>
                  <a:pt x="506679" y="231648"/>
                </a:lnTo>
                <a:lnTo>
                  <a:pt x="601698" y="231648"/>
                </a:lnTo>
                <a:lnTo>
                  <a:pt x="510070" y="257060"/>
                </a:lnTo>
                <a:close/>
              </a:path>
              <a:path w="1020445" h="257175">
                <a:moveTo>
                  <a:pt x="314388" y="128295"/>
                </a:moveTo>
                <a:lnTo>
                  <a:pt x="288988" y="128295"/>
                </a:lnTo>
                <a:lnTo>
                  <a:pt x="301688" y="115595"/>
                </a:lnTo>
                <a:lnTo>
                  <a:pt x="314388" y="115595"/>
                </a:lnTo>
                <a:lnTo>
                  <a:pt x="314388" y="128295"/>
                </a:lnTo>
                <a:close/>
              </a:path>
              <a:path w="1020445" h="257175">
                <a:moveTo>
                  <a:pt x="731151" y="128295"/>
                </a:moveTo>
                <a:lnTo>
                  <a:pt x="718451" y="115595"/>
                </a:lnTo>
                <a:lnTo>
                  <a:pt x="731151" y="115595"/>
                </a:lnTo>
                <a:lnTo>
                  <a:pt x="731151" y="128295"/>
                </a:lnTo>
                <a:close/>
              </a:path>
              <a:path w="1020445" h="257175">
                <a:moveTo>
                  <a:pt x="879302" y="128295"/>
                </a:moveTo>
                <a:lnTo>
                  <a:pt x="731151" y="128295"/>
                </a:lnTo>
                <a:lnTo>
                  <a:pt x="731151" y="115595"/>
                </a:lnTo>
                <a:lnTo>
                  <a:pt x="1020140" y="115595"/>
                </a:lnTo>
                <a:lnTo>
                  <a:pt x="1018491" y="116052"/>
                </a:lnTo>
                <a:lnTo>
                  <a:pt x="923442" y="116052"/>
                </a:lnTo>
                <a:lnTo>
                  <a:pt x="879302" y="128295"/>
                </a:lnTo>
                <a:close/>
              </a:path>
              <a:path w="1020445" h="257175">
                <a:moveTo>
                  <a:pt x="186625" y="140995"/>
                </a:moveTo>
                <a:lnTo>
                  <a:pt x="93306" y="140995"/>
                </a:lnTo>
                <a:lnTo>
                  <a:pt x="96697" y="116052"/>
                </a:lnTo>
                <a:lnTo>
                  <a:pt x="186625" y="140995"/>
                </a:lnTo>
                <a:close/>
              </a:path>
              <a:path w="1020445" h="257175">
                <a:moveTo>
                  <a:pt x="314388" y="140995"/>
                </a:moveTo>
                <a:lnTo>
                  <a:pt x="186625" y="140995"/>
                </a:lnTo>
                <a:lnTo>
                  <a:pt x="96697" y="116052"/>
                </a:lnTo>
                <a:lnTo>
                  <a:pt x="288988" y="116052"/>
                </a:lnTo>
                <a:lnTo>
                  <a:pt x="288988" y="128295"/>
                </a:lnTo>
                <a:lnTo>
                  <a:pt x="314388" y="128295"/>
                </a:lnTo>
                <a:lnTo>
                  <a:pt x="314388" y="140995"/>
                </a:lnTo>
                <a:close/>
              </a:path>
              <a:path w="1020445" h="257175">
                <a:moveTo>
                  <a:pt x="601698" y="231648"/>
                </a:moveTo>
                <a:lnTo>
                  <a:pt x="513461" y="231648"/>
                </a:lnTo>
                <a:lnTo>
                  <a:pt x="510070" y="230707"/>
                </a:lnTo>
                <a:lnTo>
                  <a:pt x="923442" y="116052"/>
                </a:lnTo>
                <a:lnTo>
                  <a:pt x="926833" y="140995"/>
                </a:lnTo>
                <a:lnTo>
                  <a:pt x="928557" y="140995"/>
                </a:lnTo>
                <a:lnTo>
                  <a:pt x="601698" y="231648"/>
                </a:lnTo>
                <a:close/>
              </a:path>
              <a:path w="1020445" h="257175">
                <a:moveTo>
                  <a:pt x="928557" y="140995"/>
                </a:moveTo>
                <a:lnTo>
                  <a:pt x="926833" y="140995"/>
                </a:lnTo>
                <a:lnTo>
                  <a:pt x="923442" y="116052"/>
                </a:lnTo>
                <a:lnTo>
                  <a:pt x="1018491" y="116052"/>
                </a:lnTo>
                <a:lnTo>
                  <a:pt x="928557" y="140995"/>
                </a:lnTo>
                <a:close/>
              </a:path>
              <a:path w="1020445" h="257175">
                <a:moveTo>
                  <a:pt x="513461" y="231648"/>
                </a:moveTo>
                <a:lnTo>
                  <a:pt x="506679" y="231648"/>
                </a:lnTo>
                <a:lnTo>
                  <a:pt x="510070" y="230707"/>
                </a:lnTo>
                <a:lnTo>
                  <a:pt x="513461" y="2316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2" name="object 36">
            <a:extLst>
              <a:ext uri="{FF2B5EF4-FFF2-40B4-BE49-F238E27FC236}">
                <a16:creationId xmlns:a16="http://schemas.microsoft.com/office/drawing/2014/main" id="{BAD28725-CC66-4100-ADAA-66562C8D1AEA}"/>
              </a:ext>
            </a:extLst>
          </p:cNvPr>
          <p:cNvSpPr>
            <a:spLocks noGrp="1"/>
          </p:cNvSpPr>
          <p:nvPr/>
        </p:nvSpPr>
        <p:spPr>
          <a:xfrm>
            <a:off x="7536404" y="4659235"/>
            <a:ext cx="1554274" cy="661309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>
              <a:lnSpc>
                <a:spcPct val="100000"/>
              </a:lnSpc>
              <a:spcBef>
                <a:spcPts val="88"/>
              </a:spcBef>
              <a:buNone/>
            </a:pPr>
            <a:r>
              <a:rPr sz="2112">
                <a:latin typeface="Calibri"/>
                <a:ea typeface="Calibri"/>
                <a:cs typeface="Calibri"/>
              </a:rPr>
              <a:t>Performance</a:t>
            </a:r>
          </a:p>
        </p:txBody>
      </p:sp>
      <p:sp>
        <p:nvSpPr>
          <p:cNvPr id="33" name="object 3">
            <a:extLst>
              <a:ext uri="{FF2B5EF4-FFF2-40B4-BE49-F238E27FC236}">
                <a16:creationId xmlns:a16="http://schemas.microsoft.com/office/drawing/2014/main" id="{9E6C5DE1-767A-4E74-8D07-F348E3B388D9}"/>
              </a:ext>
            </a:extLst>
          </p:cNvPr>
          <p:cNvSpPr>
            <a:spLocks noGrp="1"/>
          </p:cNvSpPr>
          <p:nvPr/>
        </p:nvSpPr>
        <p:spPr>
          <a:xfrm>
            <a:off x="1866674" y="5240040"/>
            <a:ext cx="9087764" cy="1076249"/>
          </a:xfrm>
          <a:custGeom>
            <a:avLst/>
            <a:gdLst/>
            <a:ahLst/>
            <a:cxnLst/>
            <a:rect l="l" t="t" r="r" b="b"/>
            <a:pathLst>
              <a:path w="10327005" h="1223010">
                <a:moveTo>
                  <a:pt x="10130955" y="1223010"/>
                </a:moveTo>
                <a:lnTo>
                  <a:pt x="196037" y="1223010"/>
                </a:lnTo>
                <a:lnTo>
                  <a:pt x="190588" y="1221739"/>
                </a:lnTo>
                <a:lnTo>
                  <a:pt x="169570" y="1219200"/>
                </a:lnTo>
                <a:lnTo>
                  <a:pt x="129679" y="1206500"/>
                </a:lnTo>
                <a:lnTo>
                  <a:pt x="93586" y="1187450"/>
                </a:lnTo>
                <a:lnTo>
                  <a:pt x="62153" y="1160780"/>
                </a:lnTo>
                <a:lnTo>
                  <a:pt x="36220" y="1129030"/>
                </a:lnTo>
                <a:lnTo>
                  <a:pt x="30695" y="1121410"/>
                </a:lnTo>
                <a:lnTo>
                  <a:pt x="25577" y="1112519"/>
                </a:lnTo>
                <a:lnTo>
                  <a:pt x="20878" y="1102360"/>
                </a:lnTo>
                <a:lnTo>
                  <a:pt x="16624" y="1093469"/>
                </a:lnTo>
                <a:lnTo>
                  <a:pt x="4241" y="1054100"/>
                </a:lnTo>
                <a:lnTo>
                  <a:pt x="0" y="1016000"/>
                </a:lnTo>
                <a:lnTo>
                  <a:pt x="0" y="205739"/>
                </a:lnTo>
                <a:lnTo>
                  <a:pt x="152" y="201929"/>
                </a:lnTo>
                <a:lnTo>
                  <a:pt x="203" y="200660"/>
                </a:lnTo>
                <a:lnTo>
                  <a:pt x="374" y="198120"/>
                </a:lnTo>
                <a:lnTo>
                  <a:pt x="460" y="196850"/>
                </a:lnTo>
                <a:lnTo>
                  <a:pt x="546" y="195579"/>
                </a:lnTo>
                <a:lnTo>
                  <a:pt x="9486" y="148589"/>
                </a:lnTo>
                <a:lnTo>
                  <a:pt x="16624" y="129539"/>
                </a:lnTo>
                <a:lnTo>
                  <a:pt x="20878" y="119379"/>
                </a:lnTo>
                <a:lnTo>
                  <a:pt x="25577" y="110489"/>
                </a:lnTo>
                <a:lnTo>
                  <a:pt x="30695" y="101600"/>
                </a:lnTo>
                <a:lnTo>
                  <a:pt x="36220" y="92710"/>
                </a:lnTo>
                <a:lnTo>
                  <a:pt x="42138" y="85089"/>
                </a:lnTo>
                <a:lnTo>
                  <a:pt x="48450" y="76200"/>
                </a:lnTo>
                <a:lnTo>
                  <a:pt x="77228" y="48260"/>
                </a:lnTo>
                <a:lnTo>
                  <a:pt x="111099" y="25400"/>
                </a:lnTo>
                <a:lnTo>
                  <a:pt x="149199" y="8889"/>
                </a:lnTo>
                <a:lnTo>
                  <a:pt x="190588" y="0"/>
                </a:lnTo>
                <a:lnTo>
                  <a:pt x="10136416" y="0"/>
                </a:lnTo>
                <a:lnTo>
                  <a:pt x="10177792" y="8889"/>
                </a:lnTo>
                <a:lnTo>
                  <a:pt x="10213603" y="24129"/>
                </a:lnTo>
                <a:lnTo>
                  <a:pt x="207695" y="24129"/>
                </a:lnTo>
                <a:lnTo>
                  <a:pt x="202577" y="25400"/>
                </a:lnTo>
                <a:lnTo>
                  <a:pt x="193547" y="25400"/>
                </a:lnTo>
                <a:lnTo>
                  <a:pt x="183553" y="26670"/>
                </a:lnTo>
                <a:lnTo>
                  <a:pt x="184188" y="26670"/>
                </a:lnTo>
                <a:lnTo>
                  <a:pt x="175582" y="27781"/>
                </a:lnTo>
                <a:lnTo>
                  <a:pt x="165315" y="30479"/>
                </a:lnTo>
                <a:lnTo>
                  <a:pt x="165925" y="30479"/>
                </a:lnTo>
                <a:lnTo>
                  <a:pt x="156451" y="33020"/>
                </a:lnTo>
                <a:lnTo>
                  <a:pt x="157048" y="33020"/>
                </a:lnTo>
                <a:lnTo>
                  <a:pt x="147764" y="35560"/>
                </a:lnTo>
                <a:lnTo>
                  <a:pt x="148361" y="35560"/>
                </a:lnTo>
                <a:lnTo>
                  <a:pt x="139280" y="39370"/>
                </a:lnTo>
                <a:lnTo>
                  <a:pt x="139852" y="39370"/>
                </a:lnTo>
                <a:lnTo>
                  <a:pt x="131013" y="43179"/>
                </a:lnTo>
                <a:lnTo>
                  <a:pt x="131572" y="43179"/>
                </a:lnTo>
                <a:lnTo>
                  <a:pt x="122961" y="46989"/>
                </a:lnTo>
                <a:lnTo>
                  <a:pt x="123494" y="46989"/>
                </a:lnTo>
                <a:lnTo>
                  <a:pt x="115125" y="52070"/>
                </a:lnTo>
                <a:lnTo>
                  <a:pt x="115658" y="52070"/>
                </a:lnTo>
                <a:lnTo>
                  <a:pt x="109581" y="55879"/>
                </a:lnTo>
                <a:lnTo>
                  <a:pt x="108051" y="55879"/>
                </a:lnTo>
                <a:lnTo>
                  <a:pt x="100228" y="62229"/>
                </a:lnTo>
                <a:lnTo>
                  <a:pt x="100711" y="62229"/>
                </a:lnTo>
                <a:lnTo>
                  <a:pt x="93167" y="67310"/>
                </a:lnTo>
                <a:lnTo>
                  <a:pt x="93637" y="67310"/>
                </a:lnTo>
                <a:lnTo>
                  <a:pt x="86385" y="73660"/>
                </a:lnTo>
                <a:lnTo>
                  <a:pt x="86829" y="73660"/>
                </a:lnTo>
                <a:lnTo>
                  <a:pt x="81282" y="78739"/>
                </a:lnTo>
                <a:lnTo>
                  <a:pt x="80327" y="78739"/>
                </a:lnTo>
                <a:lnTo>
                  <a:pt x="73710" y="86360"/>
                </a:lnTo>
                <a:lnTo>
                  <a:pt x="74117" y="86360"/>
                </a:lnTo>
                <a:lnTo>
                  <a:pt x="67843" y="92710"/>
                </a:lnTo>
                <a:lnTo>
                  <a:pt x="68224" y="92710"/>
                </a:lnTo>
                <a:lnTo>
                  <a:pt x="63281" y="99060"/>
                </a:lnTo>
                <a:lnTo>
                  <a:pt x="62661" y="99060"/>
                </a:lnTo>
                <a:lnTo>
                  <a:pt x="57893" y="106679"/>
                </a:lnTo>
                <a:lnTo>
                  <a:pt x="57442" y="106679"/>
                </a:lnTo>
                <a:lnTo>
                  <a:pt x="52978" y="114300"/>
                </a:lnTo>
                <a:lnTo>
                  <a:pt x="52565" y="114300"/>
                </a:lnTo>
                <a:lnTo>
                  <a:pt x="48439" y="121920"/>
                </a:lnTo>
                <a:lnTo>
                  <a:pt x="48044" y="121920"/>
                </a:lnTo>
                <a:lnTo>
                  <a:pt x="43637" y="130810"/>
                </a:lnTo>
                <a:lnTo>
                  <a:pt x="43903" y="130810"/>
                </a:lnTo>
                <a:lnTo>
                  <a:pt x="40474" y="138429"/>
                </a:lnTo>
                <a:lnTo>
                  <a:pt x="40144" y="138429"/>
                </a:lnTo>
                <a:lnTo>
                  <a:pt x="36563" y="147320"/>
                </a:lnTo>
                <a:lnTo>
                  <a:pt x="36779" y="147320"/>
                </a:lnTo>
                <a:lnTo>
                  <a:pt x="33642" y="156210"/>
                </a:lnTo>
                <a:lnTo>
                  <a:pt x="33832" y="156210"/>
                </a:lnTo>
                <a:lnTo>
                  <a:pt x="31140" y="165100"/>
                </a:lnTo>
                <a:lnTo>
                  <a:pt x="31292" y="165100"/>
                </a:lnTo>
                <a:lnTo>
                  <a:pt x="29486" y="172324"/>
                </a:lnTo>
                <a:lnTo>
                  <a:pt x="25400" y="1016000"/>
                </a:lnTo>
                <a:lnTo>
                  <a:pt x="25539" y="1019810"/>
                </a:lnTo>
                <a:lnTo>
                  <a:pt x="25577" y="1021080"/>
                </a:lnTo>
                <a:lnTo>
                  <a:pt x="26263" y="1029969"/>
                </a:lnTo>
                <a:lnTo>
                  <a:pt x="27223" y="1037650"/>
                </a:lnTo>
                <a:lnTo>
                  <a:pt x="28509" y="1045186"/>
                </a:lnTo>
                <a:lnTo>
                  <a:pt x="29111" y="1048539"/>
                </a:lnTo>
                <a:lnTo>
                  <a:pt x="29197" y="1049019"/>
                </a:lnTo>
                <a:lnTo>
                  <a:pt x="29348" y="1049019"/>
                </a:lnTo>
                <a:lnTo>
                  <a:pt x="31292" y="1057910"/>
                </a:lnTo>
                <a:lnTo>
                  <a:pt x="31476" y="1057910"/>
                </a:lnTo>
                <a:lnTo>
                  <a:pt x="33832" y="1066800"/>
                </a:lnTo>
                <a:lnTo>
                  <a:pt x="34034" y="1066800"/>
                </a:lnTo>
                <a:lnTo>
                  <a:pt x="36779" y="1075689"/>
                </a:lnTo>
                <a:lnTo>
                  <a:pt x="37074" y="1075689"/>
                </a:lnTo>
                <a:lnTo>
                  <a:pt x="40144" y="1083310"/>
                </a:lnTo>
                <a:lnTo>
                  <a:pt x="39903" y="1083310"/>
                </a:lnTo>
                <a:lnTo>
                  <a:pt x="43903" y="1092200"/>
                </a:lnTo>
                <a:lnTo>
                  <a:pt x="44266" y="1092200"/>
                </a:lnTo>
                <a:lnTo>
                  <a:pt x="48044" y="1099819"/>
                </a:lnTo>
                <a:lnTo>
                  <a:pt x="47752" y="1099819"/>
                </a:lnTo>
                <a:lnTo>
                  <a:pt x="52565" y="1107439"/>
                </a:lnTo>
                <a:lnTo>
                  <a:pt x="52235" y="1107439"/>
                </a:lnTo>
                <a:lnTo>
                  <a:pt x="57442" y="1115060"/>
                </a:lnTo>
                <a:lnTo>
                  <a:pt x="57099" y="1115060"/>
                </a:lnTo>
                <a:lnTo>
                  <a:pt x="62661" y="1122680"/>
                </a:lnTo>
                <a:lnTo>
                  <a:pt x="62293" y="1122680"/>
                </a:lnTo>
                <a:lnTo>
                  <a:pt x="68224" y="1130300"/>
                </a:lnTo>
                <a:lnTo>
                  <a:pt x="68889" y="1130300"/>
                </a:lnTo>
                <a:lnTo>
                  <a:pt x="74117" y="1136650"/>
                </a:lnTo>
                <a:lnTo>
                  <a:pt x="73710" y="1136650"/>
                </a:lnTo>
                <a:lnTo>
                  <a:pt x="80327" y="1143000"/>
                </a:lnTo>
                <a:lnTo>
                  <a:pt x="79895" y="1143000"/>
                </a:lnTo>
                <a:lnTo>
                  <a:pt x="86829" y="1149350"/>
                </a:lnTo>
                <a:lnTo>
                  <a:pt x="86385" y="1149350"/>
                </a:lnTo>
                <a:lnTo>
                  <a:pt x="93637" y="1155700"/>
                </a:lnTo>
                <a:lnTo>
                  <a:pt x="94675" y="1155700"/>
                </a:lnTo>
                <a:lnTo>
                  <a:pt x="100711" y="1160780"/>
                </a:lnTo>
                <a:lnTo>
                  <a:pt x="100228" y="1160780"/>
                </a:lnTo>
                <a:lnTo>
                  <a:pt x="108051" y="1165860"/>
                </a:lnTo>
                <a:lnTo>
                  <a:pt x="107556" y="1165860"/>
                </a:lnTo>
                <a:lnTo>
                  <a:pt x="115658" y="1170939"/>
                </a:lnTo>
                <a:lnTo>
                  <a:pt x="115125" y="1170939"/>
                </a:lnTo>
                <a:lnTo>
                  <a:pt x="123494" y="1174750"/>
                </a:lnTo>
                <a:lnTo>
                  <a:pt x="122961" y="1174750"/>
                </a:lnTo>
                <a:lnTo>
                  <a:pt x="131572" y="1179830"/>
                </a:lnTo>
                <a:lnTo>
                  <a:pt x="133223" y="1179830"/>
                </a:lnTo>
                <a:lnTo>
                  <a:pt x="139852" y="1183639"/>
                </a:lnTo>
                <a:lnTo>
                  <a:pt x="142307" y="1183639"/>
                </a:lnTo>
                <a:lnTo>
                  <a:pt x="148361" y="1186180"/>
                </a:lnTo>
                <a:lnTo>
                  <a:pt x="147764" y="1186180"/>
                </a:lnTo>
                <a:lnTo>
                  <a:pt x="157048" y="1189989"/>
                </a:lnTo>
                <a:lnTo>
                  <a:pt x="159609" y="1189989"/>
                </a:lnTo>
                <a:lnTo>
                  <a:pt x="165925" y="1192530"/>
                </a:lnTo>
                <a:lnTo>
                  <a:pt x="170148" y="1192530"/>
                </a:lnTo>
                <a:lnTo>
                  <a:pt x="174980" y="1193800"/>
                </a:lnTo>
                <a:lnTo>
                  <a:pt x="174358" y="1193800"/>
                </a:lnTo>
                <a:lnTo>
                  <a:pt x="184188" y="1195069"/>
                </a:lnTo>
                <a:lnTo>
                  <a:pt x="183553" y="1195069"/>
                </a:lnTo>
                <a:lnTo>
                  <a:pt x="192571" y="1196215"/>
                </a:lnTo>
                <a:lnTo>
                  <a:pt x="198132" y="1197610"/>
                </a:lnTo>
                <a:lnTo>
                  <a:pt x="10215892" y="1197610"/>
                </a:lnTo>
                <a:lnTo>
                  <a:pt x="10206736" y="1202689"/>
                </a:lnTo>
                <a:lnTo>
                  <a:pt x="10197325" y="1206500"/>
                </a:lnTo>
                <a:lnTo>
                  <a:pt x="10177792" y="1214119"/>
                </a:lnTo>
                <a:lnTo>
                  <a:pt x="10157421" y="1219200"/>
                </a:lnTo>
                <a:lnTo>
                  <a:pt x="10136416" y="1221739"/>
                </a:lnTo>
                <a:lnTo>
                  <a:pt x="10130955" y="1223010"/>
                </a:lnTo>
                <a:close/>
              </a:path>
              <a:path w="10327005" h="1223010">
                <a:moveTo>
                  <a:pt x="207378" y="25400"/>
                </a:moveTo>
                <a:lnTo>
                  <a:pt x="207695" y="24129"/>
                </a:lnTo>
                <a:lnTo>
                  <a:pt x="212534" y="24129"/>
                </a:lnTo>
                <a:lnTo>
                  <a:pt x="207378" y="25400"/>
                </a:lnTo>
                <a:close/>
              </a:path>
              <a:path w="10327005" h="1223010">
                <a:moveTo>
                  <a:pt x="10119614" y="25400"/>
                </a:moveTo>
                <a:lnTo>
                  <a:pt x="10114470" y="24129"/>
                </a:lnTo>
                <a:lnTo>
                  <a:pt x="10119296" y="24129"/>
                </a:lnTo>
                <a:lnTo>
                  <a:pt x="10119614" y="25400"/>
                </a:lnTo>
                <a:close/>
              </a:path>
              <a:path w="10327005" h="1223010">
                <a:moveTo>
                  <a:pt x="10219448" y="57150"/>
                </a:moveTo>
                <a:lnTo>
                  <a:pt x="10211346" y="52070"/>
                </a:lnTo>
                <a:lnTo>
                  <a:pt x="10211866" y="52070"/>
                </a:lnTo>
                <a:lnTo>
                  <a:pt x="10203510" y="46989"/>
                </a:lnTo>
                <a:lnTo>
                  <a:pt x="10204043" y="46989"/>
                </a:lnTo>
                <a:lnTo>
                  <a:pt x="10195433" y="43179"/>
                </a:lnTo>
                <a:lnTo>
                  <a:pt x="10195991" y="43179"/>
                </a:lnTo>
                <a:lnTo>
                  <a:pt x="10187139" y="39370"/>
                </a:lnTo>
                <a:lnTo>
                  <a:pt x="10187711" y="39370"/>
                </a:lnTo>
                <a:lnTo>
                  <a:pt x="10178643" y="35560"/>
                </a:lnTo>
                <a:lnTo>
                  <a:pt x="10179227" y="35560"/>
                </a:lnTo>
                <a:lnTo>
                  <a:pt x="10169956" y="33020"/>
                </a:lnTo>
                <a:lnTo>
                  <a:pt x="10170553" y="33020"/>
                </a:lnTo>
                <a:lnTo>
                  <a:pt x="10161079" y="30479"/>
                </a:lnTo>
                <a:lnTo>
                  <a:pt x="10161689" y="30479"/>
                </a:lnTo>
                <a:lnTo>
                  <a:pt x="10151422" y="27781"/>
                </a:lnTo>
                <a:lnTo>
                  <a:pt x="10142816" y="26670"/>
                </a:lnTo>
                <a:lnTo>
                  <a:pt x="10143439" y="26670"/>
                </a:lnTo>
                <a:lnTo>
                  <a:pt x="10133444" y="25400"/>
                </a:lnTo>
                <a:lnTo>
                  <a:pt x="10124427" y="25400"/>
                </a:lnTo>
                <a:lnTo>
                  <a:pt x="10119296" y="24129"/>
                </a:lnTo>
                <a:lnTo>
                  <a:pt x="10213603" y="24129"/>
                </a:lnTo>
                <a:lnTo>
                  <a:pt x="10249763" y="48260"/>
                </a:lnTo>
                <a:lnTo>
                  <a:pt x="10258948" y="55879"/>
                </a:lnTo>
                <a:lnTo>
                  <a:pt x="10218940" y="55879"/>
                </a:lnTo>
                <a:lnTo>
                  <a:pt x="10219448" y="57150"/>
                </a:lnTo>
                <a:close/>
              </a:path>
              <a:path w="10327005" h="1223010">
                <a:moveTo>
                  <a:pt x="107556" y="57150"/>
                </a:moveTo>
                <a:lnTo>
                  <a:pt x="108051" y="55879"/>
                </a:lnTo>
                <a:lnTo>
                  <a:pt x="109581" y="55879"/>
                </a:lnTo>
                <a:lnTo>
                  <a:pt x="107556" y="57150"/>
                </a:lnTo>
                <a:close/>
              </a:path>
              <a:path w="10327005" h="1223010">
                <a:moveTo>
                  <a:pt x="10247096" y="80010"/>
                </a:moveTo>
                <a:lnTo>
                  <a:pt x="10240162" y="73660"/>
                </a:lnTo>
                <a:lnTo>
                  <a:pt x="10240606" y="73660"/>
                </a:lnTo>
                <a:lnTo>
                  <a:pt x="10233367" y="67310"/>
                </a:lnTo>
                <a:lnTo>
                  <a:pt x="10233837" y="67310"/>
                </a:lnTo>
                <a:lnTo>
                  <a:pt x="10226281" y="62229"/>
                </a:lnTo>
                <a:lnTo>
                  <a:pt x="10226776" y="62229"/>
                </a:lnTo>
                <a:lnTo>
                  <a:pt x="10218940" y="55879"/>
                </a:lnTo>
                <a:lnTo>
                  <a:pt x="10258948" y="55879"/>
                </a:lnTo>
                <a:lnTo>
                  <a:pt x="10264851" y="60960"/>
                </a:lnTo>
                <a:lnTo>
                  <a:pt x="10271874" y="68579"/>
                </a:lnTo>
                <a:lnTo>
                  <a:pt x="10278554" y="76200"/>
                </a:lnTo>
                <a:lnTo>
                  <a:pt x="10280354" y="78739"/>
                </a:lnTo>
                <a:lnTo>
                  <a:pt x="10246677" y="78739"/>
                </a:lnTo>
                <a:lnTo>
                  <a:pt x="10247096" y="80010"/>
                </a:lnTo>
                <a:close/>
              </a:path>
              <a:path w="10327005" h="1223010">
                <a:moveTo>
                  <a:pt x="79895" y="80010"/>
                </a:moveTo>
                <a:lnTo>
                  <a:pt x="80327" y="78739"/>
                </a:lnTo>
                <a:lnTo>
                  <a:pt x="81282" y="78739"/>
                </a:lnTo>
                <a:lnTo>
                  <a:pt x="79895" y="80010"/>
                </a:lnTo>
                <a:close/>
              </a:path>
              <a:path w="10327005" h="1223010">
                <a:moveTo>
                  <a:pt x="10264698" y="100329"/>
                </a:moveTo>
                <a:lnTo>
                  <a:pt x="10258767" y="92710"/>
                </a:lnTo>
                <a:lnTo>
                  <a:pt x="10259161" y="92710"/>
                </a:lnTo>
                <a:lnTo>
                  <a:pt x="10252875" y="86360"/>
                </a:lnTo>
                <a:lnTo>
                  <a:pt x="10253281" y="86360"/>
                </a:lnTo>
                <a:lnTo>
                  <a:pt x="10246677" y="78739"/>
                </a:lnTo>
                <a:lnTo>
                  <a:pt x="10280354" y="78739"/>
                </a:lnTo>
                <a:lnTo>
                  <a:pt x="10284853" y="85089"/>
                </a:lnTo>
                <a:lnTo>
                  <a:pt x="10290784" y="92710"/>
                </a:lnTo>
                <a:lnTo>
                  <a:pt x="10294730" y="99060"/>
                </a:lnTo>
                <a:lnTo>
                  <a:pt x="10264330" y="99060"/>
                </a:lnTo>
                <a:lnTo>
                  <a:pt x="10264698" y="100329"/>
                </a:lnTo>
                <a:close/>
              </a:path>
              <a:path w="10327005" h="1223010">
                <a:moveTo>
                  <a:pt x="62293" y="100329"/>
                </a:moveTo>
                <a:lnTo>
                  <a:pt x="62661" y="99060"/>
                </a:lnTo>
                <a:lnTo>
                  <a:pt x="63281" y="99060"/>
                </a:lnTo>
                <a:lnTo>
                  <a:pt x="62293" y="100329"/>
                </a:lnTo>
                <a:close/>
              </a:path>
              <a:path w="10327005" h="1223010">
                <a:moveTo>
                  <a:pt x="10269905" y="107950"/>
                </a:moveTo>
                <a:lnTo>
                  <a:pt x="10264330" y="99060"/>
                </a:lnTo>
                <a:lnTo>
                  <a:pt x="10294730" y="99060"/>
                </a:lnTo>
                <a:lnTo>
                  <a:pt x="10296309" y="101600"/>
                </a:lnTo>
                <a:lnTo>
                  <a:pt x="10299233" y="106679"/>
                </a:lnTo>
                <a:lnTo>
                  <a:pt x="10269562" y="106679"/>
                </a:lnTo>
                <a:lnTo>
                  <a:pt x="10269905" y="107950"/>
                </a:lnTo>
                <a:close/>
              </a:path>
              <a:path w="10327005" h="1223010">
                <a:moveTo>
                  <a:pt x="57099" y="107950"/>
                </a:moveTo>
                <a:lnTo>
                  <a:pt x="57442" y="106679"/>
                </a:lnTo>
                <a:lnTo>
                  <a:pt x="57893" y="106679"/>
                </a:lnTo>
                <a:lnTo>
                  <a:pt x="57099" y="107950"/>
                </a:lnTo>
                <a:close/>
              </a:path>
              <a:path w="10327005" h="1223010">
                <a:moveTo>
                  <a:pt x="10274757" y="115570"/>
                </a:moveTo>
                <a:lnTo>
                  <a:pt x="10269562" y="106679"/>
                </a:lnTo>
                <a:lnTo>
                  <a:pt x="10299233" y="106679"/>
                </a:lnTo>
                <a:lnTo>
                  <a:pt x="10301427" y="110489"/>
                </a:lnTo>
                <a:lnTo>
                  <a:pt x="10303435" y="114300"/>
                </a:lnTo>
                <a:lnTo>
                  <a:pt x="10274439" y="114300"/>
                </a:lnTo>
                <a:lnTo>
                  <a:pt x="10274757" y="115570"/>
                </a:lnTo>
                <a:close/>
              </a:path>
              <a:path w="10327005" h="1223010">
                <a:moveTo>
                  <a:pt x="52235" y="115570"/>
                </a:moveTo>
                <a:lnTo>
                  <a:pt x="52565" y="114300"/>
                </a:lnTo>
                <a:lnTo>
                  <a:pt x="52978" y="114300"/>
                </a:lnTo>
                <a:lnTo>
                  <a:pt x="52235" y="115570"/>
                </a:lnTo>
                <a:close/>
              </a:path>
              <a:path w="10327005" h="1223010">
                <a:moveTo>
                  <a:pt x="10279253" y="123189"/>
                </a:moveTo>
                <a:lnTo>
                  <a:pt x="10274439" y="114300"/>
                </a:lnTo>
                <a:lnTo>
                  <a:pt x="10303435" y="114300"/>
                </a:lnTo>
                <a:lnTo>
                  <a:pt x="10306113" y="119379"/>
                </a:lnTo>
                <a:lnTo>
                  <a:pt x="10307177" y="121920"/>
                </a:lnTo>
                <a:lnTo>
                  <a:pt x="10278960" y="121920"/>
                </a:lnTo>
                <a:lnTo>
                  <a:pt x="10279253" y="123189"/>
                </a:lnTo>
                <a:close/>
              </a:path>
              <a:path w="10327005" h="1223010">
                <a:moveTo>
                  <a:pt x="47752" y="123189"/>
                </a:moveTo>
                <a:lnTo>
                  <a:pt x="48044" y="121920"/>
                </a:lnTo>
                <a:lnTo>
                  <a:pt x="48439" y="121920"/>
                </a:lnTo>
                <a:lnTo>
                  <a:pt x="47752" y="123189"/>
                </a:lnTo>
                <a:close/>
              </a:path>
              <a:path w="10327005" h="1223010">
                <a:moveTo>
                  <a:pt x="10287101" y="139700"/>
                </a:moveTo>
                <a:lnTo>
                  <a:pt x="10283101" y="130810"/>
                </a:lnTo>
                <a:lnTo>
                  <a:pt x="10283367" y="130810"/>
                </a:lnTo>
                <a:lnTo>
                  <a:pt x="10278960" y="121920"/>
                </a:lnTo>
                <a:lnTo>
                  <a:pt x="10307177" y="121920"/>
                </a:lnTo>
                <a:lnTo>
                  <a:pt x="10310367" y="129539"/>
                </a:lnTo>
                <a:lnTo>
                  <a:pt x="10314178" y="138429"/>
                </a:lnTo>
                <a:lnTo>
                  <a:pt x="10286860" y="138429"/>
                </a:lnTo>
                <a:lnTo>
                  <a:pt x="10287101" y="139700"/>
                </a:lnTo>
                <a:close/>
              </a:path>
              <a:path w="10327005" h="1223010">
                <a:moveTo>
                  <a:pt x="39903" y="139700"/>
                </a:moveTo>
                <a:lnTo>
                  <a:pt x="40144" y="138429"/>
                </a:lnTo>
                <a:lnTo>
                  <a:pt x="40474" y="138429"/>
                </a:lnTo>
                <a:lnTo>
                  <a:pt x="39903" y="139700"/>
                </a:lnTo>
                <a:close/>
              </a:path>
              <a:path w="10327005" h="1223010">
                <a:moveTo>
                  <a:pt x="10323585" y="1049019"/>
                </a:moveTo>
                <a:lnTo>
                  <a:pt x="10297807" y="1049019"/>
                </a:lnTo>
                <a:lnTo>
                  <a:pt x="10299768" y="1037650"/>
                </a:lnTo>
                <a:lnTo>
                  <a:pt x="10300690" y="1029969"/>
                </a:lnTo>
                <a:lnTo>
                  <a:pt x="10301414" y="1021080"/>
                </a:lnTo>
                <a:lnTo>
                  <a:pt x="10301455" y="1019810"/>
                </a:lnTo>
                <a:lnTo>
                  <a:pt x="10301570" y="205739"/>
                </a:lnTo>
                <a:lnTo>
                  <a:pt x="10301427" y="201929"/>
                </a:lnTo>
                <a:lnTo>
                  <a:pt x="10299558" y="184141"/>
                </a:lnTo>
                <a:lnTo>
                  <a:pt x="10297934" y="173989"/>
                </a:lnTo>
                <a:lnTo>
                  <a:pt x="10295699" y="165100"/>
                </a:lnTo>
                <a:lnTo>
                  <a:pt x="10295864" y="165100"/>
                </a:lnTo>
                <a:lnTo>
                  <a:pt x="10293172" y="156210"/>
                </a:lnTo>
                <a:lnTo>
                  <a:pt x="10293362" y="156210"/>
                </a:lnTo>
                <a:lnTo>
                  <a:pt x="10290213" y="147320"/>
                </a:lnTo>
                <a:lnTo>
                  <a:pt x="10290429" y="147320"/>
                </a:lnTo>
                <a:lnTo>
                  <a:pt x="10286860" y="138429"/>
                </a:lnTo>
                <a:lnTo>
                  <a:pt x="10314178" y="138429"/>
                </a:lnTo>
                <a:lnTo>
                  <a:pt x="10324630" y="179070"/>
                </a:lnTo>
                <a:lnTo>
                  <a:pt x="10327005" y="205739"/>
                </a:lnTo>
                <a:lnTo>
                  <a:pt x="10327005" y="1016000"/>
                </a:lnTo>
                <a:lnTo>
                  <a:pt x="10323664" y="1048539"/>
                </a:lnTo>
                <a:lnTo>
                  <a:pt x="10323585" y="1049019"/>
                </a:lnTo>
                <a:close/>
              </a:path>
              <a:path w="10327005" h="1223010">
                <a:moveTo>
                  <a:pt x="10321864" y="1057910"/>
                </a:moveTo>
                <a:lnTo>
                  <a:pt x="10295699" y="1057910"/>
                </a:lnTo>
                <a:lnTo>
                  <a:pt x="10297931" y="1047765"/>
                </a:lnTo>
                <a:lnTo>
                  <a:pt x="10297807" y="1049019"/>
                </a:lnTo>
                <a:lnTo>
                  <a:pt x="10323585" y="1049019"/>
                </a:lnTo>
                <a:lnTo>
                  <a:pt x="10322750" y="1054100"/>
                </a:lnTo>
                <a:lnTo>
                  <a:pt x="10321864" y="1057910"/>
                </a:lnTo>
                <a:close/>
              </a:path>
              <a:path w="10327005" h="1223010">
                <a:moveTo>
                  <a:pt x="29348" y="1049019"/>
                </a:moveTo>
                <a:lnTo>
                  <a:pt x="29197" y="1049019"/>
                </a:lnTo>
                <a:lnTo>
                  <a:pt x="29149" y="1048539"/>
                </a:lnTo>
                <a:lnTo>
                  <a:pt x="29348" y="1049019"/>
                </a:lnTo>
                <a:close/>
              </a:path>
              <a:path w="10327005" h="1223010">
                <a:moveTo>
                  <a:pt x="31476" y="1057910"/>
                </a:moveTo>
                <a:lnTo>
                  <a:pt x="31292" y="1057910"/>
                </a:lnTo>
                <a:lnTo>
                  <a:pt x="31140" y="1056639"/>
                </a:lnTo>
                <a:lnTo>
                  <a:pt x="31476" y="1057910"/>
                </a:lnTo>
                <a:close/>
              </a:path>
              <a:path w="10327005" h="1223010">
                <a:moveTo>
                  <a:pt x="10319670" y="1066800"/>
                </a:moveTo>
                <a:lnTo>
                  <a:pt x="10293172" y="1066800"/>
                </a:lnTo>
                <a:lnTo>
                  <a:pt x="10295864" y="1056639"/>
                </a:lnTo>
                <a:lnTo>
                  <a:pt x="10295699" y="1057910"/>
                </a:lnTo>
                <a:lnTo>
                  <a:pt x="10321864" y="1057910"/>
                </a:lnTo>
                <a:lnTo>
                  <a:pt x="10320388" y="1064260"/>
                </a:lnTo>
                <a:lnTo>
                  <a:pt x="10319670" y="1066800"/>
                </a:lnTo>
                <a:close/>
              </a:path>
              <a:path w="10327005" h="1223010">
                <a:moveTo>
                  <a:pt x="34034" y="1066800"/>
                </a:moveTo>
                <a:lnTo>
                  <a:pt x="33832" y="1066800"/>
                </a:lnTo>
                <a:lnTo>
                  <a:pt x="33642" y="1065530"/>
                </a:lnTo>
                <a:lnTo>
                  <a:pt x="34034" y="1066800"/>
                </a:lnTo>
                <a:close/>
              </a:path>
              <a:path w="10327005" h="1223010">
                <a:moveTo>
                  <a:pt x="10317041" y="1075689"/>
                </a:moveTo>
                <a:lnTo>
                  <a:pt x="10290213" y="1075689"/>
                </a:lnTo>
                <a:lnTo>
                  <a:pt x="10293362" y="1065530"/>
                </a:lnTo>
                <a:lnTo>
                  <a:pt x="10293172" y="1066800"/>
                </a:lnTo>
                <a:lnTo>
                  <a:pt x="10319670" y="1066800"/>
                </a:lnTo>
                <a:lnTo>
                  <a:pt x="10317518" y="1074419"/>
                </a:lnTo>
                <a:lnTo>
                  <a:pt x="10317041" y="1075689"/>
                </a:lnTo>
                <a:close/>
              </a:path>
              <a:path w="10327005" h="1223010">
                <a:moveTo>
                  <a:pt x="37074" y="1075689"/>
                </a:moveTo>
                <a:lnTo>
                  <a:pt x="36779" y="1075689"/>
                </a:lnTo>
                <a:lnTo>
                  <a:pt x="36563" y="1074419"/>
                </a:lnTo>
                <a:lnTo>
                  <a:pt x="37074" y="1075689"/>
                </a:lnTo>
                <a:close/>
              </a:path>
              <a:path w="10327005" h="1223010">
                <a:moveTo>
                  <a:pt x="10310844" y="1092200"/>
                </a:moveTo>
                <a:lnTo>
                  <a:pt x="10283101" y="1092200"/>
                </a:lnTo>
                <a:lnTo>
                  <a:pt x="10287101" y="1083310"/>
                </a:lnTo>
                <a:lnTo>
                  <a:pt x="10286860" y="1083310"/>
                </a:lnTo>
                <a:lnTo>
                  <a:pt x="10290429" y="1074419"/>
                </a:lnTo>
                <a:lnTo>
                  <a:pt x="10290213" y="1075689"/>
                </a:lnTo>
                <a:lnTo>
                  <a:pt x="10317041" y="1075689"/>
                </a:lnTo>
                <a:lnTo>
                  <a:pt x="10310844" y="1092200"/>
                </a:lnTo>
                <a:close/>
              </a:path>
              <a:path w="10327005" h="1223010">
                <a:moveTo>
                  <a:pt x="44266" y="1092200"/>
                </a:moveTo>
                <a:lnTo>
                  <a:pt x="43903" y="1092200"/>
                </a:lnTo>
                <a:lnTo>
                  <a:pt x="43637" y="1090930"/>
                </a:lnTo>
                <a:lnTo>
                  <a:pt x="44266" y="1092200"/>
                </a:lnTo>
                <a:close/>
              </a:path>
              <a:path w="10327005" h="1223010">
                <a:moveTo>
                  <a:pt x="10289937" y="1130300"/>
                </a:moveTo>
                <a:lnTo>
                  <a:pt x="10258767" y="1130300"/>
                </a:lnTo>
                <a:lnTo>
                  <a:pt x="10264698" y="1122680"/>
                </a:lnTo>
                <a:lnTo>
                  <a:pt x="10264330" y="1122680"/>
                </a:lnTo>
                <a:lnTo>
                  <a:pt x="10269905" y="1115060"/>
                </a:lnTo>
                <a:lnTo>
                  <a:pt x="10269562" y="1115060"/>
                </a:lnTo>
                <a:lnTo>
                  <a:pt x="10274757" y="1107439"/>
                </a:lnTo>
                <a:lnTo>
                  <a:pt x="10274439" y="1107439"/>
                </a:lnTo>
                <a:lnTo>
                  <a:pt x="10279253" y="1099819"/>
                </a:lnTo>
                <a:lnTo>
                  <a:pt x="10278960" y="1099819"/>
                </a:lnTo>
                <a:lnTo>
                  <a:pt x="10283367" y="1090930"/>
                </a:lnTo>
                <a:lnTo>
                  <a:pt x="10283101" y="1092200"/>
                </a:lnTo>
                <a:lnTo>
                  <a:pt x="10310844" y="1092200"/>
                </a:lnTo>
                <a:lnTo>
                  <a:pt x="10310367" y="1093469"/>
                </a:lnTo>
                <a:lnTo>
                  <a:pt x="10306113" y="1102360"/>
                </a:lnTo>
                <a:lnTo>
                  <a:pt x="10301427" y="1112519"/>
                </a:lnTo>
                <a:lnTo>
                  <a:pt x="10296309" y="1121410"/>
                </a:lnTo>
                <a:lnTo>
                  <a:pt x="10290784" y="1129030"/>
                </a:lnTo>
                <a:lnTo>
                  <a:pt x="10289937" y="1130300"/>
                </a:lnTo>
                <a:close/>
              </a:path>
              <a:path w="10327005" h="1223010">
                <a:moveTo>
                  <a:pt x="68889" y="1130300"/>
                </a:moveTo>
                <a:lnTo>
                  <a:pt x="68224" y="1130300"/>
                </a:lnTo>
                <a:lnTo>
                  <a:pt x="67843" y="1129030"/>
                </a:lnTo>
                <a:lnTo>
                  <a:pt x="68889" y="1130300"/>
                </a:lnTo>
                <a:close/>
              </a:path>
              <a:path w="10327005" h="1223010">
                <a:moveTo>
                  <a:pt x="10269533" y="1155700"/>
                </a:moveTo>
                <a:lnTo>
                  <a:pt x="10233367" y="1155700"/>
                </a:lnTo>
                <a:lnTo>
                  <a:pt x="10240606" y="1149350"/>
                </a:lnTo>
                <a:lnTo>
                  <a:pt x="10240162" y="1149350"/>
                </a:lnTo>
                <a:lnTo>
                  <a:pt x="10247096" y="1143000"/>
                </a:lnTo>
                <a:lnTo>
                  <a:pt x="10246677" y="1143000"/>
                </a:lnTo>
                <a:lnTo>
                  <a:pt x="10253281" y="1136650"/>
                </a:lnTo>
                <a:lnTo>
                  <a:pt x="10252875" y="1136650"/>
                </a:lnTo>
                <a:lnTo>
                  <a:pt x="10259161" y="1129030"/>
                </a:lnTo>
                <a:lnTo>
                  <a:pt x="10258767" y="1130300"/>
                </a:lnTo>
                <a:lnTo>
                  <a:pt x="10289937" y="1130300"/>
                </a:lnTo>
                <a:lnTo>
                  <a:pt x="10284853" y="1137919"/>
                </a:lnTo>
                <a:lnTo>
                  <a:pt x="10278554" y="1145539"/>
                </a:lnTo>
                <a:lnTo>
                  <a:pt x="10271874" y="1153160"/>
                </a:lnTo>
                <a:lnTo>
                  <a:pt x="10269533" y="1155700"/>
                </a:lnTo>
                <a:close/>
              </a:path>
              <a:path w="10327005" h="1223010">
                <a:moveTo>
                  <a:pt x="94675" y="1155700"/>
                </a:moveTo>
                <a:lnTo>
                  <a:pt x="93637" y="1155700"/>
                </a:lnTo>
                <a:lnTo>
                  <a:pt x="93167" y="1154430"/>
                </a:lnTo>
                <a:lnTo>
                  <a:pt x="94675" y="1155700"/>
                </a:lnTo>
                <a:close/>
              </a:path>
              <a:path w="10327005" h="1223010">
                <a:moveTo>
                  <a:pt x="10243342" y="1179830"/>
                </a:moveTo>
                <a:lnTo>
                  <a:pt x="10195433" y="1179830"/>
                </a:lnTo>
                <a:lnTo>
                  <a:pt x="10204043" y="1174750"/>
                </a:lnTo>
                <a:lnTo>
                  <a:pt x="10203510" y="1174750"/>
                </a:lnTo>
                <a:lnTo>
                  <a:pt x="10211866" y="1170939"/>
                </a:lnTo>
                <a:lnTo>
                  <a:pt x="10211346" y="1170939"/>
                </a:lnTo>
                <a:lnTo>
                  <a:pt x="10219448" y="1165860"/>
                </a:lnTo>
                <a:lnTo>
                  <a:pt x="10218940" y="1165860"/>
                </a:lnTo>
                <a:lnTo>
                  <a:pt x="10226776" y="1160780"/>
                </a:lnTo>
                <a:lnTo>
                  <a:pt x="10226281" y="1160780"/>
                </a:lnTo>
                <a:lnTo>
                  <a:pt x="10233837" y="1154430"/>
                </a:lnTo>
                <a:lnTo>
                  <a:pt x="10233367" y="1155700"/>
                </a:lnTo>
                <a:lnTo>
                  <a:pt x="10269533" y="1155700"/>
                </a:lnTo>
                <a:lnTo>
                  <a:pt x="10264851" y="1160780"/>
                </a:lnTo>
                <a:lnTo>
                  <a:pt x="10257472" y="1168400"/>
                </a:lnTo>
                <a:lnTo>
                  <a:pt x="10249763" y="1174750"/>
                </a:lnTo>
                <a:lnTo>
                  <a:pt x="10243342" y="1179830"/>
                </a:lnTo>
                <a:close/>
              </a:path>
              <a:path w="10327005" h="1223010">
                <a:moveTo>
                  <a:pt x="133223" y="1179830"/>
                </a:moveTo>
                <a:lnTo>
                  <a:pt x="131572" y="1179830"/>
                </a:lnTo>
                <a:lnTo>
                  <a:pt x="131013" y="1178560"/>
                </a:lnTo>
                <a:lnTo>
                  <a:pt x="133223" y="1179830"/>
                </a:lnTo>
                <a:close/>
              </a:path>
              <a:path w="10327005" h="1223010">
                <a:moveTo>
                  <a:pt x="10238409" y="1183639"/>
                </a:moveTo>
                <a:lnTo>
                  <a:pt x="10187139" y="1183639"/>
                </a:lnTo>
                <a:lnTo>
                  <a:pt x="10195991" y="1178560"/>
                </a:lnTo>
                <a:lnTo>
                  <a:pt x="10195433" y="1179830"/>
                </a:lnTo>
                <a:lnTo>
                  <a:pt x="10243342" y="1179830"/>
                </a:lnTo>
                <a:lnTo>
                  <a:pt x="10241737" y="1181100"/>
                </a:lnTo>
                <a:lnTo>
                  <a:pt x="10238409" y="1183639"/>
                </a:lnTo>
                <a:close/>
              </a:path>
              <a:path w="10327005" h="1223010">
                <a:moveTo>
                  <a:pt x="142307" y="1183639"/>
                </a:moveTo>
                <a:lnTo>
                  <a:pt x="139852" y="1183639"/>
                </a:lnTo>
                <a:lnTo>
                  <a:pt x="139280" y="1182369"/>
                </a:lnTo>
                <a:lnTo>
                  <a:pt x="142307" y="1183639"/>
                </a:lnTo>
                <a:close/>
              </a:path>
              <a:path w="10327005" h="1223010">
                <a:moveTo>
                  <a:pt x="10229107" y="1189989"/>
                </a:moveTo>
                <a:lnTo>
                  <a:pt x="10169956" y="1189989"/>
                </a:lnTo>
                <a:lnTo>
                  <a:pt x="10179227" y="1186180"/>
                </a:lnTo>
                <a:lnTo>
                  <a:pt x="10178643" y="1186180"/>
                </a:lnTo>
                <a:lnTo>
                  <a:pt x="10187711" y="1182369"/>
                </a:lnTo>
                <a:lnTo>
                  <a:pt x="10187139" y="1183639"/>
                </a:lnTo>
                <a:lnTo>
                  <a:pt x="10238409" y="1183639"/>
                </a:lnTo>
                <a:lnTo>
                  <a:pt x="10233418" y="1187450"/>
                </a:lnTo>
                <a:lnTo>
                  <a:pt x="10229107" y="1189989"/>
                </a:lnTo>
                <a:close/>
              </a:path>
              <a:path w="10327005" h="1223010">
                <a:moveTo>
                  <a:pt x="159609" y="1189989"/>
                </a:moveTo>
                <a:lnTo>
                  <a:pt x="157048" y="1189989"/>
                </a:lnTo>
                <a:lnTo>
                  <a:pt x="156451" y="1188719"/>
                </a:lnTo>
                <a:lnTo>
                  <a:pt x="159609" y="1189989"/>
                </a:lnTo>
                <a:close/>
              </a:path>
              <a:path w="10327005" h="1223010">
                <a:moveTo>
                  <a:pt x="10224795" y="1192530"/>
                </a:moveTo>
                <a:lnTo>
                  <a:pt x="10161079" y="1192530"/>
                </a:lnTo>
                <a:lnTo>
                  <a:pt x="10170553" y="1188719"/>
                </a:lnTo>
                <a:lnTo>
                  <a:pt x="10169956" y="1189989"/>
                </a:lnTo>
                <a:lnTo>
                  <a:pt x="10229107" y="1189989"/>
                </a:lnTo>
                <a:lnTo>
                  <a:pt x="10224795" y="1192530"/>
                </a:lnTo>
                <a:close/>
              </a:path>
              <a:path w="10327005" h="1223010">
                <a:moveTo>
                  <a:pt x="170148" y="1192530"/>
                </a:moveTo>
                <a:lnTo>
                  <a:pt x="165925" y="1192530"/>
                </a:lnTo>
                <a:lnTo>
                  <a:pt x="165315" y="1191260"/>
                </a:lnTo>
                <a:lnTo>
                  <a:pt x="170148" y="1192530"/>
                </a:lnTo>
                <a:close/>
              </a:path>
              <a:path w="10327005" h="1223010">
                <a:moveTo>
                  <a:pt x="10215892" y="1197610"/>
                </a:moveTo>
                <a:lnTo>
                  <a:pt x="10128872" y="1197610"/>
                </a:lnTo>
                <a:lnTo>
                  <a:pt x="10134420" y="1196215"/>
                </a:lnTo>
                <a:lnTo>
                  <a:pt x="10143439" y="1195069"/>
                </a:lnTo>
                <a:lnTo>
                  <a:pt x="10142816" y="1195069"/>
                </a:lnTo>
                <a:lnTo>
                  <a:pt x="10152646" y="1193800"/>
                </a:lnTo>
                <a:lnTo>
                  <a:pt x="10152024" y="1193800"/>
                </a:lnTo>
                <a:lnTo>
                  <a:pt x="10161689" y="1191260"/>
                </a:lnTo>
                <a:lnTo>
                  <a:pt x="10161079" y="1192530"/>
                </a:lnTo>
                <a:lnTo>
                  <a:pt x="10224795" y="1192530"/>
                </a:lnTo>
                <a:lnTo>
                  <a:pt x="10215892" y="1197610"/>
                </a:lnTo>
                <a:close/>
              </a:path>
              <a:path w="10327005" h="1223010">
                <a:moveTo>
                  <a:pt x="193520" y="1196451"/>
                </a:moveTo>
                <a:lnTo>
                  <a:pt x="192584" y="1196215"/>
                </a:lnTo>
                <a:lnTo>
                  <a:pt x="192918" y="1196215"/>
                </a:lnTo>
                <a:lnTo>
                  <a:pt x="193520" y="1196451"/>
                </a:lnTo>
                <a:close/>
              </a:path>
              <a:path w="10327005" h="1223010">
                <a:moveTo>
                  <a:pt x="10133484" y="1196451"/>
                </a:moveTo>
                <a:lnTo>
                  <a:pt x="10134082" y="1196215"/>
                </a:lnTo>
                <a:lnTo>
                  <a:pt x="10134420" y="1196215"/>
                </a:lnTo>
                <a:lnTo>
                  <a:pt x="10133484" y="11964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4" name="object 4">
            <a:extLst>
              <a:ext uri="{FF2B5EF4-FFF2-40B4-BE49-F238E27FC236}">
                <a16:creationId xmlns:a16="http://schemas.microsoft.com/office/drawing/2014/main" id="{11472D45-9536-4277-BCB4-6AB7D16E2D9F}"/>
              </a:ext>
            </a:extLst>
          </p:cNvPr>
          <p:cNvSpPr>
            <a:spLocks noGrp="1"/>
          </p:cNvSpPr>
          <p:nvPr/>
        </p:nvSpPr>
        <p:spPr>
          <a:xfrm>
            <a:off x="2270295" y="5397053"/>
            <a:ext cx="1923389" cy="740410"/>
          </a:xfrm>
          <a:custGeom>
            <a:avLst/>
            <a:gdLst/>
            <a:ahLst/>
            <a:cxnLst/>
            <a:rect l="l" t="t" r="r" b="b"/>
            <a:pathLst>
              <a:path w="2185670" h="841375">
                <a:moveTo>
                  <a:pt x="2045208" y="841248"/>
                </a:moveTo>
                <a:lnTo>
                  <a:pt x="140208" y="841248"/>
                </a:lnTo>
                <a:lnTo>
                  <a:pt x="95725" y="834438"/>
                </a:lnTo>
                <a:lnTo>
                  <a:pt x="57150" y="814699"/>
                </a:lnTo>
                <a:lnTo>
                  <a:pt x="26794" y="784344"/>
                </a:lnTo>
                <a:lnTo>
                  <a:pt x="6973" y="745687"/>
                </a:lnTo>
                <a:lnTo>
                  <a:pt x="0" y="701039"/>
                </a:lnTo>
                <a:lnTo>
                  <a:pt x="0" y="140207"/>
                </a:lnTo>
                <a:lnTo>
                  <a:pt x="6973" y="96115"/>
                </a:lnTo>
                <a:lnTo>
                  <a:pt x="26794" y="57735"/>
                </a:lnTo>
                <a:lnTo>
                  <a:pt x="57150" y="27380"/>
                </a:lnTo>
                <a:lnTo>
                  <a:pt x="95725" y="7363"/>
                </a:lnTo>
                <a:lnTo>
                  <a:pt x="140208" y="0"/>
                </a:lnTo>
                <a:lnTo>
                  <a:pt x="2045208" y="0"/>
                </a:lnTo>
                <a:lnTo>
                  <a:pt x="2089463" y="7363"/>
                </a:lnTo>
                <a:lnTo>
                  <a:pt x="2127924" y="27380"/>
                </a:lnTo>
                <a:lnTo>
                  <a:pt x="2158277" y="57735"/>
                </a:lnTo>
                <a:lnTo>
                  <a:pt x="2178211" y="96115"/>
                </a:lnTo>
                <a:lnTo>
                  <a:pt x="2185416" y="140207"/>
                </a:lnTo>
                <a:lnTo>
                  <a:pt x="2185416" y="701039"/>
                </a:lnTo>
                <a:lnTo>
                  <a:pt x="2178211" y="745687"/>
                </a:lnTo>
                <a:lnTo>
                  <a:pt x="2158277" y="784344"/>
                </a:lnTo>
                <a:lnTo>
                  <a:pt x="2127924" y="814699"/>
                </a:lnTo>
                <a:lnTo>
                  <a:pt x="2089463" y="834438"/>
                </a:lnTo>
                <a:lnTo>
                  <a:pt x="2045208" y="841248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5" name="object 5">
            <a:extLst>
              <a:ext uri="{FF2B5EF4-FFF2-40B4-BE49-F238E27FC236}">
                <a16:creationId xmlns:a16="http://schemas.microsoft.com/office/drawing/2014/main" id="{4C3A2BD7-5331-474E-A1FF-9171343C8825}"/>
              </a:ext>
            </a:extLst>
          </p:cNvPr>
          <p:cNvSpPr>
            <a:spLocks noGrp="1"/>
          </p:cNvSpPr>
          <p:nvPr/>
        </p:nvSpPr>
        <p:spPr>
          <a:xfrm>
            <a:off x="2258795" y="5386267"/>
            <a:ext cx="1945741" cy="762203"/>
          </a:xfrm>
          <a:custGeom>
            <a:avLst/>
            <a:gdLst/>
            <a:ahLst/>
            <a:cxnLst/>
            <a:rect l="l" t="t" r="r" b="b"/>
            <a:pathLst>
              <a:path w="2211070" h="866139">
                <a:moveTo>
                  <a:pt x="2081390" y="864870"/>
                </a:moveTo>
                <a:lnTo>
                  <a:pt x="129679" y="864870"/>
                </a:lnTo>
                <a:lnTo>
                  <a:pt x="122148" y="863600"/>
                </a:lnTo>
                <a:lnTo>
                  <a:pt x="114744" y="861060"/>
                </a:lnTo>
                <a:lnTo>
                  <a:pt x="107480" y="859789"/>
                </a:lnTo>
                <a:lnTo>
                  <a:pt x="93408" y="854710"/>
                </a:lnTo>
                <a:lnTo>
                  <a:pt x="86639" y="850900"/>
                </a:lnTo>
                <a:lnTo>
                  <a:pt x="80035" y="848360"/>
                </a:lnTo>
                <a:lnTo>
                  <a:pt x="73634" y="844550"/>
                </a:lnTo>
                <a:lnTo>
                  <a:pt x="67424" y="840739"/>
                </a:lnTo>
                <a:lnTo>
                  <a:pt x="61429" y="835660"/>
                </a:lnTo>
                <a:lnTo>
                  <a:pt x="55651" y="831850"/>
                </a:lnTo>
                <a:lnTo>
                  <a:pt x="50101" y="826770"/>
                </a:lnTo>
                <a:lnTo>
                  <a:pt x="44792" y="821689"/>
                </a:lnTo>
                <a:lnTo>
                  <a:pt x="39738" y="816610"/>
                </a:lnTo>
                <a:lnTo>
                  <a:pt x="34925" y="810260"/>
                </a:lnTo>
                <a:lnTo>
                  <a:pt x="30391" y="805179"/>
                </a:lnTo>
                <a:lnTo>
                  <a:pt x="9283" y="765810"/>
                </a:lnTo>
                <a:lnTo>
                  <a:pt x="6870" y="758189"/>
                </a:lnTo>
                <a:lnTo>
                  <a:pt x="4813" y="751839"/>
                </a:lnTo>
                <a:lnTo>
                  <a:pt x="0" y="713739"/>
                </a:lnTo>
                <a:lnTo>
                  <a:pt x="0" y="152400"/>
                </a:lnTo>
                <a:lnTo>
                  <a:pt x="158" y="146050"/>
                </a:lnTo>
                <a:lnTo>
                  <a:pt x="190" y="144779"/>
                </a:lnTo>
                <a:lnTo>
                  <a:pt x="540" y="140311"/>
                </a:lnTo>
                <a:lnTo>
                  <a:pt x="563" y="140024"/>
                </a:lnTo>
                <a:lnTo>
                  <a:pt x="687" y="138439"/>
                </a:lnTo>
                <a:lnTo>
                  <a:pt x="9283" y="100329"/>
                </a:lnTo>
                <a:lnTo>
                  <a:pt x="12026" y="92710"/>
                </a:lnTo>
                <a:lnTo>
                  <a:pt x="15087" y="86360"/>
                </a:lnTo>
                <a:lnTo>
                  <a:pt x="18465" y="80010"/>
                </a:lnTo>
                <a:lnTo>
                  <a:pt x="22148" y="72389"/>
                </a:lnTo>
                <a:lnTo>
                  <a:pt x="26123" y="67310"/>
                </a:lnTo>
                <a:lnTo>
                  <a:pt x="30391" y="60960"/>
                </a:lnTo>
                <a:lnTo>
                  <a:pt x="34925" y="54610"/>
                </a:lnTo>
                <a:lnTo>
                  <a:pt x="67424" y="25400"/>
                </a:lnTo>
                <a:lnTo>
                  <a:pt x="114744" y="3810"/>
                </a:lnTo>
                <a:lnTo>
                  <a:pt x="137337" y="0"/>
                </a:lnTo>
                <a:lnTo>
                  <a:pt x="2073744" y="0"/>
                </a:lnTo>
                <a:lnTo>
                  <a:pt x="2124443" y="13970"/>
                </a:lnTo>
                <a:lnTo>
                  <a:pt x="2143645" y="25400"/>
                </a:lnTo>
                <a:lnTo>
                  <a:pt x="140220" y="25400"/>
                </a:lnTo>
                <a:lnTo>
                  <a:pt x="133197" y="26670"/>
                </a:lnTo>
                <a:lnTo>
                  <a:pt x="127546" y="26670"/>
                </a:lnTo>
                <a:lnTo>
                  <a:pt x="120764" y="29210"/>
                </a:lnTo>
                <a:lnTo>
                  <a:pt x="121373" y="29210"/>
                </a:lnTo>
                <a:lnTo>
                  <a:pt x="115888" y="30256"/>
                </a:lnTo>
                <a:lnTo>
                  <a:pt x="108825" y="33020"/>
                </a:lnTo>
                <a:lnTo>
                  <a:pt x="109385" y="33020"/>
                </a:lnTo>
                <a:lnTo>
                  <a:pt x="103869" y="34120"/>
                </a:lnTo>
                <a:lnTo>
                  <a:pt x="99453" y="36829"/>
                </a:lnTo>
                <a:lnTo>
                  <a:pt x="97942" y="36829"/>
                </a:lnTo>
                <a:lnTo>
                  <a:pt x="91897" y="40639"/>
                </a:lnTo>
                <a:lnTo>
                  <a:pt x="92430" y="40639"/>
                </a:lnTo>
                <a:lnTo>
                  <a:pt x="86563" y="43179"/>
                </a:lnTo>
                <a:lnTo>
                  <a:pt x="87083" y="43179"/>
                </a:lnTo>
                <a:lnTo>
                  <a:pt x="81394" y="46989"/>
                </a:lnTo>
                <a:lnTo>
                  <a:pt x="81902" y="46989"/>
                </a:lnTo>
                <a:lnTo>
                  <a:pt x="78236" y="49529"/>
                </a:lnTo>
                <a:lnTo>
                  <a:pt x="76885" y="49529"/>
                </a:lnTo>
                <a:lnTo>
                  <a:pt x="72913" y="53339"/>
                </a:lnTo>
                <a:lnTo>
                  <a:pt x="72059" y="53339"/>
                </a:lnTo>
                <a:lnTo>
                  <a:pt x="68240" y="57150"/>
                </a:lnTo>
                <a:lnTo>
                  <a:pt x="67411" y="57150"/>
                </a:lnTo>
                <a:lnTo>
                  <a:pt x="62547" y="62229"/>
                </a:lnTo>
                <a:lnTo>
                  <a:pt x="62966" y="62229"/>
                </a:lnTo>
                <a:lnTo>
                  <a:pt x="59489" y="66039"/>
                </a:lnTo>
                <a:lnTo>
                  <a:pt x="58737" y="66039"/>
                </a:lnTo>
                <a:lnTo>
                  <a:pt x="54330" y="71120"/>
                </a:lnTo>
                <a:lnTo>
                  <a:pt x="54711" y="71120"/>
                </a:lnTo>
                <a:lnTo>
                  <a:pt x="50546" y="76200"/>
                </a:lnTo>
                <a:lnTo>
                  <a:pt x="50914" y="76200"/>
                </a:lnTo>
                <a:lnTo>
                  <a:pt x="47002" y="81279"/>
                </a:lnTo>
                <a:lnTo>
                  <a:pt x="47345" y="81279"/>
                </a:lnTo>
                <a:lnTo>
                  <a:pt x="43700" y="86360"/>
                </a:lnTo>
                <a:lnTo>
                  <a:pt x="44018" y="86360"/>
                </a:lnTo>
                <a:lnTo>
                  <a:pt x="40640" y="91439"/>
                </a:lnTo>
                <a:lnTo>
                  <a:pt x="40932" y="91439"/>
                </a:lnTo>
                <a:lnTo>
                  <a:pt x="38453" y="96520"/>
                </a:lnTo>
                <a:lnTo>
                  <a:pt x="38100" y="96520"/>
                </a:lnTo>
                <a:lnTo>
                  <a:pt x="35293" y="102870"/>
                </a:lnTo>
                <a:lnTo>
                  <a:pt x="35534" y="102870"/>
                </a:lnTo>
                <a:lnTo>
                  <a:pt x="33533" y="107950"/>
                </a:lnTo>
                <a:lnTo>
                  <a:pt x="33235" y="107950"/>
                </a:lnTo>
                <a:lnTo>
                  <a:pt x="31038" y="114300"/>
                </a:lnTo>
                <a:lnTo>
                  <a:pt x="31229" y="114300"/>
                </a:lnTo>
                <a:lnTo>
                  <a:pt x="29337" y="120650"/>
                </a:lnTo>
                <a:lnTo>
                  <a:pt x="29489" y="120650"/>
                </a:lnTo>
                <a:lnTo>
                  <a:pt x="28239" y="125729"/>
                </a:lnTo>
                <a:lnTo>
                  <a:pt x="28054" y="125729"/>
                </a:lnTo>
                <a:lnTo>
                  <a:pt x="26609" y="134667"/>
                </a:lnTo>
                <a:lnTo>
                  <a:pt x="26017" y="139698"/>
                </a:lnTo>
                <a:lnTo>
                  <a:pt x="25960" y="140311"/>
                </a:lnTo>
                <a:lnTo>
                  <a:pt x="25662" y="144779"/>
                </a:lnTo>
                <a:lnTo>
                  <a:pt x="25577" y="146050"/>
                </a:lnTo>
                <a:lnTo>
                  <a:pt x="25400" y="152400"/>
                </a:lnTo>
                <a:lnTo>
                  <a:pt x="25400" y="713739"/>
                </a:lnTo>
                <a:lnTo>
                  <a:pt x="25552" y="720089"/>
                </a:lnTo>
                <a:lnTo>
                  <a:pt x="26022" y="726439"/>
                </a:lnTo>
                <a:lnTo>
                  <a:pt x="26822" y="732789"/>
                </a:lnTo>
                <a:lnTo>
                  <a:pt x="28054" y="739139"/>
                </a:lnTo>
                <a:lnTo>
                  <a:pt x="27927" y="739139"/>
                </a:lnTo>
                <a:lnTo>
                  <a:pt x="29489" y="745489"/>
                </a:lnTo>
                <a:lnTo>
                  <a:pt x="29337" y="745489"/>
                </a:lnTo>
                <a:lnTo>
                  <a:pt x="31229" y="751839"/>
                </a:lnTo>
                <a:lnTo>
                  <a:pt x="31478" y="751839"/>
                </a:lnTo>
                <a:lnTo>
                  <a:pt x="33235" y="756920"/>
                </a:lnTo>
                <a:lnTo>
                  <a:pt x="33032" y="756920"/>
                </a:lnTo>
                <a:lnTo>
                  <a:pt x="35534" y="763270"/>
                </a:lnTo>
                <a:lnTo>
                  <a:pt x="35293" y="763270"/>
                </a:lnTo>
                <a:lnTo>
                  <a:pt x="38100" y="768350"/>
                </a:lnTo>
                <a:lnTo>
                  <a:pt x="37833" y="768350"/>
                </a:lnTo>
                <a:lnTo>
                  <a:pt x="40932" y="774700"/>
                </a:lnTo>
                <a:lnTo>
                  <a:pt x="41315" y="774700"/>
                </a:lnTo>
                <a:lnTo>
                  <a:pt x="44018" y="779779"/>
                </a:lnTo>
                <a:lnTo>
                  <a:pt x="43700" y="779779"/>
                </a:lnTo>
                <a:lnTo>
                  <a:pt x="47345" y="784860"/>
                </a:lnTo>
                <a:lnTo>
                  <a:pt x="47002" y="784860"/>
                </a:lnTo>
                <a:lnTo>
                  <a:pt x="50914" y="789939"/>
                </a:lnTo>
                <a:lnTo>
                  <a:pt x="50546" y="789939"/>
                </a:lnTo>
                <a:lnTo>
                  <a:pt x="54711" y="795020"/>
                </a:lnTo>
                <a:lnTo>
                  <a:pt x="55432" y="795020"/>
                </a:lnTo>
                <a:lnTo>
                  <a:pt x="58737" y="798829"/>
                </a:lnTo>
                <a:lnTo>
                  <a:pt x="58331" y="798829"/>
                </a:lnTo>
                <a:lnTo>
                  <a:pt x="62966" y="803910"/>
                </a:lnTo>
                <a:lnTo>
                  <a:pt x="62547" y="803910"/>
                </a:lnTo>
                <a:lnTo>
                  <a:pt x="67411" y="807720"/>
                </a:lnTo>
                <a:lnTo>
                  <a:pt x="66967" y="807720"/>
                </a:lnTo>
                <a:lnTo>
                  <a:pt x="72059" y="811529"/>
                </a:lnTo>
                <a:lnTo>
                  <a:pt x="71589" y="811529"/>
                </a:lnTo>
                <a:lnTo>
                  <a:pt x="76885" y="815339"/>
                </a:lnTo>
                <a:lnTo>
                  <a:pt x="76403" y="815339"/>
                </a:lnTo>
                <a:lnTo>
                  <a:pt x="81902" y="819150"/>
                </a:lnTo>
                <a:lnTo>
                  <a:pt x="81394" y="819150"/>
                </a:lnTo>
                <a:lnTo>
                  <a:pt x="87083" y="822960"/>
                </a:lnTo>
                <a:lnTo>
                  <a:pt x="88519" y="822960"/>
                </a:lnTo>
                <a:lnTo>
                  <a:pt x="92430" y="825500"/>
                </a:lnTo>
                <a:lnTo>
                  <a:pt x="91897" y="825500"/>
                </a:lnTo>
                <a:lnTo>
                  <a:pt x="97942" y="828039"/>
                </a:lnTo>
                <a:lnTo>
                  <a:pt x="97383" y="828039"/>
                </a:lnTo>
                <a:lnTo>
                  <a:pt x="103593" y="830579"/>
                </a:lnTo>
                <a:lnTo>
                  <a:pt x="103022" y="830579"/>
                </a:lnTo>
                <a:lnTo>
                  <a:pt x="109385" y="833120"/>
                </a:lnTo>
                <a:lnTo>
                  <a:pt x="108800" y="833120"/>
                </a:lnTo>
                <a:lnTo>
                  <a:pt x="115315" y="835660"/>
                </a:lnTo>
                <a:lnTo>
                  <a:pt x="114719" y="835660"/>
                </a:lnTo>
                <a:lnTo>
                  <a:pt x="121373" y="836929"/>
                </a:lnTo>
                <a:lnTo>
                  <a:pt x="120764" y="836929"/>
                </a:lnTo>
                <a:lnTo>
                  <a:pt x="127546" y="838200"/>
                </a:lnTo>
                <a:lnTo>
                  <a:pt x="126923" y="838200"/>
                </a:lnTo>
                <a:lnTo>
                  <a:pt x="133832" y="839470"/>
                </a:lnTo>
                <a:lnTo>
                  <a:pt x="133197" y="839470"/>
                </a:lnTo>
                <a:lnTo>
                  <a:pt x="140220" y="840739"/>
                </a:lnTo>
                <a:lnTo>
                  <a:pt x="2143645" y="840739"/>
                </a:lnTo>
                <a:lnTo>
                  <a:pt x="2137435" y="844550"/>
                </a:lnTo>
                <a:lnTo>
                  <a:pt x="2131034" y="848360"/>
                </a:lnTo>
                <a:lnTo>
                  <a:pt x="2124443" y="850900"/>
                </a:lnTo>
                <a:lnTo>
                  <a:pt x="2117661" y="854710"/>
                </a:lnTo>
                <a:lnTo>
                  <a:pt x="2103602" y="859789"/>
                </a:lnTo>
                <a:lnTo>
                  <a:pt x="2096338" y="861060"/>
                </a:lnTo>
                <a:lnTo>
                  <a:pt x="2088934" y="863600"/>
                </a:lnTo>
                <a:lnTo>
                  <a:pt x="2081390" y="864870"/>
                </a:lnTo>
                <a:close/>
              </a:path>
              <a:path w="2211070" h="866139">
                <a:moveTo>
                  <a:pt x="2113686" y="38100"/>
                </a:moveTo>
                <a:lnTo>
                  <a:pt x="2107200" y="34120"/>
                </a:lnTo>
                <a:lnTo>
                  <a:pt x="2101684" y="33020"/>
                </a:lnTo>
                <a:lnTo>
                  <a:pt x="2102271" y="33020"/>
                </a:lnTo>
                <a:lnTo>
                  <a:pt x="2095181" y="30256"/>
                </a:lnTo>
                <a:lnTo>
                  <a:pt x="2089696" y="29210"/>
                </a:lnTo>
                <a:lnTo>
                  <a:pt x="2090318" y="29210"/>
                </a:lnTo>
                <a:lnTo>
                  <a:pt x="2083523" y="26670"/>
                </a:lnTo>
                <a:lnTo>
                  <a:pt x="2077872" y="26670"/>
                </a:lnTo>
                <a:lnTo>
                  <a:pt x="2070862" y="25400"/>
                </a:lnTo>
                <a:lnTo>
                  <a:pt x="2143645" y="25400"/>
                </a:lnTo>
                <a:lnTo>
                  <a:pt x="2149640" y="29210"/>
                </a:lnTo>
                <a:lnTo>
                  <a:pt x="2155226" y="34120"/>
                </a:lnTo>
                <a:lnTo>
                  <a:pt x="2158193" y="36829"/>
                </a:lnTo>
                <a:lnTo>
                  <a:pt x="2113127" y="36829"/>
                </a:lnTo>
                <a:lnTo>
                  <a:pt x="2113686" y="38100"/>
                </a:lnTo>
                <a:close/>
              </a:path>
              <a:path w="2211070" h="866139">
                <a:moveTo>
                  <a:pt x="126923" y="27939"/>
                </a:moveTo>
                <a:lnTo>
                  <a:pt x="127546" y="26670"/>
                </a:lnTo>
                <a:lnTo>
                  <a:pt x="133832" y="26670"/>
                </a:lnTo>
                <a:lnTo>
                  <a:pt x="126923" y="27939"/>
                </a:lnTo>
                <a:close/>
              </a:path>
              <a:path w="2211070" h="866139">
                <a:moveTo>
                  <a:pt x="2084146" y="27939"/>
                </a:moveTo>
                <a:lnTo>
                  <a:pt x="2077250" y="26670"/>
                </a:lnTo>
                <a:lnTo>
                  <a:pt x="2083523" y="26670"/>
                </a:lnTo>
                <a:lnTo>
                  <a:pt x="2084146" y="27939"/>
                </a:lnTo>
                <a:close/>
              </a:path>
              <a:path w="2211070" h="866139">
                <a:moveTo>
                  <a:pt x="97383" y="38100"/>
                </a:moveTo>
                <a:lnTo>
                  <a:pt x="97942" y="36829"/>
                </a:lnTo>
                <a:lnTo>
                  <a:pt x="99453" y="36829"/>
                </a:lnTo>
                <a:lnTo>
                  <a:pt x="97383" y="38100"/>
                </a:lnTo>
                <a:close/>
              </a:path>
              <a:path w="2211070" h="866139">
                <a:moveTo>
                  <a:pt x="2134679" y="50800"/>
                </a:moveTo>
                <a:lnTo>
                  <a:pt x="2129180" y="46989"/>
                </a:lnTo>
                <a:lnTo>
                  <a:pt x="2129675" y="46989"/>
                </a:lnTo>
                <a:lnTo>
                  <a:pt x="2123986" y="43179"/>
                </a:lnTo>
                <a:lnTo>
                  <a:pt x="2124519" y="43179"/>
                </a:lnTo>
                <a:lnTo>
                  <a:pt x="2118639" y="40639"/>
                </a:lnTo>
                <a:lnTo>
                  <a:pt x="2119185" y="40639"/>
                </a:lnTo>
                <a:lnTo>
                  <a:pt x="2113127" y="36829"/>
                </a:lnTo>
                <a:lnTo>
                  <a:pt x="2158193" y="36829"/>
                </a:lnTo>
                <a:lnTo>
                  <a:pt x="2160968" y="39370"/>
                </a:lnTo>
                <a:lnTo>
                  <a:pt x="2166277" y="44450"/>
                </a:lnTo>
                <a:lnTo>
                  <a:pt x="2171331" y="49529"/>
                </a:lnTo>
                <a:lnTo>
                  <a:pt x="2134184" y="49529"/>
                </a:lnTo>
                <a:lnTo>
                  <a:pt x="2134679" y="50800"/>
                </a:lnTo>
                <a:close/>
              </a:path>
              <a:path w="2211070" h="866139">
                <a:moveTo>
                  <a:pt x="76403" y="50800"/>
                </a:moveTo>
                <a:lnTo>
                  <a:pt x="76885" y="49529"/>
                </a:lnTo>
                <a:lnTo>
                  <a:pt x="78236" y="49529"/>
                </a:lnTo>
                <a:lnTo>
                  <a:pt x="76403" y="50800"/>
                </a:lnTo>
                <a:close/>
              </a:path>
              <a:path w="2211070" h="866139">
                <a:moveTo>
                  <a:pt x="2139480" y="54610"/>
                </a:moveTo>
                <a:lnTo>
                  <a:pt x="2134184" y="49529"/>
                </a:lnTo>
                <a:lnTo>
                  <a:pt x="2171331" y="49529"/>
                </a:lnTo>
                <a:lnTo>
                  <a:pt x="2174941" y="53339"/>
                </a:lnTo>
                <a:lnTo>
                  <a:pt x="2139010" y="53339"/>
                </a:lnTo>
                <a:lnTo>
                  <a:pt x="2139480" y="54610"/>
                </a:lnTo>
                <a:close/>
              </a:path>
              <a:path w="2211070" h="866139">
                <a:moveTo>
                  <a:pt x="71589" y="54610"/>
                </a:moveTo>
                <a:lnTo>
                  <a:pt x="72059" y="53339"/>
                </a:lnTo>
                <a:lnTo>
                  <a:pt x="72913" y="53339"/>
                </a:lnTo>
                <a:lnTo>
                  <a:pt x="71589" y="54610"/>
                </a:lnTo>
                <a:close/>
              </a:path>
              <a:path w="2211070" h="866139">
                <a:moveTo>
                  <a:pt x="2144102" y="58420"/>
                </a:moveTo>
                <a:lnTo>
                  <a:pt x="2139010" y="53339"/>
                </a:lnTo>
                <a:lnTo>
                  <a:pt x="2174941" y="53339"/>
                </a:lnTo>
                <a:lnTo>
                  <a:pt x="2176145" y="54610"/>
                </a:lnTo>
                <a:lnTo>
                  <a:pt x="2177958" y="57150"/>
                </a:lnTo>
                <a:lnTo>
                  <a:pt x="2143658" y="57150"/>
                </a:lnTo>
                <a:lnTo>
                  <a:pt x="2144102" y="58420"/>
                </a:lnTo>
                <a:close/>
              </a:path>
              <a:path w="2211070" h="866139">
                <a:moveTo>
                  <a:pt x="66967" y="58420"/>
                </a:moveTo>
                <a:lnTo>
                  <a:pt x="67411" y="57150"/>
                </a:lnTo>
                <a:lnTo>
                  <a:pt x="68240" y="57150"/>
                </a:lnTo>
                <a:lnTo>
                  <a:pt x="66967" y="58420"/>
                </a:lnTo>
                <a:close/>
              </a:path>
              <a:path w="2211070" h="866139">
                <a:moveTo>
                  <a:pt x="2152738" y="67310"/>
                </a:moveTo>
                <a:lnTo>
                  <a:pt x="2148103" y="62229"/>
                </a:lnTo>
                <a:lnTo>
                  <a:pt x="2148522" y="62229"/>
                </a:lnTo>
                <a:lnTo>
                  <a:pt x="2143658" y="57150"/>
                </a:lnTo>
                <a:lnTo>
                  <a:pt x="2177958" y="57150"/>
                </a:lnTo>
                <a:lnTo>
                  <a:pt x="2180678" y="60960"/>
                </a:lnTo>
                <a:lnTo>
                  <a:pt x="2184092" y="66039"/>
                </a:lnTo>
                <a:lnTo>
                  <a:pt x="2152332" y="66039"/>
                </a:lnTo>
                <a:lnTo>
                  <a:pt x="2152738" y="67310"/>
                </a:lnTo>
                <a:close/>
              </a:path>
              <a:path w="2211070" h="866139">
                <a:moveTo>
                  <a:pt x="58331" y="67310"/>
                </a:moveTo>
                <a:lnTo>
                  <a:pt x="58737" y="66039"/>
                </a:lnTo>
                <a:lnTo>
                  <a:pt x="59489" y="66039"/>
                </a:lnTo>
                <a:lnTo>
                  <a:pt x="58331" y="67310"/>
                </a:lnTo>
                <a:close/>
              </a:path>
              <a:path w="2211070" h="866139">
                <a:moveTo>
                  <a:pt x="2173236" y="97789"/>
                </a:moveTo>
                <a:lnTo>
                  <a:pt x="2170137" y="91439"/>
                </a:lnTo>
                <a:lnTo>
                  <a:pt x="2170430" y="91439"/>
                </a:lnTo>
                <a:lnTo>
                  <a:pt x="2167051" y="86360"/>
                </a:lnTo>
                <a:lnTo>
                  <a:pt x="2167369" y="86360"/>
                </a:lnTo>
                <a:lnTo>
                  <a:pt x="2163724" y="81279"/>
                </a:lnTo>
                <a:lnTo>
                  <a:pt x="2164067" y="81279"/>
                </a:lnTo>
                <a:lnTo>
                  <a:pt x="2160155" y="76200"/>
                </a:lnTo>
                <a:lnTo>
                  <a:pt x="2160524" y="76200"/>
                </a:lnTo>
                <a:lnTo>
                  <a:pt x="2156358" y="71120"/>
                </a:lnTo>
                <a:lnTo>
                  <a:pt x="2156739" y="71120"/>
                </a:lnTo>
                <a:lnTo>
                  <a:pt x="2152332" y="66039"/>
                </a:lnTo>
                <a:lnTo>
                  <a:pt x="2184092" y="66039"/>
                </a:lnTo>
                <a:lnTo>
                  <a:pt x="2184946" y="67310"/>
                </a:lnTo>
                <a:lnTo>
                  <a:pt x="2188921" y="72389"/>
                </a:lnTo>
                <a:lnTo>
                  <a:pt x="2192604" y="80010"/>
                </a:lnTo>
                <a:lnTo>
                  <a:pt x="2195982" y="86360"/>
                </a:lnTo>
                <a:lnTo>
                  <a:pt x="2199055" y="92710"/>
                </a:lnTo>
                <a:lnTo>
                  <a:pt x="2200421" y="96520"/>
                </a:lnTo>
                <a:lnTo>
                  <a:pt x="2172970" y="96520"/>
                </a:lnTo>
                <a:lnTo>
                  <a:pt x="2173236" y="97789"/>
                </a:lnTo>
                <a:close/>
              </a:path>
              <a:path w="2211070" h="866139">
                <a:moveTo>
                  <a:pt x="37833" y="97789"/>
                </a:moveTo>
                <a:lnTo>
                  <a:pt x="38100" y="96520"/>
                </a:lnTo>
                <a:lnTo>
                  <a:pt x="38453" y="96520"/>
                </a:lnTo>
                <a:lnTo>
                  <a:pt x="37833" y="97789"/>
                </a:lnTo>
                <a:close/>
              </a:path>
              <a:path w="2211070" h="866139">
                <a:moveTo>
                  <a:pt x="2178050" y="109220"/>
                </a:moveTo>
                <a:lnTo>
                  <a:pt x="2175535" y="102870"/>
                </a:lnTo>
                <a:lnTo>
                  <a:pt x="2175776" y="102870"/>
                </a:lnTo>
                <a:lnTo>
                  <a:pt x="2172970" y="96520"/>
                </a:lnTo>
                <a:lnTo>
                  <a:pt x="2200421" y="96520"/>
                </a:lnTo>
                <a:lnTo>
                  <a:pt x="2201786" y="100329"/>
                </a:lnTo>
                <a:lnTo>
                  <a:pt x="2204199" y="106679"/>
                </a:lnTo>
                <a:lnTo>
                  <a:pt x="2204542" y="107950"/>
                </a:lnTo>
                <a:lnTo>
                  <a:pt x="2177834" y="107950"/>
                </a:lnTo>
                <a:lnTo>
                  <a:pt x="2178050" y="109220"/>
                </a:lnTo>
                <a:close/>
              </a:path>
              <a:path w="2211070" h="866139">
                <a:moveTo>
                  <a:pt x="33032" y="109220"/>
                </a:moveTo>
                <a:lnTo>
                  <a:pt x="33235" y="107950"/>
                </a:lnTo>
                <a:lnTo>
                  <a:pt x="33533" y="107950"/>
                </a:lnTo>
                <a:lnTo>
                  <a:pt x="33032" y="109220"/>
                </a:lnTo>
                <a:close/>
              </a:path>
              <a:path w="2211070" h="866139">
                <a:moveTo>
                  <a:pt x="2206256" y="751839"/>
                </a:moveTo>
                <a:lnTo>
                  <a:pt x="2179853" y="751839"/>
                </a:lnTo>
                <a:lnTo>
                  <a:pt x="2181733" y="745489"/>
                </a:lnTo>
                <a:lnTo>
                  <a:pt x="2181580" y="745489"/>
                </a:lnTo>
                <a:lnTo>
                  <a:pt x="2185670" y="713739"/>
                </a:lnTo>
                <a:lnTo>
                  <a:pt x="2185670" y="152400"/>
                </a:lnTo>
                <a:lnTo>
                  <a:pt x="2183015" y="125729"/>
                </a:lnTo>
                <a:lnTo>
                  <a:pt x="2182830" y="125729"/>
                </a:lnTo>
                <a:lnTo>
                  <a:pt x="2181580" y="120650"/>
                </a:lnTo>
                <a:lnTo>
                  <a:pt x="2181733" y="120650"/>
                </a:lnTo>
                <a:lnTo>
                  <a:pt x="2179853" y="114300"/>
                </a:lnTo>
                <a:lnTo>
                  <a:pt x="2180031" y="114300"/>
                </a:lnTo>
                <a:lnTo>
                  <a:pt x="2177834" y="107950"/>
                </a:lnTo>
                <a:lnTo>
                  <a:pt x="2204542" y="107950"/>
                </a:lnTo>
                <a:lnTo>
                  <a:pt x="2206256" y="114300"/>
                </a:lnTo>
                <a:lnTo>
                  <a:pt x="2207971" y="121920"/>
                </a:lnTo>
                <a:lnTo>
                  <a:pt x="2208644" y="125729"/>
                </a:lnTo>
                <a:lnTo>
                  <a:pt x="2183015" y="125729"/>
                </a:lnTo>
                <a:lnTo>
                  <a:pt x="2183228" y="126987"/>
                </a:lnTo>
                <a:lnTo>
                  <a:pt x="2208866" y="126987"/>
                </a:lnTo>
                <a:lnTo>
                  <a:pt x="2209317" y="129539"/>
                </a:lnTo>
                <a:lnTo>
                  <a:pt x="2210282" y="137160"/>
                </a:lnTo>
                <a:lnTo>
                  <a:pt x="2210879" y="144779"/>
                </a:lnTo>
                <a:lnTo>
                  <a:pt x="2211070" y="152400"/>
                </a:lnTo>
                <a:lnTo>
                  <a:pt x="2211070" y="713739"/>
                </a:lnTo>
                <a:lnTo>
                  <a:pt x="2210911" y="720089"/>
                </a:lnTo>
                <a:lnTo>
                  <a:pt x="2210879" y="721360"/>
                </a:lnTo>
                <a:lnTo>
                  <a:pt x="2210282" y="728979"/>
                </a:lnTo>
                <a:lnTo>
                  <a:pt x="2209317" y="736600"/>
                </a:lnTo>
                <a:lnTo>
                  <a:pt x="2207971" y="744220"/>
                </a:lnTo>
                <a:lnTo>
                  <a:pt x="2206256" y="751839"/>
                </a:lnTo>
                <a:close/>
              </a:path>
              <a:path w="2211070" h="866139">
                <a:moveTo>
                  <a:pt x="27930" y="126987"/>
                </a:moveTo>
                <a:lnTo>
                  <a:pt x="28054" y="125729"/>
                </a:lnTo>
                <a:lnTo>
                  <a:pt x="28239" y="125729"/>
                </a:lnTo>
                <a:lnTo>
                  <a:pt x="27930" y="126987"/>
                </a:lnTo>
                <a:close/>
              </a:path>
              <a:path w="2211070" h="866139">
                <a:moveTo>
                  <a:pt x="28528" y="741582"/>
                </a:moveTo>
                <a:lnTo>
                  <a:pt x="27927" y="739139"/>
                </a:lnTo>
                <a:lnTo>
                  <a:pt x="28054" y="739139"/>
                </a:lnTo>
                <a:lnTo>
                  <a:pt x="28528" y="741582"/>
                </a:lnTo>
                <a:close/>
              </a:path>
              <a:path w="2211070" h="866139">
                <a:moveTo>
                  <a:pt x="31478" y="751839"/>
                </a:moveTo>
                <a:lnTo>
                  <a:pt x="31229" y="751839"/>
                </a:lnTo>
                <a:lnTo>
                  <a:pt x="31038" y="750570"/>
                </a:lnTo>
                <a:lnTo>
                  <a:pt x="31478" y="751839"/>
                </a:lnTo>
                <a:close/>
              </a:path>
              <a:path w="2211070" h="866139">
                <a:moveTo>
                  <a:pt x="2198441" y="774700"/>
                </a:moveTo>
                <a:lnTo>
                  <a:pt x="2170137" y="774700"/>
                </a:lnTo>
                <a:lnTo>
                  <a:pt x="2173236" y="768350"/>
                </a:lnTo>
                <a:lnTo>
                  <a:pt x="2172970" y="768350"/>
                </a:lnTo>
                <a:lnTo>
                  <a:pt x="2175776" y="763270"/>
                </a:lnTo>
                <a:lnTo>
                  <a:pt x="2175535" y="763270"/>
                </a:lnTo>
                <a:lnTo>
                  <a:pt x="2178050" y="756920"/>
                </a:lnTo>
                <a:lnTo>
                  <a:pt x="2177834" y="756920"/>
                </a:lnTo>
                <a:lnTo>
                  <a:pt x="2180031" y="750570"/>
                </a:lnTo>
                <a:lnTo>
                  <a:pt x="2179853" y="751839"/>
                </a:lnTo>
                <a:lnTo>
                  <a:pt x="2206256" y="751839"/>
                </a:lnTo>
                <a:lnTo>
                  <a:pt x="2204199" y="758189"/>
                </a:lnTo>
                <a:lnTo>
                  <a:pt x="2201786" y="765810"/>
                </a:lnTo>
                <a:lnTo>
                  <a:pt x="2199055" y="773429"/>
                </a:lnTo>
                <a:lnTo>
                  <a:pt x="2198441" y="774700"/>
                </a:lnTo>
                <a:close/>
              </a:path>
              <a:path w="2211070" h="866139">
                <a:moveTo>
                  <a:pt x="41315" y="774700"/>
                </a:moveTo>
                <a:lnTo>
                  <a:pt x="40932" y="774700"/>
                </a:lnTo>
                <a:lnTo>
                  <a:pt x="40640" y="773429"/>
                </a:lnTo>
                <a:lnTo>
                  <a:pt x="41315" y="774700"/>
                </a:lnTo>
                <a:close/>
              </a:path>
              <a:path w="2211070" h="866139">
                <a:moveTo>
                  <a:pt x="2187331" y="795020"/>
                </a:moveTo>
                <a:lnTo>
                  <a:pt x="2156358" y="795020"/>
                </a:lnTo>
                <a:lnTo>
                  <a:pt x="2160524" y="789939"/>
                </a:lnTo>
                <a:lnTo>
                  <a:pt x="2160155" y="789939"/>
                </a:lnTo>
                <a:lnTo>
                  <a:pt x="2164067" y="784860"/>
                </a:lnTo>
                <a:lnTo>
                  <a:pt x="2163724" y="784860"/>
                </a:lnTo>
                <a:lnTo>
                  <a:pt x="2167369" y="779779"/>
                </a:lnTo>
                <a:lnTo>
                  <a:pt x="2167051" y="779779"/>
                </a:lnTo>
                <a:lnTo>
                  <a:pt x="2170430" y="773429"/>
                </a:lnTo>
                <a:lnTo>
                  <a:pt x="2170137" y="774700"/>
                </a:lnTo>
                <a:lnTo>
                  <a:pt x="2198441" y="774700"/>
                </a:lnTo>
                <a:lnTo>
                  <a:pt x="2195982" y="779779"/>
                </a:lnTo>
                <a:lnTo>
                  <a:pt x="2192604" y="786129"/>
                </a:lnTo>
                <a:lnTo>
                  <a:pt x="2188921" y="792479"/>
                </a:lnTo>
                <a:lnTo>
                  <a:pt x="2187331" y="795020"/>
                </a:lnTo>
                <a:close/>
              </a:path>
              <a:path w="2211070" h="866139">
                <a:moveTo>
                  <a:pt x="55432" y="795020"/>
                </a:moveTo>
                <a:lnTo>
                  <a:pt x="54711" y="795020"/>
                </a:lnTo>
                <a:lnTo>
                  <a:pt x="54330" y="793750"/>
                </a:lnTo>
                <a:lnTo>
                  <a:pt x="55432" y="795020"/>
                </a:lnTo>
                <a:close/>
              </a:path>
              <a:path w="2211070" h="866139">
                <a:moveTo>
                  <a:pt x="2164949" y="822960"/>
                </a:moveTo>
                <a:lnTo>
                  <a:pt x="2123986" y="822960"/>
                </a:lnTo>
                <a:lnTo>
                  <a:pt x="2129675" y="819150"/>
                </a:lnTo>
                <a:lnTo>
                  <a:pt x="2129180" y="819150"/>
                </a:lnTo>
                <a:lnTo>
                  <a:pt x="2134679" y="815339"/>
                </a:lnTo>
                <a:lnTo>
                  <a:pt x="2134184" y="815339"/>
                </a:lnTo>
                <a:lnTo>
                  <a:pt x="2139480" y="811529"/>
                </a:lnTo>
                <a:lnTo>
                  <a:pt x="2139010" y="811529"/>
                </a:lnTo>
                <a:lnTo>
                  <a:pt x="2144102" y="807720"/>
                </a:lnTo>
                <a:lnTo>
                  <a:pt x="2143658" y="807720"/>
                </a:lnTo>
                <a:lnTo>
                  <a:pt x="2148522" y="803910"/>
                </a:lnTo>
                <a:lnTo>
                  <a:pt x="2148103" y="803910"/>
                </a:lnTo>
                <a:lnTo>
                  <a:pt x="2152738" y="798829"/>
                </a:lnTo>
                <a:lnTo>
                  <a:pt x="2152332" y="798829"/>
                </a:lnTo>
                <a:lnTo>
                  <a:pt x="2156739" y="793750"/>
                </a:lnTo>
                <a:lnTo>
                  <a:pt x="2156358" y="795020"/>
                </a:lnTo>
                <a:lnTo>
                  <a:pt x="2187331" y="795020"/>
                </a:lnTo>
                <a:lnTo>
                  <a:pt x="2184946" y="798829"/>
                </a:lnTo>
                <a:lnTo>
                  <a:pt x="2180678" y="805179"/>
                </a:lnTo>
                <a:lnTo>
                  <a:pt x="2176145" y="810260"/>
                </a:lnTo>
                <a:lnTo>
                  <a:pt x="2171331" y="816610"/>
                </a:lnTo>
                <a:lnTo>
                  <a:pt x="2166277" y="821689"/>
                </a:lnTo>
                <a:lnTo>
                  <a:pt x="2164949" y="822960"/>
                </a:lnTo>
                <a:close/>
              </a:path>
              <a:path w="2211070" h="866139">
                <a:moveTo>
                  <a:pt x="88519" y="822960"/>
                </a:moveTo>
                <a:lnTo>
                  <a:pt x="87083" y="822960"/>
                </a:lnTo>
                <a:lnTo>
                  <a:pt x="86563" y="821689"/>
                </a:lnTo>
                <a:lnTo>
                  <a:pt x="88519" y="822960"/>
                </a:lnTo>
                <a:close/>
              </a:path>
              <a:path w="2211070" h="866139">
                <a:moveTo>
                  <a:pt x="2143645" y="840739"/>
                </a:moveTo>
                <a:lnTo>
                  <a:pt x="2070862" y="840739"/>
                </a:lnTo>
                <a:lnTo>
                  <a:pt x="2077872" y="839470"/>
                </a:lnTo>
                <a:lnTo>
                  <a:pt x="2077250" y="839470"/>
                </a:lnTo>
                <a:lnTo>
                  <a:pt x="2084146" y="838200"/>
                </a:lnTo>
                <a:lnTo>
                  <a:pt x="2083523" y="838200"/>
                </a:lnTo>
                <a:lnTo>
                  <a:pt x="2090318" y="836929"/>
                </a:lnTo>
                <a:lnTo>
                  <a:pt x="2089696" y="836929"/>
                </a:lnTo>
                <a:lnTo>
                  <a:pt x="2096350" y="835660"/>
                </a:lnTo>
                <a:lnTo>
                  <a:pt x="2095754" y="835660"/>
                </a:lnTo>
                <a:lnTo>
                  <a:pt x="2102269" y="833120"/>
                </a:lnTo>
                <a:lnTo>
                  <a:pt x="2101684" y="833120"/>
                </a:lnTo>
                <a:lnTo>
                  <a:pt x="2108047" y="830579"/>
                </a:lnTo>
                <a:lnTo>
                  <a:pt x="2107476" y="830579"/>
                </a:lnTo>
                <a:lnTo>
                  <a:pt x="2113686" y="828039"/>
                </a:lnTo>
                <a:lnTo>
                  <a:pt x="2113127" y="828039"/>
                </a:lnTo>
                <a:lnTo>
                  <a:pt x="2119185" y="825500"/>
                </a:lnTo>
                <a:lnTo>
                  <a:pt x="2118639" y="825500"/>
                </a:lnTo>
                <a:lnTo>
                  <a:pt x="2124519" y="821689"/>
                </a:lnTo>
                <a:lnTo>
                  <a:pt x="2123986" y="822960"/>
                </a:lnTo>
                <a:lnTo>
                  <a:pt x="2164949" y="822960"/>
                </a:lnTo>
                <a:lnTo>
                  <a:pt x="2160968" y="826770"/>
                </a:lnTo>
                <a:lnTo>
                  <a:pt x="2155418" y="831850"/>
                </a:lnTo>
                <a:lnTo>
                  <a:pt x="2149640" y="835660"/>
                </a:lnTo>
                <a:lnTo>
                  <a:pt x="2143645" y="840739"/>
                </a:lnTo>
                <a:close/>
              </a:path>
              <a:path w="2211070" h="866139">
                <a:moveTo>
                  <a:pt x="2065972" y="866139"/>
                </a:moveTo>
                <a:lnTo>
                  <a:pt x="145097" y="866139"/>
                </a:lnTo>
                <a:lnTo>
                  <a:pt x="137337" y="864870"/>
                </a:lnTo>
                <a:lnTo>
                  <a:pt x="2073744" y="864870"/>
                </a:lnTo>
                <a:lnTo>
                  <a:pt x="2065972" y="8661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6" name="object 31">
            <a:extLst>
              <a:ext uri="{FF2B5EF4-FFF2-40B4-BE49-F238E27FC236}">
                <a16:creationId xmlns:a16="http://schemas.microsoft.com/office/drawing/2014/main" id="{E0098FF4-77FA-47E7-89CB-8B8C32F4B849}"/>
              </a:ext>
            </a:extLst>
          </p:cNvPr>
          <p:cNvSpPr>
            <a:spLocks noGrp="1"/>
          </p:cNvSpPr>
          <p:nvPr/>
        </p:nvSpPr>
        <p:spPr>
          <a:xfrm>
            <a:off x="5102741" y="5021539"/>
            <a:ext cx="2338019" cy="353162"/>
          </a:xfrm>
          <a:custGeom>
            <a:avLst/>
            <a:gdLst/>
            <a:ahLst/>
            <a:cxnLst/>
            <a:rect l="l" t="t" r="r" b="b"/>
            <a:pathLst>
              <a:path w="2656840" h="401320">
                <a:moveTo>
                  <a:pt x="2656331" y="400812"/>
                </a:moveTo>
                <a:lnTo>
                  <a:pt x="0" y="400812"/>
                </a:lnTo>
                <a:lnTo>
                  <a:pt x="0" y="0"/>
                </a:lnTo>
                <a:lnTo>
                  <a:pt x="2656331" y="0"/>
                </a:lnTo>
                <a:lnTo>
                  <a:pt x="2656331" y="4008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37" name="object 32">
            <a:extLst>
              <a:ext uri="{FF2B5EF4-FFF2-40B4-BE49-F238E27FC236}">
                <a16:creationId xmlns:a16="http://schemas.microsoft.com/office/drawing/2014/main" id="{A3993C79-4715-4557-9A45-4E93FAB0C490}"/>
              </a:ext>
            </a:extLst>
          </p:cNvPr>
          <p:cNvSpPr>
            <a:spLocks noGrp="1"/>
          </p:cNvSpPr>
          <p:nvPr/>
        </p:nvSpPr>
        <p:spPr>
          <a:xfrm>
            <a:off x="5549300" y="5036581"/>
            <a:ext cx="1498827" cy="291694"/>
          </a:xfrm>
          <a:prstGeom prst="rect">
            <a:avLst/>
          </a:prstGeom>
        </p:spPr>
        <p:txBody>
          <a:bodyPr vert="horz" wrap="square" lIns="0" tIns="11735" rIns="0" bIns="0">
            <a:spAutoFit/>
          </a:bodyPr>
          <a:lstStyle/>
          <a:p>
            <a:pPr>
              <a:lnSpc>
                <a:spcPct val="100000"/>
              </a:lnSpc>
              <a:spcBef>
                <a:spcPts val="92"/>
              </a:spcBef>
              <a:buNone/>
            </a:pPr>
            <a:r>
              <a:rPr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Key Challenges</a:t>
            </a:r>
          </a:p>
        </p:txBody>
      </p:sp>
      <p:sp>
        <p:nvSpPr>
          <p:cNvPr id="38" name="object 22">
            <a:extLst>
              <a:ext uri="{FF2B5EF4-FFF2-40B4-BE49-F238E27FC236}">
                <a16:creationId xmlns:a16="http://schemas.microsoft.com/office/drawing/2014/main" id="{43F8103C-2951-4D54-BA22-9511B9AAC9A0}"/>
              </a:ext>
            </a:extLst>
          </p:cNvPr>
          <p:cNvSpPr>
            <a:spLocks noGrp="1"/>
          </p:cNvSpPr>
          <p:nvPr/>
        </p:nvSpPr>
        <p:spPr>
          <a:xfrm>
            <a:off x="2416210" y="5396829"/>
            <a:ext cx="1631696" cy="662776"/>
          </a:xfrm>
          <a:prstGeom prst="rect">
            <a:avLst/>
          </a:prstGeom>
        </p:spPr>
        <p:txBody>
          <a:bodyPr vert="horz" wrap="square" lIns="0" tIns="10617" r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84"/>
              </a:spcBef>
              <a:buNone/>
            </a:pPr>
            <a:r>
              <a:rPr sz="1760" b="1">
                <a:latin typeface="Calibri"/>
                <a:ea typeface="Calibri"/>
                <a:cs typeface="Calibri"/>
              </a:rPr>
              <a:t>MR Registration Latency</a:t>
            </a:r>
            <a:endParaRPr sz="1760">
              <a:latin typeface="Calibri"/>
              <a:ea typeface="Calibri"/>
              <a:cs typeface="Calibri"/>
            </a:endParaRPr>
          </a:p>
        </p:txBody>
      </p:sp>
      <p:sp>
        <p:nvSpPr>
          <p:cNvPr id="39" name="object 24">
            <a:extLst>
              <a:ext uri="{FF2B5EF4-FFF2-40B4-BE49-F238E27FC236}">
                <a16:creationId xmlns:a16="http://schemas.microsoft.com/office/drawing/2014/main" id="{BF64DBF4-58F5-4F73-87A2-89AB62E73154}"/>
              </a:ext>
            </a:extLst>
          </p:cNvPr>
          <p:cNvSpPr>
            <a:spLocks noGrp="1"/>
          </p:cNvSpPr>
          <p:nvPr/>
        </p:nvSpPr>
        <p:spPr>
          <a:xfrm>
            <a:off x="4457662" y="5391688"/>
            <a:ext cx="2938729" cy="742086"/>
          </a:xfrm>
          <a:custGeom>
            <a:avLst/>
            <a:gdLst/>
            <a:ahLst/>
            <a:cxnLst/>
            <a:rect l="l" t="t" r="r" b="b"/>
            <a:pathLst>
              <a:path w="3339465" h="843279">
                <a:moveTo>
                  <a:pt x="3198875" y="842772"/>
                </a:moveTo>
                <a:lnTo>
                  <a:pt x="140208" y="842772"/>
                </a:lnTo>
                <a:lnTo>
                  <a:pt x="95987" y="835537"/>
                </a:lnTo>
                <a:lnTo>
                  <a:pt x="57534" y="815578"/>
                </a:lnTo>
                <a:lnTo>
                  <a:pt x="27169" y="785216"/>
                </a:lnTo>
                <a:lnTo>
                  <a:pt x="7217" y="746770"/>
                </a:lnTo>
                <a:lnTo>
                  <a:pt x="0" y="702563"/>
                </a:lnTo>
                <a:lnTo>
                  <a:pt x="0" y="140208"/>
                </a:lnTo>
                <a:lnTo>
                  <a:pt x="7217" y="96055"/>
                </a:lnTo>
                <a:lnTo>
                  <a:pt x="27169" y="57638"/>
                </a:lnTo>
                <a:lnTo>
                  <a:pt x="57534" y="27275"/>
                </a:lnTo>
                <a:lnTo>
                  <a:pt x="95987" y="7289"/>
                </a:lnTo>
                <a:lnTo>
                  <a:pt x="140208" y="0"/>
                </a:lnTo>
                <a:lnTo>
                  <a:pt x="3198875" y="0"/>
                </a:lnTo>
                <a:lnTo>
                  <a:pt x="3243321" y="7289"/>
                </a:lnTo>
                <a:lnTo>
                  <a:pt x="3281888" y="27275"/>
                </a:lnTo>
                <a:lnTo>
                  <a:pt x="3312252" y="57638"/>
                </a:lnTo>
                <a:lnTo>
                  <a:pt x="3332091" y="96055"/>
                </a:lnTo>
                <a:lnTo>
                  <a:pt x="3339084" y="140208"/>
                </a:lnTo>
                <a:lnTo>
                  <a:pt x="3339084" y="702563"/>
                </a:lnTo>
                <a:lnTo>
                  <a:pt x="3332091" y="746770"/>
                </a:lnTo>
                <a:lnTo>
                  <a:pt x="3312252" y="785216"/>
                </a:lnTo>
                <a:lnTo>
                  <a:pt x="3281888" y="815578"/>
                </a:lnTo>
                <a:lnTo>
                  <a:pt x="3243321" y="835537"/>
                </a:lnTo>
                <a:lnTo>
                  <a:pt x="3198875" y="842772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0" name="object 25">
            <a:extLst>
              <a:ext uri="{FF2B5EF4-FFF2-40B4-BE49-F238E27FC236}">
                <a16:creationId xmlns:a16="http://schemas.microsoft.com/office/drawing/2014/main" id="{7C7C6FD6-DD0A-41FC-80A9-F1F688FEBC0E}"/>
              </a:ext>
            </a:extLst>
          </p:cNvPr>
          <p:cNvSpPr>
            <a:spLocks noGrp="1"/>
          </p:cNvSpPr>
          <p:nvPr/>
        </p:nvSpPr>
        <p:spPr>
          <a:xfrm>
            <a:off x="4446598" y="5380757"/>
            <a:ext cx="2961081" cy="763321"/>
          </a:xfrm>
          <a:custGeom>
            <a:avLst/>
            <a:gdLst/>
            <a:ahLst/>
            <a:cxnLst/>
            <a:rect l="l" t="t" r="r" b="b"/>
            <a:pathLst>
              <a:path w="3364865" h="867410">
                <a:moveTo>
                  <a:pt x="3219475" y="867410"/>
                </a:moveTo>
                <a:lnTo>
                  <a:pt x="145224" y="867410"/>
                </a:lnTo>
                <a:lnTo>
                  <a:pt x="114846" y="862330"/>
                </a:lnTo>
                <a:lnTo>
                  <a:pt x="73698" y="844550"/>
                </a:lnTo>
                <a:lnTo>
                  <a:pt x="39776" y="816610"/>
                </a:lnTo>
                <a:lnTo>
                  <a:pt x="30429" y="805179"/>
                </a:lnTo>
                <a:lnTo>
                  <a:pt x="26162" y="800100"/>
                </a:lnTo>
                <a:lnTo>
                  <a:pt x="22174" y="793750"/>
                </a:lnTo>
                <a:lnTo>
                  <a:pt x="18491" y="787400"/>
                </a:lnTo>
                <a:lnTo>
                  <a:pt x="15100" y="779779"/>
                </a:lnTo>
                <a:lnTo>
                  <a:pt x="12039" y="773429"/>
                </a:lnTo>
                <a:lnTo>
                  <a:pt x="787" y="730250"/>
                </a:lnTo>
                <a:lnTo>
                  <a:pt x="0" y="713739"/>
                </a:lnTo>
                <a:lnTo>
                  <a:pt x="0" y="152400"/>
                </a:lnTo>
                <a:lnTo>
                  <a:pt x="4825" y="114300"/>
                </a:lnTo>
                <a:lnTo>
                  <a:pt x="9296" y="100329"/>
                </a:lnTo>
                <a:lnTo>
                  <a:pt x="12039" y="92710"/>
                </a:lnTo>
                <a:lnTo>
                  <a:pt x="34963" y="54610"/>
                </a:lnTo>
                <a:lnTo>
                  <a:pt x="67487" y="25400"/>
                </a:lnTo>
                <a:lnTo>
                  <a:pt x="114846" y="3810"/>
                </a:lnTo>
                <a:lnTo>
                  <a:pt x="137464" y="0"/>
                </a:lnTo>
                <a:lnTo>
                  <a:pt x="3227247" y="0"/>
                </a:lnTo>
                <a:lnTo>
                  <a:pt x="3277984" y="13970"/>
                </a:lnTo>
                <a:lnTo>
                  <a:pt x="3295141" y="24129"/>
                </a:lnTo>
                <a:lnTo>
                  <a:pt x="153415" y="24129"/>
                </a:lnTo>
                <a:lnTo>
                  <a:pt x="146189" y="25400"/>
                </a:lnTo>
                <a:lnTo>
                  <a:pt x="140347" y="25400"/>
                </a:lnTo>
                <a:lnTo>
                  <a:pt x="133324" y="26670"/>
                </a:lnTo>
                <a:lnTo>
                  <a:pt x="127660" y="26670"/>
                </a:lnTo>
                <a:lnTo>
                  <a:pt x="120865" y="29210"/>
                </a:lnTo>
                <a:lnTo>
                  <a:pt x="121475" y="29210"/>
                </a:lnTo>
                <a:lnTo>
                  <a:pt x="115989" y="30256"/>
                </a:lnTo>
                <a:lnTo>
                  <a:pt x="108926" y="33020"/>
                </a:lnTo>
                <a:lnTo>
                  <a:pt x="109486" y="33020"/>
                </a:lnTo>
                <a:lnTo>
                  <a:pt x="103958" y="34121"/>
                </a:lnTo>
                <a:lnTo>
                  <a:pt x="99534" y="36829"/>
                </a:lnTo>
                <a:lnTo>
                  <a:pt x="98018" y="36829"/>
                </a:lnTo>
                <a:lnTo>
                  <a:pt x="91973" y="40639"/>
                </a:lnTo>
                <a:lnTo>
                  <a:pt x="92506" y="40639"/>
                </a:lnTo>
                <a:lnTo>
                  <a:pt x="86626" y="43179"/>
                </a:lnTo>
                <a:lnTo>
                  <a:pt x="87147" y="43179"/>
                </a:lnTo>
                <a:lnTo>
                  <a:pt x="81457" y="46989"/>
                </a:lnTo>
                <a:lnTo>
                  <a:pt x="81965" y="46989"/>
                </a:lnTo>
                <a:lnTo>
                  <a:pt x="78291" y="49529"/>
                </a:lnTo>
                <a:lnTo>
                  <a:pt x="76949" y="49529"/>
                </a:lnTo>
                <a:lnTo>
                  <a:pt x="72967" y="53339"/>
                </a:lnTo>
                <a:lnTo>
                  <a:pt x="72110" y="53339"/>
                </a:lnTo>
                <a:lnTo>
                  <a:pt x="68291" y="57150"/>
                </a:lnTo>
                <a:lnTo>
                  <a:pt x="67462" y="57150"/>
                </a:lnTo>
                <a:lnTo>
                  <a:pt x="62585" y="62229"/>
                </a:lnTo>
                <a:lnTo>
                  <a:pt x="63017" y="62229"/>
                </a:lnTo>
                <a:lnTo>
                  <a:pt x="59531" y="66039"/>
                </a:lnTo>
                <a:lnTo>
                  <a:pt x="58775" y="66039"/>
                </a:lnTo>
                <a:lnTo>
                  <a:pt x="54368" y="71120"/>
                </a:lnTo>
                <a:lnTo>
                  <a:pt x="54749" y="71120"/>
                </a:lnTo>
                <a:lnTo>
                  <a:pt x="50584" y="76200"/>
                </a:lnTo>
                <a:lnTo>
                  <a:pt x="50952" y="76200"/>
                </a:lnTo>
                <a:lnTo>
                  <a:pt x="47028" y="81279"/>
                </a:lnTo>
                <a:lnTo>
                  <a:pt x="47371" y="81279"/>
                </a:lnTo>
                <a:lnTo>
                  <a:pt x="43726" y="86360"/>
                </a:lnTo>
                <a:lnTo>
                  <a:pt x="44043" y="86360"/>
                </a:lnTo>
                <a:lnTo>
                  <a:pt x="40665" y="91439"/>
                </a:lnTo>
                <a:lnTo>
                  <a:pt x="40957" y="91439"/>
                </a:lnTo>
                <a:lnTo>
                  <a:pt x="38478" y="96520"/>
                </a:lnTo>
                <a:lnTo>
                  <a:pt x="38125" y="96520"/>
                </a:lnTo>
                <a:lnTo>
                  <a:pt x="35306" y="102870"/>
                </a:lnTo>
                <a:lnTo>
                  <a:pt x="35547" y="102870"/>
                </a:lnTo>
                <a:lnTo>
                  <a:pt x="33545" y="107950"/>
                </a:lnTo>
                <a:lnTo>
                  <a:pt x="33248" y="107950"/>
                </a:lnTo>
                <a:lnTo>
                  <a:pt x="31051" y="114300"/>
                </a:lnTo>
                <a:lnTo>
                  <a:pt x="31229" y="114300"/>
                </a:lnTo>
                <a:lnTo>
                  <a:pt x="29337" y="120650"/>
                </a:lnTo>
                <a:lnTo>
                  <a:pt x="29502" y="120650"/>
                </a:lnTo>
                <a:lnTo>
                  <a:pt x="28054" y="127000"/>
                </a:lnTo>
                <a:lnTo>
                  <a:pt x="27068" y="132079"/>
                </a:lnTo>
                <a:lnTo>
                  <a:pt x="26924" y="132079"/>
                </a:lnTo>
                <a:lnTo>
                  <a:pt x="26098" y="139700"/>
                </a:lnTo>
                <a:lnTo>
                  <a:pt x="25692" y="144779"/>
                </a:lnTo>
                <a:lnTo>
                  <a:pt x="25590" y="146050"/>
                </a:lnTo>
                <a:lnTo>
                  <a:pt x="25400" y="152400"/>
                </a:lnTo>
                <a:lnTo>
                  <a:pt x="25400" y="713739"/>
                </a:lnTo>
                <a:lnTo>
                  <a:pt x="28923" y="744090"/>
                </a:lnTo>
                <a:lnTo>
                  <a:pt x="29502" y="746760"/>
                </a:lnTo>
                <a:lnTo>
                  <a:pt x="29715" y="746760"/>
                </a:lnTo>
                <a:lnTo>
                  <a:pt x="31229" y="751839"/>
                </a:lnTo>
                <a:lnTo>
                  <a:pt x="31051" y="751839"/>
                </a:lnTo>
                <a:lnTo>
                  <a:pt x="33248" y="758189"/>
                </a:lnTo>
                <a:lnTo>
                  <a:pt x="33045" y="758189"/>
                </a:lnTo>
                <a:lnTo>
                  <a:pt x="35547" y="764539"/>
                </a:lnTo>
                <a:lnTo>
                  <a:pt x="35869" y="764539"/>
                </a:lnTo>
                <a:lnTo>
                  <a:pt x="38125" y="769620"/>
                </a:lnTo>
                <a:lnTo>
                  <a:pt x="37858" y="769620"/>
                </a:lnTo>
                <a:lnTo>
                  <a:pt x="40957" y="774700"/>
                </a:lnTo>
                <a:lnTo>
                  <a:pt x="40665" y="774700"/>
                </a:lnTo>
                <a:lnTo>
                  <a:pt x="44043" y="781050"/>
                </a:lnTo>
                <a:lnTo>
                  <a:pt x="44455" y="781050"/>
                </a:lnTo>
                <a:lnTo>
                  <a:pt x="47371" y="786129"/>
                </a:lnTo>
                <a:lnTo>
                  <a:pt x="47812" y="786129"/>
                </a:lnTo>
                <a:lnTo>
                  <a:pt x="50952" y="791210"/>
                </a:lnTo>
                <a:lnTo>
                  <a:pt x="51625" y="791210"/>
                </a:lnTo>
                <a:lnTo>
                  <a:pt x="54749" y="795020"/>
                </a:lnTo>
                <a:lnTo>
                  <a:pt x="54368" y="795020"/>
                </a:lnTo>
                <a:lnTo>
                  <a:pt x="58775" y="800100"/>
                </a:lnTo>
                <a:lnTo>
                  <a:pt x="58369" y="800100"/>
                </a:lnTo>
                <a:lnTo>
                  <a:pt x="63017" y="803910"/>
                </a:lnTo>
                <a:lnTo>
                  <a:pt x="62585" y="803910"/>
                </a:lnTo>
                <a:lnTo>
                  <a:pt x="67462" y="808989"/>
                </a:lnTo>
                <a:lnTo>
                  <a:pt x="68291" y="808989"/>
                </a:lnTo>
                <a:lnTo>
                  <a:pt x="72110" y="812800"/>
                </a:lnTo>
                <a:lnTo>
                  <a:pt x="71640" y="812800"/>
                </a:lnTo>
                <a:lnTo>
                  <a:pt x="76949" y="816610"/>
                </a:lnTo>
                <a:lnTo>
                  <a:pt x="76453" y="816610"/>
                </a:lnTo>
                <a:lnTo>
                  <a:pt x="81965" y="820419"/>
                </a:lnTo>
                <a:lnTo>
                  <a:pt x="83354" y="820419"/>
                </a:lnTo>
                <a:lnTo>
                  <a:pt x="87147" y="822960"/>
                </a:lnTo>
                <a:lnTo>
                  <a:pt x="86626" y="822960"/>
                </a:lnTo>
                <a:lnTo>
                  <a:pt x="92506" y="826769"/>
                </a:lnTo>
                <a:lnTo>
                  <a:pt x="91973" y="826769"/>
                </a:lnTo>
                <a:lnTo>
                  <a:pt x="98018" y="829310"/>
                </a:lnTo>
                <a:lnTo>
                  <a:pt x="97459" y="829310"/>
                </a:lnTo>
                <a:lnTo>
                  <a:pt x="103682" y="831850"/>
                </a:lnTo>
                <a:lnTo>
                  <a:pt x="103111" y="831850"/>
                </a:lnTo>
                <a:lnTo>
                  <a:pt x="109486" y="834389"/>
                </a:lnTo>
                <a:lnTo>
                  <a:pt x="108902" y="834389"/>
                </a:lnTo>
                <a:lnTo>
                  <a:pt x="114197" y="835422"/>
                </a:lnTo>
                <a:lnTo>
                  <a:pt x="121451" y="838200"/>
                </a:lnTo>
                <a:lnTo>
                  <a:pt x="120865" y="838200"/>
                </a:lnTo>
                <a:lnTo>
                  <a:pt x="127660" y="839469"/>
                </a:lnTo>
                <a:lnTo>
                  <a:pt x="127038" y="839469"/>
                </a:lnTo>
                <a:lnTo>
                  <a:pt x="133946" y="840739"/>
                </a:lnTo>
                <a:lnTo>
                  <a:pt x="139700" y="840739"/>
                </a:lnTo>
                <a:lnTo>
                  <a:pt x="146837" y="842010"/>
                </a:lnTo>
                <a:lnTo>
                  <a:pt x="3295141" y="842010"/>
                </a:lnTo>
                <a:lnTo>
                  <a:pt x="3291001" y="844550"/>
                </a:lnTo>
                <a:lnTo>
                  <a:pt x="3284588" y="848360"/>
                </a:lnTo>
                <a:lnTo>
                  <a:pt x="3277984" y="852169"/>
                </a:lnTo>
                <a:lnTo>
                  <a:pt x="3264242" y="857250"/>
                </a:lnTo>
                <a:lnTo>
                  <a:pt x="3249853" y="862330"/>
                </a:lnTo>
                <a:lnTo>
                  <a:pt x="3219475" y="867410"/>
                </a:lnTo>
                <a:close/>
              </a:path>
              <a:path w="3364865" h="867410">
                <a:moveTo>
                  <a:pt x="3211601" y="25400"/>
                </a:moveTo>
                <a:lnTo>
                  <a:pt x="153098" y="25400"/>
                </a:lnTo>
                <a:lnTo>
                  <a:pt x="153415" y="24129"/>
                </a:lnTo>
                <a:lnTo>
                  <a:pt x="3211283" y="24129"/>
                </a:lnTo>
                <a:lnTo>
                  <a:pt x="3211601" y="25400"/>
                </a:lnTo>
                <a:close/>
              </a:path>
              <a:path w="3364865" h="867410">
                <a:moveTo>
                  <a:pt x="3267240" y="38100"/>
                </a:moveTo>
                <a:lnTo>
                  <a:pt x="3260741" y="34121"/>
                </a:lnTo>
                <a:lnTo>
                  <a:pt x="3255213" y="33020"/>
                </a:lnTo>
                <a:lnTo>
                  <a:pt x="3255812" y="33020"/>
                </a:lnTo>
                <a:lnTo>
                  <a:pt x="3248709" y="30256"/>
                </a:lnTo>
                <a:lnTo>
                  <a:pt x="3243224" y="29210"/>
                </a:lnTo>
                <a:lnTo>
                  <a:pt x="3243834" y="29210"/>
                </a:lnTo>
                <a:lnTo>
                  <a:pt x="3237039" y="26670"/>
                </a:lnTo>
                <a:lnTo>
                  <a:pt x="3231388" y="26670"/>
                </a:lnTo>
                <a:lnTo>
                  <a:pt x="3224352" y="25400"/>
                </a:lnTo>
                <a:lnTo>
                  <a:pt x="3218510" y="25400"/>
                </a:lnTo>
                <a:lnTo>
                  <a:pt x="3211283" y="24129"/>
                </a:lnTo>
                <a:lnTo>
                  <a:pt x="3295141" y="24129"/>
                </a:lnTo>
                <a:lnTo>
                  <a:pt x="3297212" y="25400"/>
                </a:lnTo>
                <a:lnTo>
                  <a:pt x="3303206" y="29210"/>
                </a:lnTo>
                <a:lnTo>
                  <a:pt x="3308805" y="34121"/>
                </a:lnTo>
                <a:lnTo>
                  <a:pt x="3311772" y="36829"/>
                </a:lnTo>
                <a:lnTo>
                  <a:pt x="3266681" y="36829"/>
                </a:lnTo>
                <a:lnTo>
                  <a:pt x="3267240" y="38100"/>
                </a:lnTo>
                <a:close/>
              </a:path>
              <a:path w="3364865" h="867410">
                <a:moveTo>
                  <a:pt x="127038" y="27939"/>
                </a:moveTo>
                <a:lnTo>
                  <a:pt x="127660" y="26670"/>
                </a:lnTo>
                <a:lnTo>
                  <a:pt x="133946" y="26670"/>
                </a:lnTo>
                <a:lnTo>
                  <a:pt x="127038" y="27939"/>
                </a:lnTo>
                <a:close/>
              </a:path>
              <a:path w="3364865" h="867410">
                <a:moveTo>
                  <a:pt x="3237661" y="27939"/>
                </a:moveTo>
                <a:lnTo>
                  <a:pt x="3230753" y="26670"/>
                </a:lnTo>
                <a:lnTo>
                  <a:pt x="3237039" y="26670"/>
                </a:lnTo>
                <a:lnTo>
                  <a:pt x="3237661" y="27939"/>
                </a:lnTo>
                <a:close/>
              </a:path>
              <a:path w="3364865" h="867410">
                <a:moveTo>
                  <a:pt x="97459" y="38100"/>
                </a:moveTo>
                <a:lnTo>
                  <a:pt x="98018" y="36829"/>
                </a:lnTo>
                <a:lnTo>
                  <a:pt x="99534" y="36829"/>
                </a:lnTo>
                <a:lnTo>
                  <a:pt x="97459" y="38100"/>
                </a:lnTo>
                <a:close/>
              </a:path>
              <a:path w="3364865" h="867410">
                <a:moveTo>
                  <a:pt x="3288245" y="50800"/>
                </a:moveTo>
                <a:lnTo>
                  <a:pt x="3282734" y="46989"/>
                </a:lnTo>
                <a:lnTo>
                  <a:pt x="3283242" y="46989"/>
                </a:lnTo>
                <a:lnTo>
                  <a:pt x="3277552" y="43179"/>
                </a:lnTo>
                <a:lnTo>
                  <a:pt x="3278073" y="43179"/>
                </a:lnTo>
                <a:lnTo>
                  <a:pt x="3272193" y="40639"/>
                </a:lnTo>
                <a:lnTo>
                  <a:pt x="3272739" y="40639"/>
                </a:lnTo>
                <a:lnTo>
                  <a:pt x="3266681" y="36829"/>
                </a:lnTo>
                <a:lnTo>
                  <a:pt x="3311772" y="36829"/>
                </a:lnTo>
                <a:lnTo>
                  <a:pt x="3314547" y="39370"/>
                </a:lnTo>
                <a:lnTo>
                  <a:pt x="3319856" y="44450"/>
                </a:lnTo>
                <a:lnTo>
                  <a:pt x="3324923" y="49529"/>
                </a:lnTo>
                <a:lnTo>
                  <a:pt x="3287750" y="49529"/>
                </a:lnTo>
                <a:lnTo>
                  <a:pt x="3288245" y="50800"/>
                </a:lnTo>
                <a:close/>
              </a:path>
              <a:path w="3364865" h="867410">
                <a:moveTo>
                  <a:pt x="76453" y="50800"/>
                </a:moveTo>
                <a:lnTo>
                  <a:pt x="76949" y="49529"/>
                </a:lnTo>
                <a:lnTo>
                  <a:pt x="78291" y="49529"/>
                </a:lnTo>
                <a:lnTo>
                  <a:pt x="76453" y="50800"/>
                </a:lnTo>
                <a:close/>
              </a:path>
              <a:path w="3364865" h="867410">
                <a:moveTo>
                  <a:pt x="3293059" y="54610"/>
                </a:moveTo>
                <a:lnTo>
                  <a:pt x="3287750" y="49529"/>
                </a:lnTo>
                <a:lnTo>
                  <a:pt x="3324923" y="49529"/>
                </a:lnTo>
                <a:lnTo>
                  <a:pt x="3328533" y="53339"/>
                </a:lnTo>
                <a:lnTo>
                  <a:pt x="3292589" y="53339"/>
                </a:lnTo>
                <a:lnTo>
                  <a:pt x="3293059" y="54610"/>
                </a:lnTo>
                <a:close/>
              </a:path>
              <a:path w="3364865" h="867410">
                <a:moveTo>
                  <a:pt x="71640" y="54610"/>
                </a:moveTo>
                <a:lnTo>
                  <a:pt x="72110" y="53339"/>
                </a:lnTo>
                <a:lnTo>
                  <a:pt x="72967" y="53339"/>
                </a:lnTo>
                <a:lnTo>
                  <a:pt x="71640" y="54610"/>
                </a:lnTo>
                <a:close/>
              </a:path>
              <a:path w="3364865" h="867410">
                <a:moveTo>
                  <a:pt x="3297682" y="58420"/>
                </a:moveTo>
                <a:lnTo>
                  <a:pt x="3292589" y="53339"/>
                </a:lnTo>
                <a:lnTo>
                  <a:pt x="3328533" y="53339"/>
                </a:lnTo>
                <a:lnTo>
                  <a:pt x="3329736" y="54610"/>
                </a:lnTo>
                <a:lnTo>
                  <a:pt x="3331555" y="57150"/>
                </a:lnTo>
                <a:lnTo>
                  <a:pt x="3297237" y="57150"/>
                </a:lnTo>
                <a:lnTo>
                  <a:pt x="3297682" y="58420"/>
                </a:lnTo>
                <a:close/>
              </a:path>
              <a:path w="3364865" h="867410">
                <a:moveTo>
                  <a:pt x="67017" y="58420"/>
                </a:moveTo>
                <a:lnTo>
                  <a:pt x="67462" y="57150"/>
                </a:lnTo>
                <a:lnTo>
                  <a:pt x="68291" y="57150"/>
                </a:lnTo>
                <a:lnTo>
                  <a:pt x="67017" y="58420"/>
                </a:lnTo>
                <a:close/>
              </a:path>
              <a:path w="3364865" h="867410">
                <a:moveTo>
                  <a:pt x="3306330" y="67310"/>
                </a:moveTo>
                <a:lnTo>
                  <a:pt x="3301682" y="62229"/>
                </a:lnTo>
                <a:lnTo>
                  <a:pt x="3302114" y="62229"/>
                </a:lnTo>
                <a:lnTo>
                  <a:pt x="3297237" y="57150"/>
                </a:lnTo>
                <a:lnTo>
                  <a:pt x="3331555" y="57150"/>
                </a:lnTo>
                <a:lnTo>
                  <a:pt x="3334283" y="60960"/>
                </a:lnTo>
                <a:lnTo>
                  <a:pt x="3337697" y="66039"/>
                </a:lnTo>
                <a:lnTo>
                  <a:pt x="3305924" y="66039"/>
                </a:lnTo>
                <a:lnTo>
                  <a:pt x="3306330" y="67310"/>
                </a:lnTo>
                <a:close/>
              </a:path>
              <a:path w="3364865" h="867410">
                <a:moveTo>
                  <a:pt x="58369" y="67310"/>
                </a:moveTo>
                <a:lnTo>
                  <a:pt x="58775" y="66039"/>
                </a:lnTo>
                <a:lnTo>
                  <a:pt x="59531" y="66039"/>
                </a:lnTo>
                <a:lnTo>
                  <a:pt x="58369" y="67310"/>
                </a:lnTo>
                <a:close/>
              </a:path>
              <a:path w="3364865" h="867410">
                <a:moveTo>
                  <a:pt x="3326853" y="97789"/>
                </a:moveTo>
                <a:lnTo>
                  <a:pt x="3323742" y="91439"/>
                </a:lnTo>
                <a:lnTo>
                  <a:pt x="3324047" y="91439"/>
                </a:lnTo>
                <a:lnTo>
                  <a:pt x="3320656" y="86360"/>
                </a:lnTo>
                <a:lnTo>
                  <a:pt x="3320973" y="86360"/>
                </a:lnTo>
                <a:lnTo>
                  <a:pt x="3317328" y="81279"/>
                </a:lnTo>
                <a:lnTo>
                  <a:pt x="3317671" y="81279"/>
                </a:lnTo>
                <a:lnTo>
                  <a:pt x="3313760" y="76200"/>
                </a:lnTo>
                <a:lnTo>
                  <a:pt x="3314115" y="76200"/>
                </a:lnTo>
                <a:lnTo>
                  <a:pt x="3309950" y="71120"/>
                </a:lnTo>
                <a:lnTo>
                  <a:pt x="3310343" y="71120"/>
                </a:lnTo>
                <a:lnTo>
                  <a:pt x="3305924" y="66039"/>
                </a:lnTo>
                <a:lnTo>
                  <a:pt x="3337697" y="66039"/>
                </a:lnTo>
                <a:lnTo>
                  <a:pt x="3354031" y="96520"/>
                </a:lnTo>
                <a:lnTo>
                  <a:pt x="3326574" y="96520"/>
                </a:lnTo>
                <a:lnTo>
                  <a:pt x="3326853" y="97789"/>
                </a:lnTo>
                <a:close/>
              </a:path>
              <a:path w="3364865" h="867410">
                <a:moveTo>
                  <a:pt x="37858" y="97789"/>
                </a:moveTo>
                <a:lnTo>
                  <a:pt x="38125" y="96520"/>
                </a:lnTo>
                <a:lnTo>
                  <a:pt x="38478" y="96520"/>
                </a:lnTo>
                <a:lnTo>
                  <a:pt x="37858" y="97789"/>
                </a:lnTo>
                <a:close/>
              </a:path>
              <a:path w="3364865" h="867410">
                <a:moveTo>
                  <a:pt x="3331667" y="109220"/>
                </a:moveTo>
                <a:lnTo>
                  <a:pt x="3329152" y="102870"/>
                </a:lnTo>
                <a:lnTo>
                  <a:pt x="3329393" y="102870"/>
                </a:lnTo>
                <a:lnTo>
                  <a:pt x="3326574" y="96520"/>
                </a:lnTo>
                <a:lnTo>
                  <a:pt x="3354031" y="96520"/>
                </a:lnTo>
                <a:lnTo>
                  <a:pt x="3355403" y="100329"/>
                </a:lnTo>
                <a:lnTo>
                  <a:pt x="3357816" y="106679"/>
                </a:lnTo>
                <a:lnTo>
                  <a:pt x="3358159" y="107950"/>
                </a:lnTo>
                <a:lnTo>
                  <a:pt x="3331451" y="107950"/>
                </a:lnTo>
                <a:lnTo>
                  <a:pt x="3331667" y="109220"/>
                </a:lnTo>
                <a:close/>
              </a:path>
              <a:path w="3364865" h="867410">
                <a:moveTo>
                  <a:pt x="33045" y="109220"/>
                </a:moveTo>
                <a:lnTo>
                  <a:pt x="33248" y="107950"/>
                </a:lnTo>
                <a:lnTo>
                  <a:pt x="33545" y="107950"/>
                </a:lnTo>
                <a:lnTo>
                  <a:pt x="33045" y="109220"/>
                </a:lnTo>
                <a:close/>
              </a:path>
              <a:path w="3364865" h="867410">
                <a:moveTo>
                  <a:pt x="3362396" y="740410"/>
                </a:moveTo>
                <a:lnTo>
                  <a:pt x="3336645" y="740410"/>
                </a:lnTo>
                <a:lnTo>
                  <a:pt x="3337035" y="737870"/>
                </a:lnTo>
                <a:lnTo>
                  <a:pt x="3337132" y="737399"/>
                </a:lnTo>
                <a:lnTo>
                  <a:pt x="3338072" y="731553"/>
                </a:lnTo>
                <a:lnTo>
                  <a:pt x="3338682" y="726441"/>
                </a:lnTo>
                <a:lnTo>
                  <a:pt x="3339122" y="721360"/>
                </a:lnTo>
                <a:lnTo>
                  <a:pt x="3339299" y="713739"/>
                </a:lnTo>
                <a:lnTo>
                  <a:pt x="3339299" y="152400"/>
                </a:lnTo>
                <a:lnTo>
                  <a:pt x="3337876" y="133344"/>
                </a:lnTo>
                <a:lnTo>
                  <a:pt x="3336772" y="127000"/>
                </a:lnTo>
                <a:lnTo>
                  <a:pt x="3335197" y="120650"/>
                </a:lnTo>
                <a:lnTo>
                  <a:pt x="3335362" y="120650"/>
                </a:lnTo>
                <a:lnTo>
                  <a:pt x="3333470" y="114300"/>
                </a:lnTo>
                <a:lnTo>
                  <a:pt x="3333648" y="114300"/>
                </a:lnTo>
                <a:lnTo>
                  <a:pt x="3331451" y="107950"/>
                </a:lnTo>
                <a:lnTo>
                  <a:pt x="3358159" y="107950"/>
                </a:lnTo>
                <a:lnTo>
                  <a:pt x="3364699" y="152400"/>
                </a:lnTo>
                <a:lnTo>
                  <a:pt x="3364699" y="713739"/>
                </a:lnTo>
                <a:lnTo>
                  <a:pt x="3364532" y="719999"/>
                </a:lnTo>
                <a:lnTo>
                  <a:pt x="3364496" y="721360"/>
                </a:lnTo>
                <a:lnTo>
                  <a:pt x="3363912" y="730250"/>
                </a:lnTo>
                <a:lnTo>
                  <a:pt x="3363056" y="736923"/>
                </a:lnTo>
                <a:lnTo>
                  <a:pt x="3362934" y="737870"/>
                </a:lnTo>
                <a:lnTo>
                  <a:pt x="3362396" y="740410"/>
                </a:lnTo>
                <a:close/>
              </a:path>
              <a:path w="3364865" h="867410">
                <a:moveTo>
                  <a:pt x="26823" y="133344"/>
                </a:moveTo>
                <a:lnTo>
                  <a:pt x="26924" y="132079"/>
                </a:lnTo>
                <a:lnTo>
                  <a:pt x="27068" y="132079"/>
                </a:lnTo>
                <a:lnTo>
                  <a:pt x="26823" y="133344"/>
                </a:lnTo>
                <a:close/>
              </a:path>
              <a:path w="3364865" h="867410">
                <a:moveTo>
                  <a:pt x="3361016" y="746760"/>
                </a:moveTo>
                <a:lnTo>
                  <a:pt x="3335197" y="746760"/>
                </a:lnTo>
                <a:lnTo>
                  <a:pt x="3336770" y="739152"/>
                </a:lnTo>
                <a:lnTo>
                  <a:pt x="3336645" y="740410"/>
                </a:lnTo>
                <a:lnTo>
                  <a:pt x="3362396" y="740410"/>
                </a:lnTo>
                <a:lnTo>
                  <a:pt x="3361615" y="744090"/>
                </a:lnTo>
                <a:lnTo>
                  <a:pt x="3361016" y="746760"/>
                </a:lnTo>
                <a:close/>
              </a:path>
              <a:path w="3364865" h="867410">
                <a:moveTo>
                  <a:pt x="29715" y="746760"/>
                </a:moveTo>
                <a:lnTo>
                  <a:pt x="29502" y="746760"/>
                </a:lnTo>
                <a:lnTo>
                  <a:pt x="29230" y="745509"/>
                </a:lnTo>
                <a:lnTo>
                  <a:pt x="29715" y="746760"/>
                </a:lnTo>
                <a:close/>
              </a:path>
              <a:path w="3364865" h="867410">
                <a:moveTo>
                  <a:pt x="3356207" y="764539"/>
                </a:moveTo>
                <a:lnTo>
                  <a:pt x="3329152" y="764539"/>
                </a:lnTo>
                <a:lnTo>
                  <a:pt x="3331667" y="758189"/>
                </a:lnTo>
                <a:lnTo>
                  <a:pt x="3331451" y="758189"/>
                </a:lnTo>
                <a:lnTo>
                  <a:pt x="3333648" y="751839"/>
                </a:lnTo>
                <a:lnTo>
                  <a:pt x="3333470" y="751839"/>
                </a:lnTo>
                <a:lnTo>
                  <a:pt x="3335357" y="745509"/>
                </a:lnTo>
                <a:lnTo>
                  <a:pt x="3335197" y="746760"/>
                </a:lnTo>
                <a:lnTo>
                  <a:pt x="3361016" y="746760"/>
                </a:lnTo>
                <a:lnTo>
                  <a:pt x="3359873" y="751839"/>
                </a:lnTo>
                <a:lnTo>
                  <a:pt x="3357816" y="759460"/>
                </a:lnTo>
                <a:lnTo>
                  <a:pt x="3356207" y="764539"/>
                </a:lnTo>
                <a:close/>
              </a:path>
              <a:path w="3364865" h="867410">
                <a:moveTo>
                  <a:pt x="35869" y="764539"/>
                </a:moveTo>
                <a:lnTo>
                  <a:pt x="35547" y="764539"/>
                </a:lnTo>
                <a:lnTo>
                  <a:pt x="35306" y="763270"/>
                </a:lnTo>
                <a:lnTo>
                  <a:pt x="35869" y="764539"/>
                </a:lnTo>
                <a:close/>
              </a:path>
              <a:path w="3364865" h="867410">
                <a:moveTo>
                  <a:pt x="3349036" y="781050"/>
                </a:moveTo>
                <a:lnTo>
                  <a:pt x="3320656" y="781050"/>
                </a:lnTo>
                <a:lnTo>
                  <a:pt x="3324047" y="774700"/>
                </a:lnTo>
                <a:lnTo>
                  <a:pt x="3323742" y="774700"/>
                </a:lnTo>
                <a:lnTo>
                  <a:pt x="3326853" y="769620"/>
                </a:lnTo>
                <a:lnTo>
                  <a:pt x="3326574" y="769620"/>
                </a:lnTo>
                <a:lnTo>
                  <a:pt x="3329393" y="763270"/>
                </a:lnTo>
                <a:lnTo>
                  <a:pt x="3329152" y="764539"/>
                </a:lnTo>
                <a:lnTo>
                  <a:pt x="3356207" y="764539"/>
                </a:lnTo>
                <a:lnTo>
                  <a:pt x="3355403" y="767079"/>
                </a:lnTo>
                <a:lnTo>
                  <a:pt x="3352660" y="773429"/>
                </a:lnTo>
                <a:lnTo>
                  <a:pt x="3349599" y="779779"/>
                </a:lnTo>
                <a:lnTo>
                  <a:pt x="3349036" y="781050"/>
                </a:lnTo>
                <a:close/>
              </a:path>
              <a:path w="3364865" h="867410">
                <a:moveTo>
                  <a:pt x="44455" y="781050"/>
                </a:moveTo>
                <a:lnTo>
                  <a:pt x="44043" y="781050"/>
                </a:lnTo>
                <a:lnTo>
                  <a:pt x="43726" y="779779"/>
                </a:lnTo>
                <a:lnTo>
                  <a:pt x="44455" y="781050"/>
                </a:lnTo>
                <a:close/>
              </a:path>
              <a:path w="3364865" h="867410">
                <a:moveTo>
                  <a:pt x="3346784" y="786129"/>
                </a:moveTo>
                <a:lnTo>
                  <a:pt x="3317328" y="786129"/>
                </a:lnTo>
                <a:lnTo>
                  <a:pt x="3320973" y="779779"/>
                </a:lnTo>
                <a:lnTo>
                  <a:pt x="3320656" y="781050"/>
                </a:lnTo>
                <a:lnTo>
                  <a:pt x="3349036" y="781050"/>
                </a:lnTo>
                <a:lnTo>
                  <a:pt x="3346784" y="786129"/>
                </a:lnTo>
                <a:close/>
              </a:path>
              <a:path w="3364865" h="867410">
                <a:moveTo>
                  <a:pt x="47812" y="786129"/>
                </a:moveTo>
                <a:lnTo>
                  <a:pt x="47371" y="786129"/>
                </a:lnTo>
                <a:lnTo>
                  <a:pt x="47028" y="784860"/>
                </a:lnTo>
                <a:lnTo>
                  <a:pt x="47812" y="786129"/>
                </a:lnTo>
                <a:close/>
              </a:path>
              <a:path w="3364865" h="867410">
                <a:moveTo>
                  <a:pt x="3344003" y="791210"/>
                </a:moveTo>
                <a:lnTo>
                  <a:pt x="3313760" y="791210"/>
                </a:lnTo>
                <a:lnTo>
                  <a:pt x="3317671" y="784860"/>
                </a:lnTo>
                <a:lnTo>
                  <a:pt x="3317328" y="786129"/>
                </a:lnTo>
                <a:lnTo>
                  <a:pt x="3346784" y="786129"/>
                </a:lnTo>
                <a:lnTo>
                  <a:pt x="3346221" y="787400"/>
                </a:lnTo>
                <a:lnTo>
                  <a:pt x="3344003" y="791210"/>
                </a:lnTo>
                <a:close/>
              </a:path>
              <a:path w="3364865" h="867410">
                <a:moveTo>
                  <a:pt x="51625" y="791210"/>
                </a:moveTo>
                <a:lnTo>
                  <a:pt x="50952" y="791210"/>
                </a:lnTo>
                <a:lnTo>
                  <a:pt x="50584" y="789939"/>
                </a:lnTo>
                <a:lnTo>
                  <a:pt x="51625" y="791210"/>
                </a:lnTo>
                <a:close/>
              </a:path>
              <a:path w="3364865" h="867410">
                <a:moveTo>
                  <a:pt x="3331555" y="808989"/>
                </a:moveTo>
                <a:lnTo>
                  <a:pt x="3297237" y="808989"/>
                </a:lnTo>
                <a:lnTo>
                  <a:pt x="3302114" y="803910"/>
                </a:lnTo>
                <a:lnTo>
                  <a:pt x="3301682" y="803910"/>
                </a:lnTo>
                <a:lnTo>
                  <a:pt x="3306330" y="800100"/>
                </a:lnTo>
                <a:lnTo>
                  <a:pt x="3305924" y="800100"/>
                </a:lnTo>
                <a:lnTo>
                  <a:pt x="3310343" y="795020"/>
                </a:lnTo>
                <a:lnTo>
                  <a:pt x="3309950" y="795020"/>
                </a:lnTo>
                <a:lnTo>
                  <a:pt x="3314115" y="789939"/>
                </a:lnTo>
                <a:lnTo>
                  <a:pt x="3313760" y="791210"/>
                </a:lnTo>
                <a:lnTo>
                  <a:pt x="3344003" y="791210"/>
                </a:lnTo>
                <a:lnTo>
                  <a:pt x="3342525" y="793750"/>
                </a:lnTo>
                <a:lnTo>
                  <a:pt x="3338550" y="800100"/>
                </a:lnTo>
                <a:lnTo>
                  <a:pt x="3334283" y="805179"/>
                </a:lnTo>
                <a:lnTo>
                  <a:pt x="3331555" y="808989"/>
                </a:lnTo>
                <a:close/>
              </a:path>
              <a:path w="3364865" h="867410">
                <a:moveTo>
                  <a:pt x="68291" y="808989"/>
                </a:moveTo>
                <a:lnTo>
                  <a:pt x="67462" y="808989"/>
                </a:lnTo>
                <a:lnTo>
                  <a:pt x="67017" y="807720"/>
                </a:lnTo>
                <a:lnTo>
                  <a:pt x="68291" y="808989"/>
                </a:lnTo>
                <a:close/>
              </a:path>
              <a:path w="3364865" h="867410">
                <a:moveTo>
                  <a:pt x="3321123" y="820419"/>
                </a:moveTo>
                <a:lnTo>
                  <a:pt x="3282734" y="820419"/>
                </a:lnTo>
                <a:lnTo>
                  <a:pt x="3288245" y="816610"/>
                </a:lnTo>
                <a:lnTo>
                  <a:pt x="3287750" y="816610"/>
                </a:lnTo>
                <a:lnTo>
                  <a:pt x="3293059" y="812800"/>
                </a:lnTo>
                <a:lnTo>
                  <a:pt x="3292589" y="812800"/>
                </a:lnTo>
                <a:lnTo>
                  <a:pt x="3297682" y="807720"/>
                </a:lnTo>
                <a:lnTo>
                  <a:pt x="3297237" y="808989"/>
                </a:lnTo>
                <a:lnTo>
                  <a:pt x="3331555" y="808989"/>
                </a:lnTo>
                <a:lnTo>
                  <a:pt x="3329736" y="811529"/>
                </a:lnTo>
                <a:lnTo>
                  <a:pt x="3324923" y="816610"/>
                </a:lnTo>
                <a:lnTo>
                  <a:pt x="3321123" y="820419"/>
                </a:lnTo>
                <a:close/>
              </a:path>
              <a:path w="3364865" h="867410">
                <a:moveTo>
                  <a:pt x="83354" y="820419"/>
                </a:moveTo>
                <a:lnTo>
                  <a:pt x="81965" y="820419"/>
                </a:lnTo>
                <a:lnTo>
                  <a:pt x="81457" y="819150"/>
                </a:lnTo>
                <a:lnTo>
                  <a:pt x="83354" y="820419"/>
                </a:lnTo>
                <a:close/>
              </a:path>
              <a:path w="3364865" h="867410">
                <a:moveTo>
                  <a:pt x="3295141" y="842010"/>
                </a:moveTo>
                <a:lnTo>
                  <a:pt x="3217862" y="842010"/>
                </a:lnTo>
                <a:lnTo>
                  <a:pt x="3224999" y="840739"/>
                </a:lnTo>
                <a:lnTo>
                  <a:pt x="3230753" y="840739"/>
                </a:lnTo>
                <a:lnTo>
                  <a:pt x="3237661" y="839469"/>
                </a:lnTo>
                <a:lnTo>
                  <a:pt x="3237039" y="839469"/>
                </a:lnTo>
                <a:lnTo>
                  <a:pt x="3243833" y="838200"/>
                </a:lnTo>
                <a:lnTo>
                  <a:pt x="3243222" y="838200"/>
                </a:lnTo>
                <a:lnTo>
                  <a:pt x="3250504" y="835422"/>
                </a:lnTo>
                <a:lnTo>
                  <a:pt x="3255810" y="834389"/>
                </a:lnTo>
                <a:lnTo>
                  <a:pt x="3255213" y="834389"/>
                </a:lnTo>
                <a:lnTo>
                  <a:pt x="3261588" y="831850"/>
                </a:lnTo>
                <a:lnTo>
                  <a:pt x="3261017" y="831850"/>
                </a:lnTo>
                <a:lnTo>
                  <a:pt x="3267240" y="829310"/>
                </a:lnTo>
                <a:lnTo>
                  <a:pt x="3266681" y="829310"/>
                </a:lnTo>
                <a:lnTo>
                  <a:pt x="3272739" y="826769"/>
                </a:lnTo>
                <a:lnTo>
                  <a:pt x="3272193" y="826769"/>
                </a:lnTo>
                <a:lnTo>
                  <a:pt x="3278073" y="822960"/>
                </a:lnTo>
                <a:lnTo>
                  <a:pt x="3277552" y="822960"/>
                </a:lnTo>
                <a:lnTo>
                  <a:pt x="3283242" y="819150"/>
                </a:lnTo>
                <a:lnTo>
                  <a:pt x="3282734" y="820419"/>
                </a:lnTo>
                <a:lnTo>
                  <a:pt x="3321123" y="820419"/>
                </a:lnTo>
                <a:lnTo>
                  <a:pt x="3319856" y="821689"/>
                </a:lnTo>
                <a:lnTo>
                  <a:pt x="3314547" y="826769"/>
                </a:lnTo>
                <a:lnTo>
                  <a:pt x="3308997" y="831850"/>
                </a:lnTo>
                <a:lnTo>
                  <a:pt x="3303206" y="836930"/>
                </a:lnTo>
                <a:lnTo>
                  <a:pt x="3297212" y="840739"/>
                </a:lnTo>
                <a:lnTo>
                  <a:pt x="3295141" y="8420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1" name="object 26">
            <a:extLst>
              <a:ext uri="{FF2B5EF4-FFF2-40B4-BE49-F238E27FC236}">
                <a16:creationId xmlns:a16="http://schemas.microsoft.com/office/drawing/2014/main" id="{FC822826-2E2C-4B48-A120-A2B343617A13}"/>
              </a:ext>
            </a:extLst>
          </p:cNvPr>
          <p:cNvSpPr>
            <a:spLocks noGrp="1"/>
          </p:cNvSpPr>
          <p:nvPr/>
        </p:nvSpPr>
        <p:spPr>
          <a:xfrm>
            <a:off x="4739275" y="5391900"/>
            <a:ext cx="2375459" cy="663340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88"/>
              </a:spcBef>
              <a:buNone/>
            </a:pPr>
            <a:r>
              <a:rPr sz="1760" b="1">
                <a:latin typeface="Calibri"/>
                <a:ea typeface="Calibri"/>
                <a:cs typeface="Calibri"/>
              </a:rPr>
              <a:t>Fine-grained Allocations Over Network</a:t>
            </a:r>
            <a:endParaRPr sz="1760">
              <a:latin typeface="Calibri"/>
              <a:ea typeface="Calibri"/>
              <a:cs typeface="Calibri"/>
            </a:endParaRPr>
          </a:p>
        </p:txBody>
      </p:sp>
      <p:sp>
        <p:nvSpPr>
          <p:cNvPr id="42" name="object 28">
            <a:extLst>
              <a:ext uri="{FF2B5EF4-FFF2-40B4-BE49-F238E27FC236}">
                <a16:creationId xmlns:a16="http://schemas.microsoft.com/office/drawing/2014/main" id="{45526ABD-0E10-463E-9884-DE04CA103FEF}"/>
              </a:ext>
            </a:extLst>
          </p:cNvPr>
          <p:cNvSpPr>
            <a:spLocks noGrp="1"/>
          </p:cNvSpPr>
          <p:nvPr/>
        </p:nvSpPr>
        <p:spPr>
          <a:xfrm>
            <a:off x="7660257" y="5391688"/>
            <a:ext cx="3004108" cy="742086"/>
          </a:xfrm>
          <a:custGeom>
            <a:avLst/>
            <a:gdLst/>
            <a:ahLst/>
            <a:cxnLst/>
            <a:rect l="l" t="t" r="r" b="b"/>
            <a:pathLst>
              <a:path w="3413759" h="843279">
                <a:moveTo>
                  <a:pt x="3273552" y="842772"/>
                </a:moveTo>
                <a:lnTo>
                  <a:pt x="141731" y="842772"/>
                </a:lnTo>
                <a:lnTo>
                  <a:pt x="96982" y="835537"/>
                </a:lnTo>
                <a:lnTo>
                  <a:pt x="58186" y="815578"/>
                </a:lnTo>
                <a:lnTo>
                  <a:pt x="27592" y="785216"/>
                </a:lnTo>
                <a:lnTo>
                  <a:pt x="7448" y="746770"/>
                </a:lnTo>
                <a:lnTo>
                  <a:pt x="0" y="702563"/>
                </a:lnTo>
                <a:lnTo>
                  <a:pt x="0" y="140208"/>
                </a:lnTo>
                <a:lnTo>
                  <a:pt x="7448" y="96055"/>
                </a:lnTo>
                <a:lnTo>
                  <a:pt x="27592" y="57638"/>
                </a:lnTo>
                <a:lnTo>
                  <a:pt x="58186" y="27275"/>
                </a:lnTo>
                <a:lnTo>
                  <a:pt x="96982" y="7289"/>
                </a:lnTo>
                <a:lnTo>
                  <a:pt x="141731" y="0"/>
                </a:lnTo>
                <a:lnTo>
                  <a:pt x="3273552" y="0"/>
                </a:lnTo>
                <a:lnTo>
                  <a:pt x="3317966" y="7289"/>
                </a:lnTo>
                <a:lnTo>
                  <a:pt x="3356514" y="27275"/>
                </a:lnTo>
                <a:lnTo>
                  <a:pt x="3386877" y="57638"/>
                </a:lnTo>
                <a:lnTo>
                  <a:pt x="3406732" y="96055"/>
                </a:lnTo>
                <a:lnTo>
                  <a:pt x="3413759" y="140208"/>
                </a:lnTo>
                <a:lnTo>
                  <a:pt x="3413759" y="702563"/>
                </a:lnTo>
                <a:lnTo>
                  <a:pt x="3406732" y="746770"/>
                </a:lnTo>
                <a:lnTo>
                  <a:pt x="3386877" y="785216"/>
                </a:lnTo>
                <a:lnTo>
                  <a:pt x="3356514" y="815578"/>
                </a:lnTo>
                <a:lnTo>
                  <a:pt x="3317966" y="835537"/>
                </a:lnTo>
                <a:lnTo>
                  <a:pt x="3273552" y="842772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3" name="object 29">
            <a:extLst>
              <a:ext uri="{FF2B5EF4-FFF2-40B4-BE49-F238E27FC236}">
                <a16:creationId xmlns:a16="http://schemas.microsoft.com/office/drawing/2014/main" id="{C2ABC0B3-5E69-44E8-B354-B07F06F922F9}"/>
              </a:ext>
            </a:extLst>
          </p:cNvPr>
          <p:cNvSpPr>
            <a:spLocks noGrp="1"/>
          </p:cNvSpPr>
          <p:nvPr/>
        </p:nvSpPr>
        <p:spPr>
          <a:xfrm>
            <a:off x="7649595" y="5380757"/>
            <a:ext cx="3026461" cy="763321"/>
          </a:xfrm>
          <a:custGeom>
            <a:avLst/>
            <a:gdLst/>
            <a:ahLst/>
            <a:cxnLst/>
            <a:rect l="l" t="t" r="r" b="b"/>
            <a:pathLst>
              <a:path w="3439159" h="867410">
                <a:moveTo>
                  <a:pt x="3293618" y="867410"/>
                </a:moveTo>
                <a:lnTo>
                  <a:pt x="145224" y="867410"/>
                </a:lnTo>
                <a:lnTo>
                  <a:pt x="114846" y="862330"/>
                </a:lnTo>
                <a:lnTo>
                  <a:pt x="73698" y="844550"/>
                </a:lnTo>
                <a:lnTo>
                  <a:pt x="39776" y="816610"/>
                </a:lnTo>
                <a:lnTo>
                  <a:pt x="30416" y="805179"/>
                </a:lnTo>
                <a:lnTo>
                  <a:pt x="26149" y="800100"/>
                </a:lnTo>
                <a:lnTo>
                  <a:pt x="22174" y="793750"/>
                </a:lnTo>
                <a:lnTo>
                  <a:pt x="18478" y="787400"/>
                </a:lnTo>
                <a:lnTo>
                  <a:pt x="15100" y="779779"/>
                </a:lnTo>
                <a:lnTo>
                  <a:pt x="12026" y="773429"/>
                </a:lnTo>
                <a:lnTo>
                  <a:pt x="787" y="730250"/>
                </a:lnTo>
                <a:lnTo>
                  <a:pt x="0" y="713739"/>
                </a:lnTo>
                <a:lnTo>
                  <a:pt x="0" y="152400"/>
                </a:lnTo>
                <a:lnTo>
                  <a:pt x="4813" y="114300"/>
                </a:lnTo>
                <a:lnTo>
                  <a:pt x="9296" y="100329"/>
                </a:lnTo>
                <a:lnTo>
                  <a:pt x="12026" y="92710"/>
                </a:lnTo>
                <a:lnTo>
                  <a:pt x="34963" y="54610"/>
                </a:lnTo>
                <a:lnTo>
                  <a:pt x="67487" y="25400"/>
                </a:lnTo>
                <a:lnTo>
                  <a:pt x="114846" y="3810"/>
                </a:lnTo>
                <a:lnTo>
                  <a:pt x="137452" y="0"/>
                </a:lnTo>
                <a:lnTo>
                  <a:pt x="3301390" y="0"/>
                </a:lnTo>
                <a:lnTo>
                  <a:pt x="3352126" y="13970"/>
                </a:lnTo>
                <a:lnTo>
                  <a:pt x="3369284" y="24129"/>
                </a:lnTo>
                <a:lnTo>
                  <a:pt x="153416" y="24129"/>
                </a:lnTo>
                <a:lnTo>
                  <a:pt x="146189" y="25400"/>
                </a:lnTo>
                <a:lnTo>
                  <a:pt x="140335" y="25400"/>
                </a:lnTo>
                <a:lnTo>
                  <a:pt x="133311" y="26670"/>
                </a:lnTo>
                <a:lnTo>
                  <a:pt x="127660" y="26670"/>
                </a:lnTo>
                <a:lnTo>
                  <a:pt x="120865" y="29210"/>
                </a:lnTo>
                <a:lnTo>
                  <a:pt x="121475" y="29210"/>
                </a:lnTo>
                <a:lnTo>
                  <a:pt x="116002" y="30252"/>
                </a:lnTo>
                <a:lnTo>
                  <a:pt x="108914" y="33020"/>
                </a:lnTo>
                <a:lnTo>
                  <a:pt x="109474" y="33020"/>
                </a:lnTo>
                <a:lnTo>
                  <a:pt x="103964" y="34117"/>
                </a:lnTo>
                <a:lnTo>
                  <a:pt x="99534" y="36829"/>
                </a:lnTo>
                <a:lnTo>
                  <a:pt x="98018" y="36829"/>
                </a:lnTo>
                <a:lnTo>
                  <a:pt x="91960" y="40639"/>
                </a:lnTo>
                <a:lnTo>
                  <a:pt x="92506" y="40639"/>
                </a:lnTo>
                <a:lnTo>
                  <a:pt x="86626" y="43179"/>
                </a:lnTo>
                <a:lnTo>
                  <a:pt x="87147" y="43179"/>
                </a:lnTo>
                <a:lnTo>
                  <a:pt x="81457" y="46989"/>
                </a:lnTo>
                <a:lnTo>
                  <a:pt x="81953" y="46989"/>
                </a:lnTo>
                <a:lnTo>
                  <a:pt x="78287" y="49529"/>
                </a:lnTo>
                <a:lnTo>
                  <a:pt x="76936" y="49529"/>
                </a:lnTo>
                <a:lnTo>
                  <a:pt x="72964" y="53339"/>
                </a:lnTo>
                <a:lnTo>
                  <a:pt x="72110" y="53339"/>
                </a:lnTo>
                <a:lnTo>
                  <a:pt x="68281" y="57150"/>
                </a:lnTo>
                <a:lnTo>
                  <a:pt x="67462" y="57150"/>
                </a:lnTo>
                <a:lnTo>
                  <a:pt x="62585" y="62229"/>
                </a:lnTo>
                <a:lnTo>
                  <a:pt x="63017" y="62229"/>
                </a:lnTo>
                <a:lnTo>
                  <a:pt x="59531" y="66039"/>
                </a:lnTo>
                <a:lnTo>
                  <a:pt x="58775" y="66039"/>
                </a:lnTo>
                <a:lnTo>
                  <a:pt x="54356" y="71120"/>
                </a:lnTo>
                <a:lnTo>
                  <a:pt x="54749" y="71120"/>
                </a:lnTo>
                <a:lnTo>
                  <a:pt x="50571" y="76200"/>
                </a:lnTo>
                <a:lnTo>
                  <a:pt x="50939" y="76200"/>
                </a:lnTo>
                <a:lnTo>
                  <a:pt x="47028" y="81279"/>
                </a:lnTo>
                <a:lnTo>
                  <a:pt x="47371" y="81279"/>
                </a:lnTo>
                <a:lnTo>
                  <a:pt x="43713" y="86360"/>
                </a:lnTo>
                <a:lnTo>
                  <a:pt x="44030" y="86360"/>
                </a:lnTo>
                <a:lnTo>
                  <a:pt x="40652" y="91439"/>
                </a:lnTo>
                <a:lnTo>
                  <a:pt x="40944" y="91439"/>
                </a:lnTo>
                <a:lnTo>
                  <a:pt x="38465" y="96520"/>
                </a:lnTo>
                <a:lnTo>
                  <a:pt x="38112" y="96520"/>
                </a:lnTo>
                <a:lnTo>
                  <a:pt x="35306" y="102870"/>
                </a:lnTo>
                <a:lnTo>
                  <a:pt x="35547" y="102870"/>
                </a:lnTo>
                <a:lnTo>
                  <a:pt x="33535" y="107950"/>
                </a:lnTo>
                <a:lnTo>
                  <a:pt x="33248" y="107950"/>
                </a:lnTo>
                <a:lnTo>
                  <a:pt x="31038" y="114300"/>
                </a:lnTo>
                <a:lnTo>
                  <a:pt x="31229" y="114300"/>
                </a:lnTo>
                <a:lnTo>
                  <a:pt x="29337" y="120650"/>
                </a:lnTo>
                <a:lnTo>
                  <a:pt x="29489" y="120650"/>
                </a:lnTo>
                <a:lnTo>
                  <a:pt x="28054" y="127000"/>
                </a:lnTo>
                <a:lnTo>
                  <a:pt x="27068" y="132079"/>
                </a:lnTo>
                <a:lnTo>
                  <a:pt x="26911" y="132079"/>
                </a:lnTo>
                <a:lnTo>
                  <a:pt x="26085" y="139700"/>
                </a:lnTo>
                <a:lnTo>
                  <a:pt x="25679" y="144779"/>
                </a:lnTo>
                <a:lnTo>
                  <a:pt x="25577" y="146050"/>
                </a:lnTo>
                <a:lnTo>
                  <a:pt x="25400" y="152400"/>
                </a:lnTo>
                <a:lnTo>
                  <a:pt x="25400" y="713739"/>
                </a:lnTo>
                <a:lnTo>
                  <a:pt x="27024" y="734041"/>
                </a:lnTo>
                <a:lnTo>
                  <a:pt x="27417" y="736654"/>
                </a:lnTo>
                <a:lnTo>
                  <a:pt x="28054" y="740410"/>
                </a:lnTo>
                <a:lnTo>
                  <a:pt x="28891" y="743980"/>
                </a:lnTo>
                <a:lnTo>
                  <a:pt x="29489" y="746760"/>
                </a:lnTo>
                <a:lnTo>
                  <a:pt x="29715" y="746760"/>
                </a:lnTo>
                <a:lnTo>
                  <a:pt x="31229" y="751839"/>
                </a:lnTo>
                <a:lnTo>
                  <a:pt x="31038" y="751839"/>
                </a:lnTo>
                <a:lnTo>
                  <a:pt x="33248" y="758189"/>
                </a:lnTo>
                <a:lnTo>
                  <a:pt x="33032" y="758189"/>
                </a:lnTo>
                <a:lnTo>
                  <a:pt x="35547" y="764539"/>
                </a:lnTo>
                <a:lnTo>
                  <a:pt x="35867" y="764539"/>
                </a:lnTo>
                <a:lnTo>
                  <a:pt x="38112" y="769620"/>
                </a:lnTo>
                <a:lnTo>
                  <a:pt x="37846" y="769620"/>
                </a:lnTo>
                <a:lnTo>
                  <a:pt x="40944" y="774700"/>
                </a:lnTo>
                <a:lnTo>
                  <a:pt x="40652" y="774700"/>
                </a:lnTo>
                <a:lnTo>
                  <a:pt x="44030" y="781050"/>
                </a:lnTo>
                <a:lnTo>
                  <a:pt x="44444" y="781050"/>
                </a:lnTo>
                <a:lnTo>
                  <a:pt x="47371" y="786129"/>
                </a:lnTo>
                <a:lnTo>
                  <a:pt x="47810" y="786129"/>
                </a:lnTo>
                <a:lnTo>
                  <a:pt x="50939" y="791210"/>
                </a:lnTo>
                <a:lnTo>
                  <a:pt x="51615" y="791210"/>
                </a:lnTo>
                <a:lnTo>
                  <a:pt x="54749" y="795020"/>
                </a:lnTo>
                <a:lnTo>
                  <a:pt x="54356" y="795020"/>
                </a:lnTo>
                <a:lnTo>
                  <a:pt x="58775" y="800100"/>
                </a:lnTo>
                <a:lnTo>
                  <a:pt x="58369" y="800100"/>
                </a:lnTo>
                <a:lnTo>
                  <a:pt x="63017" y="803910"/>
                </a:lnTo>
                <a:lnTo>
                  <a:pt x="62585" y="803910"/>
                </a:lnTo>
                <a:lnTo>
                  <a:pt x="67462" y="808989"/>
                </a:lnTo>
                <a:lnTo>
                  <a:pt x="68281" y="808989"/>
                </a:lnTo>
                <a:lnTo>
                  <a:pt x="72110" y="812800"/>
                </a:lnTo>
                <a:lnTo>
                  <a:pt x="71640" y="812800"/>
                </a:lnTo>
                <a:lnTo>
                  <a:pt x="76936" y="816610"/>
                </a:lnTo>
                <a:lnTo>
                  <a:pt x="76454" y="816610"/>
                </a:lnTo>
                <a:lnTo>
                  <a:pt x="81953" y="820419"/>
                </a:lnTo>
                <a:lnTo>
                  <a:pt x="83354" y="820419"/>
                </a:lnTo>
                <a:lnTo>
                  <a:pt x="87147" y="822960"/>
                </a:lnTo>
                <a:lnTo>
                  <a:pt x="86626" y="822960"/>
                </a:lnTo>
                <a:lnTo>
                  <a:pt x="92506" y="826769"/>
                </a:lnTo>
                <a:lnTo>
                  <a:pt x="91960" y="826769"/>
                </a:lnTo>
                <a:lnTo>
                  <a:pt x="98018" y="829310"/>
                </a:lnTo>
                <a:lnTo>
                  <a:pt x="97459" y="829310"/>
                </a:lnTo>
                <a:lnTo>
                  <a:pt x="103682" y="831850"/>
                </a:lnTo>
                <a:lnTo>
                  <a:pt x="103098" y="831850"/>
                </a:lnTo>
                <a:lnTo>
                  <a:pt x="109474" y="834389"/>
                </a:lnTo>
                <a:lnTo>
                  <a:pt x="108889" y="834389"/>
                </a:lnTo>
                <a:lnTo>
                  <a:pt x="114171" y="835417"/>
                </a:lnTo>
                <a:lnTo>
                  <a:pt x="121451" y="838200"/>
                </a:lnTo>
                <a:lnTo>
                  <a:pt x="120865" y="838200"/>
                </a:lnTo>
                <a:lnTo>
                  <a:pt x="127660" y="839469"/>
                </a:lnTo>
                <a:lnTo>
                  <a:pt x="127025" y="839469"/>
                </a:lnTo>
                <a:lnTo>
                  <a:pt x="133946" y="840739"/>
                </a:lnTo>
                <a:lnTo>
                  <a:pt x="139700" y="840739"/>
                </a:lnTo>
                <a:lnTo>
                  <a:pt x="146824" y="842010"/>
                </a:lnTo>
                <a:lnTo>
                  <a:pt x="3369284" y="842010"/>
                </a:lnTo>
                <a:lnTo>
                  <a:pt x="3365144" y="844550"/>
                </a:lnTo>
                <a:lnTo>
                  <a:pt x="3358730" y="848360"/>
                </a:lnTo>
                <a:lnTo>
                  <a:pt x="3352126" y="852169"/>
                </a:lnTo>
                <a:lnTo>
                  <a:pt x="3338385" y="857250"/>
                </a:lnTo>
                <a:lnTo>
                  <a:pt x="3323996" y="862330"/>
                </a:lnTo>
                <a:lnTo>
                  <a:pt x="3293618" y="867410"/>
                </a:lnTo>
                <a:close/>
              </a:path>
              <a:path w="3439159" h="867410">
                <a:moveTo>
                  <a:pt x="3285756" y="25400"/>
                </a:moveTo>
                <a:lnTo>
                  <a:pt x="153098" y="25400"/>
                </a:lnTo>
                <a:lnTo>
                  <a:pt x="153416" y="24129"/>
                </a:lnTo>
                <a:lnTo>
                  <a:pt x="3285426" y="24129"/>
                </a:lnTo>
                <a:lnTo>
                  <a:pt x="3285756" y="25400"/>
                </a:lnTo>
                <a:close/>
              </a:path>
              <a:path w="3439159" h="867410">
                <a:moveTo>
                  <a:pt x="3341382" y="38100"/>
                </a:moveTo>
                <a:lnTo>
                  <a:pt x="3334877" y="34117"/>
                </a:lnTo>
                <a:lnTo>
                  <a:pt x="3329368" y="33020"/>
                </a:lnTo>
                <a:lnTo>
                  <a:pt x="3329954" y="33020"/>
                </a:lnTo>
                <a:lnTo>
                  <a:pt x="3322840" y="30252"/>
                </a:lnTo>
                <a:lnTo>
                  <a:pt x="3317367" y="29210"/>
                </a:lnTo>
                <a:lnTo>
                  <a:pt x="3317976" y="29210"/>
                </a:lnTo>
                <a:lnTo>
                  <a:pt x="3311194" y="26670"/>
                </a:lnTo>
                <a:lnTo>
                  <a:pt x="3305530" y="26670"/>
                </a:lnTo>
                <a:lnTo>
                  <a:pt x="3298507" y="25400"/>
                </a:lnTo>
                <a:lnTo>
                  <a:pt x="3292652" y="25400"/>
                </a:lnTo>
                <a:lnTo>
                  <a:pt x="3285426" y="24129"/>
                </a:lnTo>
                <a:lnTo>
                  <a:pt x="3369284" y="24129"/>
                </a:lnTo>
                <a:lnTo>
                  <a:pt x="3371354" y="25400"/>
                </a:lnTo>
                <a:lnTo>
                  <a:pt x="3377361" y="29210"/>
                </a:lnTo>
                <a:lnTo>
                  <a:pt x="3382944" y="34117"/>
                </a:lnTo>
                <a:lnTo>
                  <a:pt x="3385915" y="36829"/>
                </a:lnTo>
                <a:lnTo>
                  <a:pt x="3340823" y="36829"/>
                </a:lnTo>
                <a:lnTo>
                  <a:pt x="3341382" y="38100"/>
                </a:lnTo>
                <a:close/>
              </a:path>
              <a:path w="3439159" h="867410">
                <a:moveTo>
                  <a:pt x="127025" y="27939"/>
                </a:moveTo>
                <a:lnTo>
                  <a:pt x="127660" y="26670"/>
                </a:lnTo>
                <a:lnTo>
                  <a:pt x="133946" y="26670"/>
                </a:lnTo>
                <a:lnTo>
                  <a:pt x="127025" y="27939"/>
                </a:lnTo>
                <a:close/>
              </a:path>
              <a:path w="3439159" h="867410">
                <a:moveTo>
                  <a:pt x="3311817" y="27939"/>
                </a:moveTo>
                <a:lnTo>
                  <a:pt x="3304895" y="26670"/>
                </a:lnTo>
                <a:lnTo>
                  <a:pt x="3311194" y="26670"/>
                </a:lnTo>
                <a:lnTo>
                  <a:pt x="3311817" y="27939"/>
                </a:lnTo>
                <a:close/>
              </a:path>
              <a:path w="3439159" h="867410">
                <a:moveTo>
                  <a:pt x="97459" y="38100"/>
                </a:moveTo>
                <a:lnTo>
                  <a:pt x="98018" y="36829"/>
                </a:lnTo>
                <a:lnTo>
                  <a:pt x="99534" y="36829"/>
                </a:lnTo>
                <a:lnTo>
                  <a:pt x="97459" y="38100"/>
                </a:lnTo>
                <a:close/>
              </a:path>
              <a:path w="3439159" h="867410">
                <a:moveTo>
                  <a:pt x="3362388" y="50800"/>
                </a:moveTo>
                <a:lnTo>
                  <a:pt x="3356889" y="46989"/>
                </a:lnTo>
                <a:lnTo>
                  <a:pt x="3357397" y="46989"/>
                </a:lnTo>
                <a:lnTo>
                  <a:pt x="3351695" y="43179"/>
                </a:lnTo>
                <a:lnTo>
                  <a:pt x="3352215" y="43179"/>
                </a:lnTo>
                <a:lnTo>
                  <a:pt x="3346335" y="40639"/>
                </a:lnTo>
                <a:lnTo>
                  <a:pt x="3346881" y="40639"/>
                </a:lnTo>
                <a:lnTo>
                  <a:pt x="3340823" y="36829"/>
                </a:lnTo>
                <a:lnTo>
                  <a:pt x="3385915" y="36829"/>
                </a:lnTo>
                <a:lnTo>
                  <a:pt x="3388690" y="39370"/>
                </a:lnTo>
                <a:lnTo>
                  <a:pt x="3394011" y="44450"/>
                </a:lnTo>
                <a:lnTo>
                  <a:pt x="3399078" y="49529"/>
                </a:lnTo>
                <a:lnTo>
                  <a:pt x="3361905" y="49529"/>
                </a:lnTo>
                <a:lnTo>
                  <a:pt x="3362388" y="50800"/>
                </a:lnTo>
                <a:close/>
              </a:path>
              <a:path w="3439159" h="867410">
                <a:moveTo>
                  <a:pt x="76454" y="50800"/>
                </a:moveTo>
                <a:lnTo>
                  <a:pt x="76936" y="49529"/>
                </a:lnTo>
                <a:lnTo>
                  <a:pt x="78287" y="49529"/>
                </a:lnTo>
                <a:lnTo>
                  <a:pt x="76454" y="50800"/>
                </a:lnTo>
                <a:close/>
              </a:path>
              <a:path w="3439159" h="867410">
                <a:moveTo>
                  <a:pt x="3367201" y="54610"/>
                </a:moveTo>
                <a:lnTo>
                  <a:pt x="3361905" y="49529"/>
                </a:lnTo>
                <a:lnTo>
                  <a:pt x="3399078" y="49529"/>
                </a:lnTo>
                <a:lnTo>
                  <a:pt x="3402679" y="53339"/>
                </a:lnTo>
                <a:lnTo>
                  <a:pt x="3366744" y="53339"/>
                </a:lnTo>
                <a:lnTo>
                  <a:pt x="3367201" y="54610"/>
                </a:lnTo>
                <a:close/>
              </a:path>
              <a:path w="3439159" h="867410">
                <a:moveTo>
                  <a:pt x="71640" y="54610"/>
                </a:moveTo>
                <a:lnTo>
                  <a:pt x="72110" y="53339"/>
                </a:lnTo>
                <a:lnTo>
                  <a:pt x="72964" y="53339"/>
                </a:lnTo>
                <a:lnTo>
                  <a:pt x="71640" y="54610"/>
                </a:lnTo>
                <a:close/>
              </a:path>
              <a:path w="3439159" h="867410">
                <a:moveTo>
                  <a:pt x="3371837" y="58420"/>
                </a:moveTo>
                <a:lnTo>
                  <a:pt x="3366744" y="53339"/>
                </a:lnTo>
                <a:lnTo>
                  <a:pt x="3402679" y="53339"/>
                </a:lnTo>
                <a:lnTo>
                  <a:pt x="3403879" y="54610"/>
                </a:lnTo>
                <a:lnTo>
                  <a:pt x="3405698" y="57150"/>
                </a:lnTo>
                <a:lnTo>
                  <a:pt x="3371380" y="57150"/>
                </a:lnTo>
                <a:lnTo>
                  <a:pt x="3371837" y="58420"/>
                </a:lnTo>
                <a:close/>
              </a:path>
              <a:path w="3439159" h="867410">
                <a:moveTo>
                  <a:pt x="67005" y="58420"/>
                </a:moveTo>
                <a:lnTo>
                  <a:pt x="67462" y="57150"/>
                </a:lnTo>
                <a:lnTo>
                  <a:pt x="68281" y="57150"/>
                </a:lnTo>
                <a:lnTo>
                  <a:pt x="67005" y="58420"/>
                </a:lnTo>
                <a:close/>
              </a:path>
              <a:path w="3439159" h="867410">
                <a:moveTo>
                  <a:pt x="3380486" y="67310"/>
                </a:moveTo>
                <a:lnTo>
                  <a:pt x="3375837" y="62229"/>
                </a:lnTo>
                <a:lnTo>
                  <a:pt x="3376256" y="62229"/>
                </a:lnTo>
                <a:lnTo>
                  <a:pt x="3371380" y="57150"/>
                </a:lnTo>
                <a:lnTo>
                  <a:pt x="3405698" y="57150"/>
                </a:lnTo>
                <a:lnTo>
                  <a:pt x="3408426" y="60960"/>
                </a:lnTo>
                <a:lnTo>
                  <a:pt x="3411839" y="66039"/>
                </a:lnTo>
                <a:lnTo>
                  <a:pt x="3380066" y="66039"/>
                </a:lnTo>
                <a:lnTo>
                  <a:pt x="3380486" y="67310"/>
                </a:lnTo>
                <a:close/>
              </a:path>
              <a:path w="3439159" h="867410">
                <a:moveTo>
                  <a:pt x="58369" y="67310"/>
                </a:moveTo>
                <a:lnTo>
                  <a:pt x="58775" y="66039"/>
                </a:lnTo>
                <a:lnTo>
                  <a:pt x="59531" y="66039"/>
                </a:lnTo>
                <a:lnTo>
                  <a:pt x="58369" y="67310"/>
                </a:lnTo>
                <a:close/>
              </a:path>
              <a:path w="3439159" h="867410">
                <a:moveTo>
                  <a:pt x="3400996" y="97789"/>
                </a:moveTo>
                <a:lnTo>
                  <a:pt x="3397897" y="91439"/>
                </a:lnTo>
                <a:lnTo>
                  <a:pt x="3398189" y="91439"/>
                </a:lnTo>
                <a:lnTo>
                  <a:pt x="3394811" y="86360"/>
                </a:lnTo>
                <a:lnTo>
                  <a:pt x="3395129" y="86360"/>
                </a:lnTo>
                <a:lnTo>
                  <a:pt x="3391471" y="81279"/>
                </a:lnTo>
                <a:lnTo>
                  <a:pt x="3391814" y="81279"/>
                </a:lnTo>
                <a:lnTo>
                  <a:pt x="3387902" y="76200"/>
                </a:lnTo>
                <a:lnTo>
                  <a:pt x="3388271" y="76200"/>
                </a:lnTo>
                <a:lnTo>
                  <a:pt x="3384092" y="71120"/>
                </a:lnTo>
                <a:lnTo>
                  <a:pt x="3384486" y="71120"/>
                </a:lnTo>
                <a:lnTo>
                  <a:pt x="3380066" y="66039"/>
                </a:lnTo>
                <a:lnTo>
                  <a:pt x="3411839" y="66039"/>
                </a:lnTo>
                <a:lnTo>
                  <a:pt x="3428187" y="96520"/>
                </a:lnTo>
                <a:lnTo>
                  <a:pt x="3400729" y="96520"/>
                </a:lnTo>
                <a:lnTo>
                  <a:pt x="3400996" y="97789"/>
                </a:lnTo>
                <a:close/>
              </a:path>
              <a:path w="3439159" h="867410">
                <a:moveTo>
                  <a:pt x="37846" y="97789"/>
                </a:moveTo>
                <a:lnTo>
                  <a:pt x="38112" y="96520"/>
                </a:lnTo>
                <a:lnTo>
                  <a:pt x="38465" y="96520"/>
                </a:lnTo>
                <a:lnTo>
                  <a:pt x="37846" y="97789"/>
                </a:lnTo>
                <a:close/>
              </a:path>
              <a:path w="3439159" h="867410">
                <a:moveTo>
                  <a:pt x="3405809" y="109220"/>
                </a:moveTo>
                <a:lnTo>
                  <a:pt x="3403295" y="102870"/>
                </a:lnTo>
                <a:lnTo>
                  <a:pt x="3403536" y="102870"/>
                </a:lnTo>
                <a:lnTo>
                  <a:pt x="3400729" y="96520"/>
                </a:lnTo>
                <a:lnTo>
                  <a:pt x="3428187" y="96520"/>
                </a:lnTo>
                <a:lnTo>
                  <a:pt x="3429558" y="100329"/>
                </a:lnTo>
                <a:lnTo>
                  <a:pt x="3431959" y="106679"/>
                </a:lnTo>
                <a:lnTo>
                  <a:pt x="3432304" y="107950"/>
                </a:lnTo>
                <a:lnTo>
                  <a:pt x="3405593" y="107950"/>
                </a:lnTo>
                <a:lnTo>
                  <a:pt x="3405809" y="109220"/>
                </a:lnTo>
                <a:close/>
              </a:path>
              <a:path w="3439159" h="867410">
                <a:moveTo>
                  <a:pt x="33032" y="109220"/>
                </a:moveTo>
                <a:lnTo>
                  <a:pt x="33248" y="107950"/>
                </a:lnTo>
                <a:lnTo>
                  <a:pt x="33535" y="107950"/>
                </a:lnTo>
                <a:lnTo>
                  <a:pt x="33032" y="109220"/>
                </a:lnTo>
                <a:close/>
              </a:path>
              <a:path w="3439159" h="867410">
                <a:moveTo>
                  <a:pt x="3436551" y="740410"/>
                </a:moveTo>
                <a:lnTo>
                  <a:pt x="3410788" y="740410"/>
                </a:lnTo>
                <a:lnTo>
                  <a:pt x="3412233" y="731472"/>
                </a:lnTo>
                <a:lnTo>
                  <a:pt x="3412826" y="726441"/>
                </a:lnTo>
                <a:lnTo>
                  <a:pt x="3413264" y="721360"/>
                </a:lnTo>
                <a:lnTo>
                  <a:pt x="3413442" y="713739"/>
                </a:lnTo>
                <a:lnTo>
                  <a:pt x="3413442" y="152400"/>
                </a:lnTo>
                <a:lnTo>
                  <a:pt x="3413302" y="146050"/>
                </a:lnTo>
                <a:lnTo>
                  <a:pt x="3412820" y="139700"/>
                </a:lnTo>
                <a:lnTo>
                  <a:pt x="3411931" y="132079"/>
                </a:lnTo>
                <a:lnTo>
                  <a:pt x="3411799" y="132079"/>
                </a:lnTo>
                <a:lnTo>
                  <a:pt x="3410915" y="127000"/>
                </a:lnTo>
                <a:lnTo>
                  <a:pt x="3409353" y="120650"/>
                </a:lnTo>
                <a:lnTo>
                  <a:pt x="3409505" y="120650"/>
                </a:lnTo>
                <a:lnTo>
                  <a:pt x="3407613" y="114300"/>
                </a:lnTo>
                <a:lnTo>
                  <a:pt x="3407803" y="114300"/>
                </a:lnTo>
                <a:lnTo>
                  <a:pt x="3405593" y="107950"/>
                </a:lnTo>
                <a:lnTo>
                  <a:pt x="3432304" y="107950"/>
                </a:lnTo>
                <a:lnTo>
                  <a:pt x="3434029" y="114300"/>
                </a:lnTo>
                <a:lnTo>
                  <a:pt x="3435743" y="121920"/>
                </a:lnTo>
                <a:lnTo>
                  <a:pt x="3437089" y="129539"/>
                </a:lnTo>
                <a:lnTo>
                  <a:pt x="3437411" y="132079"/>
                </a:lnTo>
                <a:lnTo>
                  <a:pt x="3411931" y="132079"/>
                </a:lnTo>
                <a:lnTo>
                  <a:pt x="3412078" y="133343"/>
                </a:lnTo>
                <a:lnTo>
                  <a:pt x="3437571" y="133343"/>
                </a:lnTo>
                <a:lnTo>
                  <a:pt x="3438055" y="137160"/>
                </a:lnTo>
                <a:lnTo>
                  <a:pt x="3438652" y="144779"/>
                </a:lnTo>
                <a:lnTo>
                  <a:pt x="3438842" y="152400"/>
                </a:lnTo>
                <a:lnTo>
                  <a:pt x="3438842" y="713739"/>
                </a:lnTo>
                <a:lnTo>
                  <a:pt x="3438686" y="719999"/>
                </a:lnTo>
                <a:lnTo>
                  <a:pt x="3438652" y="721360"/>
                </a:lnTo>
                <a:lnTo>
                  <a:pt x="3438055" y="730250"/>
                </a:lnTo>
                <a:lnTo>
                  <a:pt x="3437243" y="736654"/>
                </a:lnTo>
                <a:lnTo>
                  <a:pt x="3437157" y="737332"/>
                </a:lnTo>
                <a:lnTo>
                  <a:pt x="3437089" y="737870"/>
                </a:lnTo>
                <a:lnTo>
                  <a:pt x="3436551" y="740410"/>
                </a:lnTo>
                <a:close/>
              </a:path>
              <a:path w="3439159" h="867410">
                <a:moveTo>
                  <a:pt x="26823" y="133343"/>
                </a:moveTo>
                <a:lnTo>
                  <a:pt x="26911" y="132079"/>
                </a:lnTo>
                <a:lnTo>
                  <a:pt x="27068" y="132079"/>
                </a:lnTo>
                <a:lnTo>
                  <a:pt x="26823" y="133343"/>
                </a:lnTo>
                <a:close/>
              </a:path>
              <a:path w="3439159" h="867410">
                <a:moveTo>
                  <a:pt x="3435172" y="746760"/>
                </a:moveTo>
                <a:lnTo>
                  <a:pt x="3409353" y="746760"/>
                </a:lnTo>
                <a:lnTo>
                  <a:pt x="3409499" y="745511"/>
                </a:lnTo>
                <a:lnTo>
                  <a:pt x="3409873" y="744220"/>
                </a:lnTo>
                <a:lnTo>
                  <a:pt x="3410912" y="739152"/>
                </a:lnTo>
                <a:lnTo>
                  <a:pt x="3410788" y="740410"/>
                </a:lnTo>
                <a:lnTo>
                  <a:pt x="3436551" y="740410"/>
                </a:lnTo>
                <a:lnTo>
                  <a:pt x="3435794" y="743980"/>
                </a:lnTo>
                <a:lnTo>
                  <a:pt x="3435172" y="746760"/>
                </a:lnTo>
                <a:close/>
              </a:path>
              <a:path w="3439159" h="867410">
                <a:moveTo>
                  <a:pt x="29715" y="746760"/>
                </a:moveTo>
                <a:lnTo>
                  <a:pt x="29489" y="746760"/>
                </a:lnTo>
                <a:lnTo>
                  <a:pt x="29220" y="745511"/>
                </a:lnTo>
                <a:lnTo>
                  <a:pt x="29715" y="746760"/>
                </a:lnTo>
                <a:close/>
              </a:path>
              <a:path w="3439159" h="867410">
                <a:moveTo>
                  <a:pt x="3430358" y="764539"/>
                </a:moveTo>
                <a:lnTo>
                  <a:pt x="3403295" y="764539"/>
                </a:lnTo>
                <a:lnTo>
                  <a:pt x="3405809" y="758189"/>
                </a:lnTo>
                <a:lnTo>
                  <a:pt x="3405593" y="758189"/>
                </a:lnTo>
                <a:lnTo>
                  <a:pt x="3407803" y="751839"/>
                </a:lnTo>
                <a:lnTo>
                  <a:pt x="3407613" y="751839"/>
                </a:lnTo>
                <a:lnTo>
                  <a:pt x="3409499" y="745511"/>
                </a:lnTo>
                <a:lnTo>
                  <a:pt x="3409353" y="746760"/>
                </a:lnTo>
                <a:lnTo>
                  <a:pt x="3435172" y="746760"/>
                </a:lnTo>
                <a:lnTo>
                  <a:pt x="3434029" y="751839"/>
                </a:lnTo>
                <a:lnTo>
                  <a:pt x="3431959" y="759460"/>
                </a:lnTo>
                <a:lnTo>
                  <a:pt x="3430358" y="764539"/>
                </a:lnTo>
                <a:close/>
              </a:path>
              <a:path w="3439159" h="867410">
                <a:moveTo>
                  <a:pt x="35867" y="764539"/>
                </a:moveTo>
                <a:lnTo>
                  <a:pt x="35547" y="764539"/>
                </a:lnTo>
                <a:lnTo>
                  <a:pt x="35306" y="763270"/>
                </a:lnTo>
                <a:lnTo>
                  <a:pt x="35867" y="764539"/>
                </a:lnTo>
                <a:close/>
              </a:path>
              <a:path w="3439159" h="867410">
                <a:moveTo>
                  <a:pt x="3423179" y="781050"/>
                </a:moveTo>
                <a:lnTo>
                  <a:pt x="3394811" y="781050"/>
                </a:lnTo>
                <a:lnTo>
                  <a:pt x="3398189" y="774700"/>
                </a:lnTo>
                <a:lnTo>
                  <a:pt x="3397897" y="774700"/>
                </a:lnTo>
                <a:lnTo>
                  <a:pt x="3400996" y="769620"/>
                </a:lnTo>
                <a:lnTo>
                  <a:pt x="3400729" y="769620"/>
                </a:lnTo>
                <a:lnTo>
                  <a:pt x="3403536" y="763270"/>
                </a:lnTo>
                <a:lnTo>
                  <a:pt x="3403295" y="764539"/>
                </a:lnTo>
                <a:lnTo>
                  <a:pt x="3430358" y="764539"/>
                </a:lnTo>
                <a:lnTo>
                  <a:pt x="3429558" y="767079"/>
                </a:lnTo>
                <a:lnTo>
                  <a:pt x="3426815" y="773429"/>
                </a:lnTo>
                <a:lnTo>
                  <a:pt x="3423742" y="779779"/>
                </a:lnTo>
                <a:lnTo>
                  <a:pt x="3423179" y="781050"/>
                </a:lnTo>
                <a:close/>
              </a:path>
              <a:path w="3439159" h="867410">
                <a:moveTo>
                  <a:pt x="44444" y="781050"/>
                </a:moveTo>
                <a:lnTo>
                  <a:pt x="44030" y="781050"/>
                </a:lnTo>
                <a:lnTo>
                  <a:pt x="43713" y="779779"/>
                </a:lnTo>
                <a:lnTo>
                  <a:pt x="44444" y="781050"/>
                </a:lnTo>
                <a:close/>
              </a:path>
              <a:path w="3439159" h="867410">
                <a:moveTo>
                  <a:pt x="3420927" y="786129"/>
                </a:moveTo>
                <a:lnTo>
                  <a:pt x="3391471" y="786129"/>
                </a:lnTo>
                <a:lnTo>
                  <a:pt x="3395129" y="779779"/>
                </a:lnTo>
                <a:lnTo>
                  <a:pt x="3394811" y="781050"/>
                </a:lnTo>
                <a:lnTo>
                  <a:pt x="3423179" y="781050"/>
                </a:lnTo>
                <a:lnTo>
                  <a:pt x="3420927" y="786129"/>
                </a:lnTo>
                <a:close/>
              </a:path>
              <a:path w="3439159" h="867410">
                <a:moveTo>
                  <a:pt x="47810" y="786129"/>
                </a:moveTo>
                <a:lnTo>
                  <a:pt x="47371" y="786129"/>
                </a:lnTo>
                <a:lnTo>
                  <a:pt x="47028" y="784860"/>
                </a:lnTo>
                <a:lnTo>
                  <a:pt x="47810" y="786129"/>
                </a:lnTo>
                <a:close/>
              </a:path>
              <a:path w="3439159" h="867410">
                <a:moveTo>
                  <a:pt x="3418154" y="791210"/>
                </a:moveTo>
                <a:lnTo>
                  <a:pt x="3387902" y="791210"/>
                </a:lnTo>
                <a:lnTo>
                  <a:pt x="3391814" y="784860"/>
                </a:lnTo>
                <a:lnTo>
                  <a:pt x="3391471" y="786129"/>
                </a:lnTo>
                <a:lnTo>
                  <a:pt x="3420927" y="786129"/>
                </a:lnTo>
                <a:lnTo>
                  <a:pt x="3420364" y="787400"/>
                </a:lnTo>
                <a:lnTo>
                  <a:pt x="3418154" y="791210"/>
                </a:lnTo>
                <a:close/>
              </a:path>
              <a:path w="3439159" h="867410">
                <a:moveTo>
                  <a:pt x="51615" y="791210"/>
                </a:moveTo>
                <a:lnTo>
                  <a:pt x="50939" y="791210"/>
                </a:lnTo>
                <a:lnTo>
                  <a:pt x="50571" y="789939"/>
                </a:lnTo>
                <a:lnTo>
                  <a:pt x="51615" y="791210"/>
                </a:lnTo>
                <a:close/>
              </a:path>
              <a:path w="3439159" h="867410">
                <a:moveTo>
                  <a:pt x="3405698" y="808989"/>
                </a:moveTo>
                <a:lnTo>
                  <a:pt x="3371380" y="808989"/>
                </a:lnTo>
                <a:lnTo>
                  <a:pt x="3376256" y="803910"/>
                </a:lnTo>
                <a:lnTo>
                  <a:pt x="3375837" y="803910"/>
                </a:lnTo>
                <a:lnTo>
                  <a:pt x="3380486" y="800100"/>
                </a:lnTo>
                <a:lnTo>
                  <a:pt x="3380066" y="800100"/>
                </a:lnTo>
                <a:lnTo>
                  <a:pt x="3384486" y="795020"/>
                </a:lnTo>
                <a:lnTo>
                  <a:pt x="3384092" y="795020"/>
                </a:lnTo>
                <a:lnTo>
                  <a:pt x="3388271" y="789939"/>
                </a:lnTo>
                <a:lnTo>
                  <a:pt x="3387902" y="791210"/>
                </a:lnTo>
                <a:lnTo>
                  <a:pt x="3418154" y="791210"/>
                </a:lnTo>
                <a:lnTo>
                  <a:pt x="3416681" y="793750"/>
                </a:lnTo>
                <a:lnTo>
                  <a:pt x="3412693" y="800100"/>
                </a:lnTo>
                <a:lnTo>
                  <a:pt x="3408426" y="805179"/>
                </a:lnTo>
                <a:lnTo>
                  <a:pt x="3405698" y="808989"/>
                </a:lnTo>
                <a:close/>
              </a:path>
              <a:path w="3439159" h="867410">
                <a:moveTo>
                  <a:pt x="68281" y="808989"/>
                </a:moveTo>
                <a:lnTo>
                  <a:pt x="67462" y="808989"/>
                </a:lnTo>
                <a:lnTo>
                  <a:pt x="67005" y="807720"/>
                </a:lnTo>
                <a:lnTo>
                  <a:pt x="68281" y="808989"/>
                </a:lnTo>
                <a:close/>
              </a:path>
              <a:path w="3439159" h="867410">
                <a:moveTo>
                  <a:pt x="3395278" y="820419"/>
                </a:moveTo>
                <a:lnTo>
                  <a:pt x="3356889" y="820419"/>
                </a:lnTo>
                <a:lnTo>
                  <a:pt x="3362388" y="816610"/>
                </a:lnTo>
                <a:lnTo>
                  <a:pt x="3361905" y="816610"/>
                </a:lnTo>
                <a:lnTo>
                  <a:pt x="3367201" y="812800"/>
                </a:lnTo>
                <a:lnTo>
                  <a:pt x="3366744" y="812800"/>
                </a:lnTo>
                <a:lnTo>
                  <a:pt x="3371837" y="807720"/>
                </a:lnTo>
                <a:lnTo>
                  <a:pt x="3371380" y="808989"/>
                </a:lnTo>
                <a:lnTo>
                  <a:pt x="3405698" y="808989"/>
                </a:lnTo>
                <a:lnTo>
                  <a:pt x="3403879" y="811529"/>
                </a:lnTo>
                <a:lnTo>
                  <a:pt x="3399078" y="816610"/>
                </a:lnTo>
                <a:lnTo>
                  <a:pt x="3395278" y="820419"/>
                </a:lnTo>
                <a:close/>
              </a:path>
              <a:path w="3439159" h="867410">
                <a:moveTo>
                  <a:pt x="83354" y="820419"/>
                </a:moveTo>
                <a:lnTo>
                  <a:pt x="81953" y="820419"/>
                </a:lnTo>
                <a:lnTo>
                  <a:pt x="81457" y="819150"/>
                </a:lnTo>
                <a:lnTo>
                  <a:pt x="83354" y="820419"/>
                </a:lnTo>
                <a:close/>
              </a:path>
              <a:path w="3439159" h="867410">
                <a:moveTo>
                  <a:pt x="3369284" y="842010"/>
                </a:moveTo>
                <a:lnTo>
                  <a:pt x="3292017" y="842010"/>
                </a:lnTo>
                <a:lnTo>
                  <a:pt x="3299142" y="840739"/>
                </a:lnTo>
                <a:lnTo>
                  <a:pt x="3304895" y="840739"/>
                </a:lnTo>
                <a:lnTo>
                  <a:pt x="3311817" y="839469"/>
                </a:lnTo>
                <a:lnTo>
                  <a:pt x="3311194" y="839469"/>
                </a:lnTo>
                <a:lnTo>
                  <a:pt x="3317976" y="838200"/>
                </a:lnTo>
                <a:lnTo>
                  <a:pt x="3317364" y="838200"/>
                </a:lnTo>
                <a:lnTo>
                  <a:pt x="3324670" y="835417"/>
                </a:lnTo>
                <a:lnTo>
                  <a:pt x="3329952" y="834389"/>
                </a:lnTo>
                <a:lnTo>
                  <a:pt x="3329368" y="834389"/>
                </a:lnTo>
                <a:lnTo>
                  <a:pt x="3335743" y="831850"/>
                </a:lnTo>
                <a:lnTo>
                  <a:pt x="3335172" y="831850"/>
                </a:lnTo>
                <a:lnTo>
                  <a:pt x="3341382" y="829310"/>
                </a:lnTo>
                <a:lnTo>
                  <a:pt x="3340823" y="829310"/>
                </a:lnTo>
                <a:lnTo>
                  <a:pt x="3346881" y="826769"/>
                </a:lnTo>
                <a:lnTo>
                  <a:pt x="3346335" y="826769"/>
                </a:lnTo>
                <a:lnTo>
                  <a:pt x="3352215" y="822960"/>
                </a:lnTo>
                <a:lnTo>
                  <a:pt x="3351695" y="822960"/>
                </a:lnTo>
                <a:lnTo>
                  <a:pt x="3357397" y="819150"/>
                </a:lnTo>
                <a:lnTo>
                  <a:pt x="3356889" y="820419"/>
                </a:lnTo>
                <a:lnTo>
                  <a:pt x="3395278" y="820419"/>
                </a:lnTo>
                <a:lnTo>
                  <a:pt x="3394011" y="821689"/>
                </a:lnTo>
                <a:lnTo>
                  <a:pt x="3388690" y="826769"/>
                </a:lnTo>
                <a:lnTo>
                  <a:pt x="3383140" y="831850"/>
                </a:lnTo>
                <a:lnTo>
                  <a:pt x="3377361" y="836930"/>
                </a:lnTo>
                <a:lnTo>
                  <a:pt x="3371354" y="840739"/>
                </a:lnTo>
                <a:lnTo>
                  <a:pt x="3369284" y="8420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44" name="object 30">
            <a:extLst>
              <a:ext uri="{FF2B5EF4-FFF2-40B4-BE49-F238E27FC236}">
                <a16:creationId xmlns:a16="http://schemas.microsoft.com/office/drawing/2014/main" id="{2A7F8B54-1842-474A-9669-96F5A2C531EC}"/>
              </a:ext>
            </a:extLst>
          </p:cNvPr>
          <p:cNvSpPr>
            <a:spLocks noGrp="1"/>
          </p:cNvSpPr>
          <p:nvPr/>
        </p:nvSpPr>
        <p:spPr>
          <a:xfrm>
            <a:off x="7915449" y="5391900"/>
            <a:ext cx="2494483" cy="663340"/>
          </a:xfrm>
          <a:prstGeom prst="rect">
            <a:avLst/>
          </a:prstGeom>
        </p:spPr>
        <p:txBody>
          <a:bodyPr vert="horz" wrap="square" lIns="0" tIns="11176" r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88"/>
              </a:spcBef>
              <a:buNone/>
            </a:pPr>
            <a:r>
              <a:rPr sz="1760" b="1">
                <a:latin typeface="Calibri"/>
                <a:ea typeface="Calibri"/>
                <a:cs typeface="Calibri"/>
              </a:rPr>
              <a:t>Memory Recovery during Compute Node Failures</a:t>
            </a:r>
            <a:endParaRPr sz="1760">
              <a:latin typeface="Calibri"/>
              <a:ea typeface="Calibri"/>
              <a:cs typeface="Calibri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C0DD62-D102-4EB2-A3FD-B5BBEB987FE5}"/>
              </a:ext>
            </a:extLst>
          </p:cNvPr>
          <p:cNvSpPr txBox="1"/>
          <p:nvPr/>
        </p:nvSpPr>
        <p:spPr>
          <a:xfrm>
            <a:off x="8387089" y="2917951"/>
            <a:ext cx="1116011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2000" dirty="0"/>
              <a:t>Our Goal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66579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8827E6-B849-47C5-9A4D-DF5CF67BD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b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Key Design Elements of </a:t>
            </a:r>
            <a:r>
              <a:rPr lang="en-US" altLang="ko-KR" sz="4400" b="0" dirty="0" err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FineMem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962A44-8FB9-4019-AD69-3629C15AC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 err="1">
                <a:latin typeface="Calibri"/>
                <a:ea typeface="Calibri"/>
                <a:cs typeface="Calibri"/>
              </a:rPr>
              <a:t>FineMem</a:t>
            </a:r>
            <a:r>
              <a:rPr lang="en-US" altLang="ko-KR" sz="2400" b="1" dirty="0">
                <a:latin typeface="Calibri"/>
                <a:ea typeface="Calibri"/>
                <a:cs typeface="Calibri"/>
              </a:rPr>
              <a:t>: </a:t>
            </a:r>
            <a:r>
              <a:rPr lang="en-US" altLang="ko-KR" sz="2400" dirty="0">
                <a:latin typeface="Calibri"/>
                <a:ea typeface="Calibri"/>
                <a:cs typeface="Calibri"/>
              </a:rPr>
              <a:t>A fine-grained remote memory management system in RDMA-based DM</a:t>
            </a:r>
          </a:p>
          <a:p>
            <a:endParaRPr lang="ko-KR" altLang="en-US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C4880B-F533-42A4-BC07-7F20CA51F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D0DA3D-A199-429A-B5DC-41B0C9CAE612}"/>
              </a:ext>
            </a:extLst>
          </p:cNvPr>
          <p:cNvSpPr>
            <a:spLocks noGrp="1"/>
          </p:cNvSpPr>
          <p:nvPr/>
        </p:nvSpPr>
        <p:spPr>
          <a:xfrm>
            <a:off x="838200" y="291955"/>
            <a:ext cx="23797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0C0"/>
                </a:solidFill>
              </a:rPr>
              <a:t>Overview</a:t>
            </a: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BC4275F7-96FA-4502-8734-5A475E8B07F9}"/>
              </a:ext>
            </a:extLst>
          </p:cNvPr>
          <p:cNvSpPr>
            <a:spLocks noGrp="1"/>
          </p:cNvSpPr>
          <p:nvPr/>
        </p:nvSpPr>
        <p:spPr>
          <a:xfrm>
            <a:off x="7344180" y="2770870"/>
            <a:ext cx="3407562" cy="910844"/>
          </a:xfrm>
          <a:custGeom>
            <a:avLst/>
            <a:gdLst/>
            <a:ahLst/>
            <a:cxnLst/>
            <a:rect l="l" t="t" r="r" b="b"/>
            <a:pathLst>
              <a:path w="3872229" h="1035050">
                <a:moveTo>
                  <a:pt x="3709708" y="1033779"/>
                </a:moveTo>
                <a:lnTo>
                  <a:pt x="162509" y="1033779"/>
                </a:lnTo>
                <a:lnTo>
                  <a:pt x="144538" y="1031239"/>
                </a:lnTo>
                <a:lnTo>
                  <a:pt x="118770" y="1023620"/>
                </a:lnTo>
                <a:lnTo>
                  <a:pt x="110540" y="1019810"/>
                </a:lnTo>
                <a:lnTo>
                  <a:pt x="102527" y="1017270"/>
                </a:lnTo>
                <a:lnTo>
                  <a:pt x="94716" y="1012189"/>
                </a:lnTo>
                <a:lnTo>
                  <a:pt x="87134" y="1008379"/>
                </a:lnTo>
                <a:lnTo>
                  <a:pt x="79794" y="1003300"/>
                </a:lnTo>
                <a:lnTo>
                  <a:pt x="47028" y="975360"/>
                </a:lnTo>
                <a:lnTo>
                  <a:pt x="35966" y="961389"/>
                </a:lnTo>
                <a:lnTo>
                  <a:pt x="30924" y="955039"/>
                </a:lnTo>
                <a:lnTo>
                  <a:pt x="10985" y="915670"/>
                </a:lnTo>
                <a:lnTo>
                  <a:pt x="927" y="872489"/>
                </a:lnTo>
                <a:lnTo>
                  <a:pt x="0" y="853439"/>
                </a:lnTo>
                <a:lnTo>
                  <a:pt x="0" y="180339"/>
                </a:lnTo>
                <a:lnTo>
                  <a:pt x="195" y="172719"/>
                </a:lnTo>
                <a:lnTo>
                  <a:pt x="228" y="171450"/>
                </a:lnTo>
                <a:lnTo>
                  <a:pt x="10985" y="118110"/>
                </a:lnTo>
                <a:lnTo>
                  <a:pt x="14224" y="110489"/>
                </a:lnTo>
                <a:lnTo>
                  <a:pt x="17856" y="101600"/>
                </a:lnTo>
                <a:lnTo>
                  <a:pt x="21856" y="93980"/>
                </a:lnTo>
                <a:lnTo>
                  <a:pt x="26212" y="86360"/>
                </a:lnTo>
                <a:lnTo>
                  <a:pt x="30924" y="78739"/>
                </a:lnTo>
                <a:lnTo>
                  <a:pt x="35966" y="72389"/>
                </a:lnTo>
                <a:lnTo>
                  <a:pt x="41338" y="64769"/>
                </a:lnTo>
                <a:lnTo>
                  <a:pt x="47028" y="58419"/>
                </a:lnTo>
                <a:lnTo>
                  <a:pt x="53009" y="52069"/>
                </a:lnTo>
                <a:lnTo>
                  <a:pt x="59296" y="46989"/>
                </a:lnTo>
                <a:lnTo>
                  <a:pt x="65862" y="40639"/>
                </a:lnTo>
                <a:lnTo>
                  <a:pt x="102527" y="17780"/>
                </a:lnTo>
                <a:lnTo>
                  <a:pt x="144538" y="2539"/>
                </a:lnTo>
                <a:lnTo>
                  <a:pt x="162509" y="0"/>
                </a:lnTo>
                <a:lnTo>
                  <a:pt x="3709708" y="0"/>
                </a:lnTo>
                <a:lnTo>
                  <a:pt x="3753446" y="10160"/>
                </a:lnTo>
                <a:lnTo>
                  <a:pt x="3785082" y="25400"/>
                </a:lnTo>
                <a:lnTo>
                  <a:pt x="165392" y="25400"/>
                </a:lnTo>
                <a:lnTo>
                  <a:pt x="156972" y="26669"/>
                </a:lnTo>
                <a:lnTo>
                  <a:pt x="157606" y="26669"/>
                </a:lnTo>
                <a:lnTo>
                  <a:pt x="149313" y="27939"/>
                </a:lnTo>
                <a:lnTo>
                  <a:pt x="149936" y="27939"/>
                </a:lnTo>
                <a:lnTo>
                  <a:pt x="142992" y="29023"/>
                </a:lnTo>
                <a:lnTo>
                  <a:pt x="134429" y="31750"/>
                </a:lnTo>
                <a:lnTo>
                  <a:pt x="135026" y="31750"/>
                </a:lnTo>
                <a:lnTo>
                  <a:pt x="127203" y="34289"/>
                </a:lnTo>
                <a:lnTo>
                  <a:pt x="127800" y="34289"/>
                </a:lnTo>
                <a:lnTo>
                  <a:pt x="120154" y="36830"/>
                </a:lnTo>
                <a:lnTo>
                  <a:pt x="120726" y="36830"/>
                </a:lnTo>
                <a:lnTo>
                  <a:pt x="115756" y="39369"/>
                </a:lnTo>
                <a:lnTo>
                  <a:pt x="113830" y="39369"/>
                </a:lnTo>
                <a:lnTo>
                  <a:pt x="106565" y="43180"/>
                </a:lnTo>
                <a:lnTo>
                  <a:pt x="107111" y="43180"/>
                </a:lnTo>
                <a:lnTo>
                  <a:pt x="100063" y="46989"/>
                </a:lnTo>
                <a:lnTo>
                  <a:pt x="100583" y="46989"/>
                </a:lnTo>
                <a:lnTo>
                  <a:pt x="95469" y="50800"/>
                </a:lnTo>
                <a:lnTo>
                  <a:pt x="94259" y="50800"/>
                </a:lnTo>
                <a:lnTo>
                  <a:pt x="87668" y="55880"/>
                </a:lnTo>
                <a:lnTo>
                  <a:pt x="88150" y="55880"/>
                </a:lnTo>
                <a:lnTo>
                  <a:pt x="83388" y="59689"/>
                </a:lnTo>
                <a:lnTo>
                  <a:pt x="82257" y="59689"/>
                </a:lnTo>
                <a:lnTo>
                  <a:pt x="76161" y="64769"/>
                </a:lnTo>
                <a:lnTo>
                  <a:pt x="76606" y="64769"/>
                </a:lnTo>
                <a:lnTo>
                  <a:pt x="71932" y="69850"/>
                </a:lnTo>
                <a:lnTo>
                  <a:pt x="71183" y="69850"/>
                </a:lnTo>
                <a:lnTo>
                  <a:pt x="66733" y="74930"/>
                </a:lnTo>
                <a:lnTo>
                  <a:pt x="66027" y="74930"/>
                </a:lnTo>
                <a:lnTo>
                  <a:pt x="60731" y="81280"/>
                </a:lnTo>
                <a:lnTo>
                  <a:pt x="61125" y="81280"/>
                </a:lnTo>
                <a:lnTo>
                  <a:pt x="56121" y="87630"/>
                </a:lnTo>
                <a:lnTo>
                  <a:pt x="56489" y="87630"/>
                </a:lnTo>
                <a:lnTo>
                  <a:pt x="52730" y="92710"/>
                </a:lnTo>
                <a:lnTo>
                  <a:pt x="52133" y="92710"/>
                </a:lnTo>
                <a:lnTo>
                  <a:pt x="48492" y="99060"/>
                </a:lnTo>
                <a:lnTo>
                  <a:pt x="48082" y="99060"/>
                </a:lnTo>
                <a:lnTo>
                  <a:pt x="44706" y="105410"/>
                </a:lnTo>
                <a:lnTo>
                  <a:pt x="44323" y="105410"/>
                </a:lnTo>
                <a:lnTo>
                  <a:pt x="40601" y="113030"/>
                </a:lnTo>
                <a:lnTo>
                  <a:pt x="40868" y="113030"/>
                </a:lnTo>
                <a:lnTo>
                  <a:pt x="38064" y="119380"/>
                </a:lnTo>
                <a:lnTo>
                  <a:pt x="37744" y="119380"/>
                </a:lnTo>
                <a:lnTo>
                  <a:pt x="34734" y="127000"/>
                </a:lnTo>
                <a:lnTo>
                  <a:pt x="34950" y="127000"/>
                </a:lnTo>
                <a:lnTo>
                  <a:pt x="32738" y="133350"/>
                </a:lnTo>
                <a:lnTo>
                  <a:pt x="32486" y="133350"/>
                </a:lnTo>
                <a:lnTo>
                  <a:pt x="30538" y="140969"/>
                </a:lnTo>
                <a:lnTo>
                  <a:pt x="30378" y="140969"/>
                </a:lnTo>
                <a:lnTo>
                  <a:pt x="28767" y="148589"/>
                </a:lnTo>
                <a:lnTo>
                  <a:pt x="28625" y="148589"/>
                </a:lnTo>
                <a:lnTo>
                  <a:pt x="26959" y="158557"/>
                </a:lnTo>
                <a:lnTo>
                  <a:pt x="26169" y="165097"/>
                </a:lnTo>
                <a:lnTo>
                  <a:pt x="26100" y="165715"/>
                </a:lnTo>
                <a:lnTo>
                  <a:pt x="25683" y="171450"/>
                </a:lnTo>
                <a:lnTo>
                  <a:pt x="25585" y="172719"/>
                </a:lnTo>
                <a:lnTo>
                  <a:pt x="25400" y="180339"/>
                </a:lnTo>
                <a:lnTo>
                  <a:pt x="25400" y="853439"/>
                </a:lnTo>
                <a:lnTo>
                  <a:pt x="25582" y="860947"/>
                </a:lnTo>
                <a:lnTo>
                  <a:pt x="25615" y="862330"/>
                </a:lnTo>
                <a:lnTo>
                  <a:pt x="26086" y="867867"/>
                </a:lnTo>
                <a:lnTo>
                  <a:pt x="26145" y="868681"/>
                </a:lnTo>
                <a:lnTo>
                  <a:pt x="26311" y="869940"/>
                </a:lnTo>
                <a:lnTo>
                  <a:pt x="27139" y="877570"/>
                </a:lnTo>
                <a:lnTo>
                  <a:pt x="28498" y="885189"/>
                </a:lnTo>
                <a:lnTo>
                  <a:pt x="30378" y="892810"/>
                </a:lnTo>
                <a:lnTo>
                  <a:pt x="30538" y="892810"/>
                </a:lnTo>
                <a:lnTo>
                  <a:pt x="32161" y="899160"/>
                </a:lnTo>
                <a:lnTo>
                  <a:pt x="32391" y="899796"/>
                </a:lnTo>
                <a:lnTo>
                  <a:pt x="32486" y="900429"/>
                </a:lnTo>
                <a:lnTo>
                  <a:pt x="32738" y="900429"/>
                </a:lnTo>
                <a:lnTo>
                  <a:pt x="34950" y="906779"/>
                </a:lnTo>
                <a:lnTo>
                  <a:pt x="34734" y="906779"/>
                </a:lnTo>
                <a:lnTo>
                  <a:pt x="37744" y="914400"/>
                </a:lnTo>
                <a:lnTo>
                  <a:pt x="37503" y="914400"/>
                </a:lnTo>
                <a:lnTo>
                  <a:pt x="40868" y="920750"/>
                </a:lnTo>
                <a:lnTo>
                  <a:pt x="40601" y="920750"/>
                </a:lnTo>
                <a:lnTo>
                  <a:pt x="44323" y="928370"/>
                </a:lnTo>
                <a:lnTo>
                  <a:pt x="44706" y="928370"/>
                </a:lnTo>
                <a:lnTo>
                  <a:pt x="48082" y="934720"/>
                </a:lnTo>
                <a:lnTo>
                  <a:pt x="48492" y="934720"/>
                </a:lnTo>
                <a:lnTo>
                  <a:pt x="52133" y="941070"/>
                </a:lnTo>
                <a:lnTo>
                  <a:pt x="52573" y="941070"/>
                </a:lnTo>
                <a:lnTo>
                  <a:pt x="56489" y="947420"/>
                </a:lnTo>
                <a:lnTo>
                  <a:pt x="57122" y="947420"/>
                </a:lnTo>
                <a:lnTo>
                  <a:pt x="61125" y="952500"/>
                </a:lnTo>
                <a:lnTo>
                  <a:pt x="60731" y="952500"/>
                </a:lnTo>
                <a:lnTo>
                  <a:pt x="66027" y="958850"/>
                </a:lnTo>
                <a:lnTo>
                  <a:pt x="66733" y="958850"/>
                </a:lnTo>
                <a:lnTo>
                  <a:pt x="71183" y="963929"/>
                </a:lnTo>
                <a:lnTo>
                  <a:pt x="70764" y="963929"/>
                </a:lnTo>
                <a:lnTo>
                  <a:pt x="76606" y="969010"/>
                </a:lnTo>
                <a:lnTo>
                  <a:pt x="76161" y="969010"/>
                </a:lnTo>
                <a:lnTo>
                  <a:pt x="82257" y="974089"/>
                </a:lnTo>
                <a:lnTo>
                  <a:pt x="83388" y="974089"/>
                </a:lnTo>
                <a:lnTo>
                  <a:pt x="88150" y="977900"/>
                </a:lnTo>
                <a:lnTo>
                  <a:pt x="87668" y="977900"/>
                </a:lnTo>
                <a:lnTo>
                  <a:pt x="94259" y="982979"/>
                </a:lnTo>
                <a:lnTo>
                  <a:pt x="93764" y="982979"/>
                </a:lnTo>
                <a:lnTo>
                  <a:pt x="100583" y="986789"/>
                </a:lnTo>
                <a:lnTo>
                  <a:pt x="100063" y="986789"/>
                </a:lnTo>
                <a:lnTo>
                  <a:pt x="107111" y="990600"/>
                </a:lnTo>
                <a:lnTo>
                  <a:pt x="106565" y="990600"/>
                </a:lnTo>
                <a:lnTo>
                  <a:pt x="113830" y="994410"/>
                </a:lnTo>
                <a:lnTo>
                  <a:pt x="115756" y="994410"/>
                </a:lnTo>
                <a:lnTo>
                  <a:pt x="120726" y="996950"/>
                </a:lnTo>
                <a:lnTo>
                  <a:pt x="120154" y="996950"/>
                </a:lnTo>
                <a:lnTo>
                  <a:pt x="127800" y="999489"/>
                </a:lnTo>
                <a:lnTo>
                  <a:pt x="127203" y="999489"/>
                </a:lnTo>
                <a:lnTo>
                  <a:pt x="135026" y="1002029"/>
                </a:lnTo>
                <a:lnTo>
                  <a:pt x="134429" y="1002029"/>
                </a:lnTo>
                <a:lnTo>
                  <a:pt x="142405" y="1004570"/>
                </a:lnTo>
                <a:lnTo>
                  <a:pt x="141795" y="1004570"/>
                </a:lnTo>
                <a:lnTo>
                  <a:pt x="149936" y="1005839"/>
                </a:lnTo>
                <a:lnTo>
                  <a:pt x="149313" y="1005839"/>
                </a:lnTo>
                <a:lnTo>
                  <a:pt x="157606" y="1007110"/>
                </a:lnTo>
                <a:lnTo>
                  <a:pt x="156972" y="1007110"/>
                </a:lnTo>
                <a:lnTo>
                  <a:pt x="165392" y="1008379"/>
                </a:lnTo>
                <a:lnTo>
                  <a:pt x="172656" y="1008379"/>
                </a:lnTo>
                <a:lnTo>
                  <a:pt x="181317" y="1009650"/>
                </a:lnTo>
                <a:lnTo>
                  <a:pt x="3782555" y="1009650"/>
                </a:lnTo>
                <a:lnTo>
                  <a:pt x="3777500" y="1012189"/>
                </a:lnTo>
                <a:lnTo>
                  <a:pt x="3769690" y="1017270"/>
                </a:lnTo>
                <a:lnTo>
                  <a:pt x="3761676" y="1019810"/>
                </a:lnTo>
                <a:lnTo>
                  <a:pt x="3753446" y="1023620"/>
                </a:lnTo>
                <a:lnTo>
                  <a:pt x="3727678" y="1031239"/>
                </a:lnTo>
                <a:lnTo>
                  <a:pt x="3709708" y="1033779"/>
                </a:lnTo>
                <a:close/>
              </a:path>
              <a:path w="3872229" h="1035050">
                <a:moveTo>
                  <a:pt x="3758946" y="40639"/>
                </a:moveTo>
                <a:lnTo>
                  <a:pt x="3751491" y="36830"/>
                </a:lnTo>
                <a:lnTo>
                  <a:pt x="3752075" y="36830"/>
                </a:lnTo>
                <a:lnTo>
                  <a:pt x="3744429" y="34289"/>
                </a:lnTo>
                <a:lnTo>
                  <a:pt x="3745014" y="34289"/>
                </a:lnTo>
                <a:lnTo>
                  <a:pt x="3737190" y="31750"/>
                </a:lnTo>
                <a:lnTo>
                  <a:pt x="3737800" y="31750"/>
                </a:lnTo>
                <a:lnTo>
                  <a:pt x="3729225" y="29023"/>
                </a:lnTo>
                <a:lnTo>
                  <a:pt x="3722281" y="27939"/>
                </a:lnTo>
                <a:lnTo>
                  <a:pt x="3722903" y="27939"/>
                </a:lnTo>
                <a:lnTo>
                  <a:pt x="3714610" y="26669"/>
                </a:lnTo>
                <a:lnTo>
                  <a:pt x="3715245" y="26669"/>
                </a:lnTo>
                <a:lnTo>
                  <a:pt x="3706825" y="25400"/>
                </a:lnTo>
                <a:lnTo>
                  <a:pt x="3785082" y="25400"/>
                </a:lnTo>
                <a:lnTo>
                  <a:pt x="3792423" y="30480"/>
                </a:lnTo>
                <a:lnTo>
                  <a:pt x="3799522" y="35560"/>
                </a:lnTo>
                <a:lnTo>
                  <a:pt x="3804646" y="39369"/>
                </a:lnTo>
                <a:lnTo>
                  <a:pt x="3758387" y="39369"/>
                </a:lnTo>
                <a:lnTo>
                  <a:pt x="3758946" y="40639"/>
                </a:lnTo>
                <a:close/>
              </a:path>
              <a:path w="3872229" h="1035050">
                <a:moveTo>
                  <a:pt x="113271" y="40639"/>
                </a:moveTo>
                <a:lnTo>
                  <a:pt x="113830" y="39369"/>
                </a:lnTo>
                <a:lnTo>
                  <a:pt x="115756" y="39369"/>
                </a:lnTo>
                <a:lnTo>
                  <a:pt x="113271" y="40639"/>
                </a:lnTo>
                <a:close/>
              </a:path>
              <a:path w="3872229" h="1035050">
                <a:moveTo>
                  <a:pt x="3778465" y="52069"/>
                </a:moveTo>
                <a:lnTo>
                  <a:pt x="3771633" y="46989"/>
                </a:lnTo>
                <a:lnTo>
                  <a:pt x="3772154" y="46989"/>
                </a:lnTo>
                <a:lnTo>
                  <a:pt x="3765105" y="43180"/>
                </a:lnTo>
                <a:lnTo>
                  <a:pt x="3765651" y="43180"/>
                </a:lnTo>
                <a:lnTo>
                  <a:pt x="3758387" y="39369"/>
                </a:lnTo>
                <a:lnTo>
                  <a:pt x="3804646" y="39369"/>
                </a:lnTo>
                <a:lnTo>
                  <a:pt x="3806355" y="40639"/>
                </a:lnTo>
                <a:lnTo>
                  <a:pt x="3812921" y="46989"/>
                </a:lnTo>
                <a:lnTo>
                  <a:pt x="3817635" y="50800"/>
                </a:lnTo>
                <a:lnTo>
                  <a:pt x="3777957" y="50800"/>
                </a:lnTo>
                <a:lnTo>
                  <a:pt x="3778465" y="52069"/>
                </a:lnTo>
                <a:close/>
              </a:path>
              <a:path w="3872229" h="1035050">
                <a:moveTo>
                  <a:pt x="93764" y="52069"/>
                </a:moveTo>
                <a:lnTo>
                  <a:pt x="94259" y="50800"/>
                </a:lnTo>
                <a:lnTo>
                  <a:pt x="95469" y="50800"/>
                </a:lnTo>
                <a:lnTo>
                  <a:pt x="93764" y="52069"/>
                </a:lnTo>
                <a:close/>
              </a:path>
              <a:path w="3872229" h="1035050">
                <a:moveTo>
                  <a:pt x="3790429" y="60960"/>
                </a:moveTo>
                <a:lnTo>
                  <a:pt x="3784066" y="55880"/>
                </a:lnTo>
                <a:lnTo>
                  <a:pt x="3784549" y="55880"/>
                </a:lnTo>
                <a:lnTo>
                  <a:pt x="3777957" y="50800"/>
                </a:lnTo>
                <a:lnTo>
                  <a:pt x="3817635" y="50800"/>
                </a:lnTo>
                <a:lnTo>
                  <a:pt x="3819207" y="52069"/>
                </a:lnTo>
                <a:lnTo>
                  <a:pt x="3825201" y="58419"/>
                </a:lnTo>
                <a:lnTo>
                  <a:pt x="3826337" y="59689"/>
                </a:lnTo>
                <a:lnTo>
                  <a:pt x="3789959" y="59689"/>
                </a:lnTo>
                <a:lnTo>
                  <a:pt x="3790429" y="60960"/>
                </a:lnTo>
                <a:close/>
              </a:path>
              <a:path w="3872229" h="1035050">
                <a:moveTo>
                  <a:pt x="81800" y="60960"/>
                </a:moveTo>
                <a:lnTo>
                  <a:pt x="82257" y="59689"/>
                </a:lnTo>
                <a:lnTo>
                  <a:pt x="83388" y="59689"/>
                </a:lnTo>
                <a:lnTo>
                  <a:pt x="81800" y="60960"/>
                </a:lnTo>
                <a:close/>
              </a:path>
              <a:path w="3872229" h="1035050">
                <a:moveTo>
                  <a:pt x="3801465" y="71119"/>
                </a:moveTo>
                <a:lnTo>
                  <a:pt x="3795610" y="64769"/>
                </a:lnTo>
                <a:lnTo>
                  <a:pt x="3796068" y="64769"/>
                </a:lnTo>
                <a:lnTo>
                  <a:pt x="3789959" y="59689"/>
                </a:lnTo>
                <a:lnTo>
                  <a:pt x="3826337" y="59689"/>
                </a:lnTo>
                <a:lnTo>
                  <a:pt x="3830878" y="64769"/>
                </a:lnTo>
                <a:lnTo>
                  <a:pt x="3834460" y="69850"/>
                </a:lnTo>
                <a:lnTo>
                  <a:pt x="3801033" y="69850"/>
                </a:lnTo>
                <a:lnTo>
                  <a:pt x="3801465" y="71119"/>
                </a:lnTo>
                <a:close/>
              </a:path>
              <a:path w="3872229" h="1035050">
                <a:moveTo>
                  <a:pt x="70764" y="71119"/>
                </a:moveTo>
                <a:lnTo>
                  <a:pt x="71183" y="69850"/>
                </a:lnTo>
                <a:lnTo>
                  <a:pt x="71932" y="69850"/>
                </a:lnTo>
                <a:lnTo>
                  <a:pt x="70764" y="71119"/>
                </a:lnTo>
                <a:close/>
              </a:path>
              <a:path w="3872229" h="1035050">
                <a:moveTo>
                  <a:pt x="3806609" y="76200"/>
                </a:moveTo>
                <a:lnTo>
                  <a:pt x="3801033" y="69850"/>
                </a:lnTo>
                <a:lnTo>
                  <a:pt x="3834460" y="69850"/>
                </a:lnTo>
                <a:lnTo>
                  <a:pt x="3836250" y="72389"/>
                </a:lnTo>
                <a:lnTo>
                  <a:pt x="3838272" y="74930"/>
                </a:lnTo>
                <a:lnTo>
                  <a:pt x="3806202" y="74930"/>
                </a:lnTo>
                <a:lnTo>
                  <a:pt x="3806609" y="76200"/>
                </a:lnTo>
                <a:close/>
              </a:path>
              <a:path w="3872229" h="1035050">
                <a:moveTo>
                  <a:pt x="65620" y="76200"/>
                </a:moveTo>
                <a:lnTo>
                  <a:pt x="66027" y="74930"/>
                </a:lnTo>
                <a:lnTo>
                  <a:pt x="66733" y="74930"/>
                </a:lnTo>
                <a:lnTo>
                  <a:pt x="65620" y="76200"/>
                </a:lnTo>
                <a:close/>
              </a:path>
              <a:path w="3872229" h="1035050">
                <a:moveTo>
                  <a:pt x="3820426" y="93980"/>
                </a:moveTo>
                <a:lnTo>
                  <a:pt x="3815727" y="87630"/>
                </a:lnTo>
                <a:lnTo>
                  <a:pt x="3816096" y="87630"/>
                </a:lnTo>
                <a:lnTo>
                  <a:pt x="3811104" y="81280"/>
                </a:lnTo>
                <a:lnTo>
                  <a:pt x="3811485" y="81280"/>
                </a:lnTo>
                <a:lnTo>
                  <a:pt x="3806202" y="74930"/>
                </a:lnTo>
                <a:lnTo>
                  <a:pt x="3838272" y="74930"/>
                </a:lnTo>
                <a:lnTo>
                  <a:pt x="3841305" y="78739"/>
                </a:lnTo>
                <a:lnTo>
                  <a:pt x="3846004" y="86360"/>
                </a:lnTo>
                <a:lnTo>
                  <a:pt x="3849645" y="92710"/>
                </a:lnTo>
                <a:lnTo>
                  <a:pt x="3820083" y="92710"/>
                </a:lnTo>
                <a:lnTo>
                  <a:pt x="3820426" y="93980"/>
                </a:lnTo>
                <a:close/>
              </a:path>
              <a:path w="3872229" h="1035050">
                <a:moveTo>
                  <a:pt x="51790" y="93980"/>
                </a:moveTo>
                <a:lnTo>
                  <a:pt x="52133" y="92710"/>
                </a:lnTo>
                <a:lnTo>
                  <a:pt x="52730" y="92710"/>
                </a:lnTo>
                <a:lnTo>
                  <a:pt x="51790" y="93980"/>
                </a:lnTo>
                <a:close/>
              </a:path>
              <a:path w="3872229" h="1035050">
                <a:moveTo>
                  <a:pt x="3824465" y="100330"/>
                </a:moveTo>
                <a:lnTo>
                  <a:pt x="3820083" y="92710"/>
                </a:lnTo>
                <a:lnTo>
                  <a:pt x="3849645" y="92710"/>
                </a:lnTo>
                <a:lnTo>
                  <a:pt x="3850373" y="93980"/>
                </a:lnTo>
                <a:lnTo>
                  <a:pt x="3853031" y="99060"/>
                </a:lnTo>
                <a:lnTo>
                  <a:pt x="3824147" y="99060"/>
                </a:lnTo>
                <a:lnTo>
                  <a:pt x="3824465" y="100330"/>
                </a:lnTo>
                <a:close/>
              </a:path>
              <a:path w="3872229" h="1035050">
                <a:moveTo>
                  <a:pt x="47764" y="100330"/>
                </a:moveTo>
                <a:lnTo>
                  <a:pt x="48082" y="99060"/>
                </a:lnTo>
                <a:lnTo>
                  <a:pt x="48492" y="99060"/>
                </a:lnTo>
                <a:lnTo>
                  <a:pt x="47764" y="100330"/>
                </a:lnTo>
                <a:close/>
              </a:path>
              <a:path w="3872229" h="1035050">
                <a:moveTo>
                  <a:pt x="3828199" y="106680"/>
                </a:moveTo>
                <a:lnTo>
                  <a:pt x="3824147" y="99060"/>
                </a:lnTo>
                <a:lnTo>
                  <a:pt x="3853031" y="99060"/>
                </a:lnTo>
                <a:lnTo>
                  <a:pt x="3854361" y="101600"/>
                </a:lnTo>
                <a:lnTo>
                  <a:pt x="3855917" y="105410"/>
                </a:lnTo>
                <a:lnTo>
                  <a:pt x="3827894" y="105410"/>
                </a:lnTo>
                <a:lnTo>
                  <a:pt x="3828199" y="106680"/>
                </a:lnTo>
                <a:close/>
              </a:path>
              <a:path w="3872229" h="1035050">
                <a:moveTo>
                  <a:pt x="44030" y="106680"/>
                </a:moveTo>
                <a:lnTo>
                  <a:pt x="44323" y="105410"/>
                </a:lnTo>
                <a:lnTo>
                  <a:pt x="44706" y="105410"/>
                </a:lnTo>
                <a:lnTo>
                  <a:pt x="44030" y="106680"/>
                </a:lnTo>
                <a:close/>
              </a:path>
              <a:path w="3872229" h="1035050">
                <a:moveTo>
                  <a:pt x="3834714" y="120650"/>
                </a:moveTo>
                <a:lnTo>
                  <a:pt x="3831348" y="113030"/>
                </a:lnTo>
                <a:lnTo>
                  <a:pt x="3831615" y="113030"/>
                </a:lnTo>
                <a:lnTo>
                  <a:pt x="3827894" y="105410"/>
                </a:lnTo>
                <a:lnTo>
                  <a:pt x="3855917" y="105410"/>
                </a:lnTo>
                <a:lnTo>
                  <a:pt x="3857993" y="110489"/>
                </a:lnTo>
                <a:lnTo>
                  <a:pt x="3861231" y="118110"/>
                </a:lnTo>
                <a:lnTo>
                  <a:pt x="3861639" y="119380"/>
                </a:lnTo>
                <a:lnTo>
                  <a:pt x="3834472" y="119380"/>
                </a:lnTo>
                <a:lnTo>
                  <a:pt x="3834714" y="120650"/>
                </a:lnTo>
                <a:close/>
              </a:path>
              <a:path w="3872229" h="1035050">
                <a:moveTo>
                  <a:pt x="37503" y="120650"/>
                </a:moveTo>
                <a:lnTo>
                  <a:pt x="37744" y="119380"/>
                </a:lnTo>
                <a:lnTo>
                  <a:pt x="38064" y="119380"/>
                </a:lnTo>
                <a:lnTo>
                  <a:pt x="37503" y="120650"/>
                </a:lnTo>
                <a:close/>
              </a:path>
              <a:path w="3872229" h="1035050">
                <a:moveTo>
                  <a:pt x="3867970" y="892810"/>
                </a:moveTo>
                <a:lnTo>
                  <a:pt x="3841838" y="892810"/>
                </a:lnTo>
                <a:lnTo>
                  <a:pt x="3843591" y="885189"/>
                </a:lnTo>
                <a:lnTo>
                  <a:pt x="3844975" y="877570"/>
                </a:lnTo>
                <a:lnTo>
                  <a:pt x="3846055" y="868681"/>
                </a:lnTo>
                <a:lnTo>
                  <a:pt x="3846601" y="862330"/>
                </a:lnTo>
                <a:lnTo>
                  <a:pt x="3846817" y="853439"/>
                </a:lnTo>
                <a:lnTo>
                  <a:pt x="3846817" y="180339"/>
                </a:lnTo>
                <a:lnTo>
                  <a:pt x="3843472" y="148589"/>
                </a:lnTo>
                <a:lnTo>
                  <a:pt x="3842862" y="145583"/>
                </a:lnTo>
                <a:lnTo>
                  <a:pt x="3841838" y="140969"/>
                </a:lnTo>
                <a:lnTo>
                  <a:pt x="3841679" y="140969"/>
                </a:lnTo>
                <a:lnTo>
                  <a:pt x="3839730" y="133350"/>
                </a:lnTo>
                <a:lnTo>
                  <a:pt x="3839480" y="133350"/>
                </a:lnTo>
                <a:lnTo>
                  <a:pt x="3837279" y="127000"/>
                </a:lnTo>
                <a:lnTo>
                  <a:pt x="3837495" y="127000"/>
                </a:lnTo>
                <a:lnTo>
                  <a:pt x="3834472" y="119380"/>
                </a:lnTo>
                <a:lnTo>
                  <a:pt x="3861639" y="119380"/>
                </a:lnTo>
                <a:lnTo>
                  <a:pt x="3866120" y="133350"/>
                </a:lnTo>
                <a:lnTo>
                  <a:pt x="3839730" y="133350"/>
                </a:lnTo>
                <a:lnTo>
                  <a:pt x="3839916" y="134587"/>
                </a:lnTo>
                <a:lnTo>
                  <a:pt x="3866517" y="134587"/>
                </a:lnTo>
                <a:lnTo>
                  <a:pt x="3867970" y="140969"/>
                </a:lnTo>
                <a:lnTo>
                  <a:pt x="3841838" y="140969"/>
                </a:lnTo>
                <a:lnTo>
                  <a:pt x="3842114" y="142215"/>
                </a:lnTo>
                <a:lnTo>
                  <a:pt x="3868252" y="142215"/>
                </a:lnTo>
                <a:lnTo>
                  <a:pt x="3868547" y="143510"/>
                </a:lnTo>
                <a:lnTo>
                  <a:pt x="3870024" y="151785"/>
                </a:lnTo>
                <a:lnTo>
                  <a:pt x="3870113" y="152281"/>
                </a:lnTo>
                <a:lnTo>
                  <a:pt x="3871290" y="161289"/>
                </a:lnTo>
                <a:lnTo>
                  <a:pt x="3871988" y="171450"/>
                </a:lnTo>
                <a:lnTo>
                  <a:pt x="3872217" y="180339"/>
                </a:lnTo>
                <a:lnTo>
                  <a:pt x="3872217" y="853439"/>
                </a:lnTo>
                <a:lnTo>
                  <a:pt x="3872024" y="860947"/>
                </a:lnTo>
                <a:lnTo>
                  <a:pt x="3871988" y="862330"/>
                </a:lnTo>
                <a:lnTo>
                  <a:pt x="3871290" y="872489"/>
                </a:lnTo>
                <a:lnTo>
                  <a:pt x="3870134" y="881379"/>
                </a:lnTo>
                <a:lnTo>
                  <a:pt x="3868547" y="890270"/>
                </a:lnTo>
                <a:lnTo>
                  <a:pt x="3867970" y="892810"/>
                </a:lnTo>
                <a:close/>
              </a:path>
              <a:path w="3872229" h="1035050">
                <a:moveTo>
                  <a:pt x="31791" y="136069"/>
                </a:moveTo>
                <a:lnTo>
                  <a:pt x="32486" y="133350"/>
                </a:lnTo>
                <a:lnTo>
                  <a:pt x="32738" y="133350"/>
                </a:lnTo>
                <a:lnTo>
                  <a:pt x="31791" y="136069"/>
                </a:lnTo>
                <a:close/>
              </a:path>
              <a:path w="3872229" h="1035050">
                <a:moveTo>
                  <a:pt x="30219" y="142215"/>
                </a:moveTo>
                <a:lnTo>
                  <a:pt x="30378" y="140969"/>
                </a:lnTo>
                <a:lnTo>
                  <a:pt x="30538" y="140969"/>
                </a:lnTo>
                <a:lnTo>
                  <a:pt x="30219" y="142215"/>
                </a:lnTo>
                <a:close/>
              </a:path>
              <a:path w="3872229" h="1035050">
                <a:moveTo>
                  <a:pt x="28501" y="149846"/>
                </a:moveTo>
                <a:lnTo>
                  <a:pt x="28625" y="148589"/>
                </a:lnTo>
                <a:lnTo>
                  <a:pt x="28767" y="148589"/>
                </a:lnTo>
                <a:lnTo>
                  <a:pt x="28501" y="149846"/>
                </a:lnTo>
                <a:close/>
              </a:path>
              <a:path w="3872229" h="1035050">
                <a:moveTo>
                  <a:pt x="30538" y="892810"/>
                </a:moveTo>
                <a:lnTo>
                  <a:pt x="30378" y="892810"/>
                </a:lnTo>
                <a:lnTo>
                  <a:pt x="30213" y="891539"/>
                </a:lnTo>
                <a:lnTo>
                  <a:pt x="30538" y="892810"/>
                </a:lnTo>
                <a:close/>
              </a:path>
              <a:path w="3872229" h="1035050">
                <a:moveTo>
                  <a:pt x="3866120" y="900429"/>
                </a:moveTo>
                <a:lnTo>
                  <a:pt x="3839730" y="900429"/>
                </a:lnTo>
                <a:lnTo>
                  <a:pt x="3842004" y="891539"/>
                </a:lnTo>
                <a:lnTo>
                  <a:pt x="3841838" y="892810"/>
                </a:lnTo>
                <a:lnTo>
                  <a:pt x="3867970" y="892810"/>
                </a:lnTo>
                <a:lnTo>
                  <a:pt x="3866527" y="899160"/>
                </a:lnTo>
                <a:lnTo>
                  <a:pt x="3866120" y="900429"/>
                </a:lnTo>
                <a:close/>
              </a:path>
              <a:path w="3872229" h="1035050">
                <a:moveTo>
                  <a:pt x="32738" y="900429"/>
                </a:moveTo>
                <a:lnTo>
                  <a:pt x="32486" y="900429"/>
                </a:lnTo>
                <a:lnTo>
                  <a:pt x="31784" y="897683"/>
                </a:lnTo>
                <a:lnTo>
                  <a:pt x="32738" y="900429"/>
                </a:lnTo>
                <a:close/>
              </a:path>
              <a:path w="3872229" h="1035050">
                <a:moveTo>
                  <a:pt x="3856177" y="928370"/>
                </a:moveTo>
                <a:lnTo>
                  <a:pt x="3827894" y="928370"/>
                </a:lnTo>
                <a:lnTo>
                  <a:pt x="3831615" y="920750"/>
                </a:lnTo>
                <a:lnTo>
                  <a:pt x="3831348" y="920750"/>
                </a:lnTo>
                <a:lnTo>
                  <a:pt x="3834714" y="914400"/>
                </a:lnTo>
                <a:lnTo>
                  <a:pt x="3834472" y="914400"/>
                </a:lnTo>
                <a:lnTo>
                  <a:pt x="3837495" y="906779"/>
                </a:lnTo>
                <a:lnTo>
                  <a:pt x="3837279" y="906779"/>
                </a:lnTo>
                <a:lnTo>
                  <a:pt x="3840432" y="897683"/>
                </a:lnTo>
                <a:lnTo>
                  <a:pt x="3839730" y="900429"/>
                </a:lnTo>
                <a:lnTo>
                  <a:pt x="3866120" y="900429"/>
                </a:lnTo>
                <a:lnTo>
                  <a:pt x="3861231" y="915670"/>
                </a:lnTo>
                <a:lnTo>
                  <a:pt x="3857993" y="924560"/>
                </a:lnTo>
                <a:lnTo>
                  <a:pt x="3856177" y="928370"/>
                </a:lnTo>
                <a:close/>
              </a:path>
              <a:path w="3872229" h="1035050">
                <a:moveTo>
                  <a:pt x="44706" y="928370"/>
                </a:moveTo>
                <a:lnTo>
                  <a:pt x="44323" y="928370"/>
                </a:lnTo>
                <a:lnTo>
                  <a:pt x="44030" y="927100"/>
                </a:lnTo>
                <a:lnTo>
                  <a:pt x="44706" y="928370"/>
                </a:lnTo>
                <a:close/>
              </a:path>
              <a:path w="3872229" h="1035050">
                <a:moveTo>
                  <a:pt x="3853031" y="934720"/>
                </a:moveTo>
                <a:lnTo>
                  <a:pt x="3824147" y="934720"/>
                </a:lnTo>
                <a:lnTo>
                  <a:pt x="3828199" y="927100"/>
                </a:lnTo>
                <a:lnTo>
                  <a:pt x="3827894" y="928370"/>
                </a:lnTo>
                <a:lnTo>
                  <a:pt x="3856177" y="928370"/>
                </a:lnTo>
                <a:lnTo>
                  <a:pt x="3854361" y="932179"/>
                </a:lnTo>
                <a:lnTo>
                  <a:pt x="3853031" y="934720"/>
                </a:lnTo>
                <a:close/>
              </a:path>
              <a:path w="3872229" h="1035050">
                <a:moveTo>
                  <a:pt x="48492" y="934720"/>
                </a:moveTo>
                <a:lnTo>
                  <a:pt x="48082" y="934720"/>
                </a:lnTo>
                <a:lnTo>
                  <a:pt x="47764" y="933450"/>
                </a:lnTo>
                <a:lnTo>
                  <a:pt x="48492" y="934720"/>
                </a:lnTo>
                <a:close/>
              </a:path>
              <a:path w="3872229" h="1035050">
                <a:moveTo>
                  <a:pt x="3849645" y="941070"/>
                </a:moveTo>
                <a:lnTo>
                  <a:pt x="3820083" y="941070"/>
                </a:lnTo>
                <a:lnTo>
                  <a:pt x="3824465" y="933450"/>
                </a:lnTo>
                <a:lnTo>
                  <a:pt x="3824147" y="934720"/>
                </a:lnTo>
                <a:lnTo>
                  <a:pt x="3853031" y="934720"/>
                </a:lnTo>
                <a:lnTo>
                  <a:pt x="3850373" y="939800"/>
                </a:lnTo>
                <a:lnTo>
                  <a:pt x="3849645" y="941070"/>
                </a:lnTo>
                <a:close/>
              </a:path>
              <a:path w="3872229" h="1035050">
                <a:moveTo>
                  <a:pt x="52573" y="941070"/>
                </a:moveTo>
                <a:lnTo>
                  <a:pt x="52133" y="941070"/>
                </a:lnTo>
                <a:lnTo>
                  <a:pt x="51790" y="939800"/>
                </a:lnTo>
                <a:lnTo>
                  <a:pt x="52573" y="941070"/>
                </a:lnTo>
                <a:close/>
              </a:path>
              <a:path w="3872229" h="1035050">
                <a:moveTo>
                  <a:pt x="3846004" y="947420"/>
                </a:moveTo>
                <a:lnTo>
                  <a:pt x="3815727" y="947420"/>
                </a:lnTo>
                <a:lnTo>
                  <a:pt x="3820426" y="939800"/>
                </a:lnTo>
                <a:lnTo>
                  <a:pt x="3820083" y="941070"/>
                </a:lnTo>
                <a:lnTo>
                  <a:pt x="3849645" y="941070"/>
                </a:lnTo>
                <a:lnTo>
                  <a:pt x="3846004" y="947420"/>
                </a:lnTo>
                <a:close/>
              </a:path>
              <a:path w="3872229" h="1035050">
                <a:moveTo>
                  <a:pt x="57122" y="947420"/>
                </a:moveTo>
                <a:lnTo>
                  <a:pt x="56489" y="947420"/>
                </a:lnTo>
                <a:lnTo>
                  <a:pt x="56121" y="946150"/>
                </a:lnTo>
                <a:lnTo>
                  <a:pt x="57122" y="947420"/>
                </a:lnTo>
                <a:close/>
              </a:path>
              <a:path w="3872229" h="1035050">
                <a:moveTo>
                  <a:pt x="3838272" y="958850"/>
                </a:moveTo>
                <a:lnTo>
                  <a:pt x="3806202" y="958850"/>
                </a:lnTo>
                <a:lnTo>
                  <a:pt x="3811485" y="952500"/>
                </a:lnTo>
                <a:lnTo>
                  <a:pt x="3811104" y="952500"/>
                </a:lnTo>
                <a:lnTo>
                  <a:pt x="3816096" y="946150"/>
                </a:lnTo>
                <a:lnTo>
                  <a:pt x="3815727" y="947420"/>
                </a:lnTo>
                <a:lnTo>
                  <a:pt x="3846004" y="947420"/>
                </a:lnTo>
                <a:lnTo>
                  <a:pt x="3841305" y="955039"/>
                </a:lnTo>
                <a:lnTo>
                  <a:pt x="3838272" y="958850"/>
                </a:lnTo>
                <a:close/>
              </a:path>
              <a:path w="3872229" h="1035050">
                <a:moveTo>
                  <a:pt x="66733" y="958850"/>
                </a:moveTo>
                <a:lnTo>
                  <a:pt x="66027" y="958850"/>
                </a:lnTo>
                <a:lnTo>
                  <a:pt x="65620" y="957579"/>
                </a:lnTo>
                <a:lnTo>
                  <a:pt x="66733" y="958850"/>
                </a:lnTo>
                <a:close/>
              </a:path>
              <a:path w="3872229" h="1035050">
                <a:moveTo>
                  <a:pt x="3826337" y="974089"/>
                </a:moveTo>
                <a:lnTo>
                  <a:pt x="3789959" y="974089"/>
                </a:lnTo>
                <a:lnTo>
                  <a:pt x="3796068" y="969010"/>
                </a:lnTo>
                <a:lnTo>
                  <a:pt x="3795610" y="969010"/>
                </a:lnTo>
                <a:lnTo>
                  <a:pt x="3801465" y="963929"/>
                </a:lnTo>
                <a:lnTo>
                  <a:pt x="3801033" y="963929"/>
                </a:lnTo>
                <a:lnTo>
                  <a:pt x="3806609" y="957579"/>
                </a:lnTo>
                <a:lnTo>
                  <a:pt x="3806202" y="958850"/>
                </a:lnTo>
                <a:lnTo>
                  <a:pt x="3838272" y="958850"/>
                </a:lnTo>
                <a:lnTo>
                  <a:pt x="3836250" y="961389"/>
                </a:lnTo>
                <a:lnTo>
                  <a:pt x="3830878" y="969010"/>
                </a:lnTo>
                <a:lnTo>
                  <a:pt x="3826337" y="974089"/>
                </a:lnTo>
                <a:close/>
              </a:path>
              <a:path w="3872229" h="1035050">
                <a:moveTo>
                  <a:pt x="83388" y="974089"/>
                </a:moveTo>
                <a:lnTo>
                  <a:pt x="82257" y="974089"/>
                </a:lnTo>
                <a:lnTo>
                  <a:pt x="81800" y="972820"/>
                </a:lnTo>
                <a:lnTo>
                  <a:pt x="83388" y="974089"/>
                </a:lnTo>
                <a:close/>
              </a:path>
              <a:path w="3872229" h="1035050">
                <a:moveTo>
                  <a:pt x="3804646" y="994410"/>
                </a:moveTo>
                <a:lnTo>
                  <a:pt x="3758387" y="994410"/>
                </a:lnTo>
                <a:lnTo>
                  <a:pt x="3765651" y="990600"/>
                </a:lnTo>
                <a:lnTo>
                  <a:pt x="3765105" y="990600"/>
                </a:lnTo>
                <a:lnTo>
                  <a:pt x="3772154" y="986789"/>
                </a:lnTo>
                <a:lnTo>
                  <a:pt x="3771633" y="986789"/>
                </a:lnTo>
                <a:lnTo>
                  <a:pt x="3778465" y="982979"/>
                </a:lnTo>
                <a:lnTo>
                  <a:pt x="3777957" y="982979"/>
                </a:lnTo>
                <a:lnTo>
                  <a:pt x="3784549" y="977900"/>
                </a:lnTo>
                <a:lnTo>
                  <a:pt x="3784066" y="977900"/>
                </a:lnTo>
                <a:lnTo>
                  <a:pt x="3790429" y="972820"/>
                </a:lnTo>
                <a:lnTo>
                  <a:pt x="3789959" y="974089"/>
                </a:lnTo>
                <a:lnTo>
                  <a:pt x="3826337" y="974089"/>
                </a:lnTo>
                <a:lnTo>
                  <a:pt x="3825201" y="975360"/>
                </a:lnTo>
                <a:lnTo>
                  <a:pt x="3819207" y="981710"/>
                </a:lnTo>
                <a:lnTo>
                  <a:pt x="3812921" y="988060"/>
                </a:lnTo>
                <a:lnTo>
                  <a:pt x="3806355" y="993139"/>
                </a:lnTo>
                <a:lnTo>
                  <a:pt x="3804646" y="994410"/>
                </a:lnTo>
                <a:close/>
              </a:path>
              <a:path w="3872229" h="1035050">
                <a:moveTo>
                  <a:pt x="115756" y="994410"/>
                </a:moveTo>
                <a:lnTo>
                  <a:pt x="113830" y="994410"/>
                </a:lnTo>
                <a:lnTo>
                  <a:pt x="113271" y="993139"/>
                </a:lnTo>
                <a:lnTo>
                  <a:pt x="115756" y="994410"/>
                </a:lnTo>
                <a:close/>
              </a:path>
              <a:path w="3872229" h="1035050">
                <a:moveTo>
                  <a:pt x="3782555" y="1009650"/>
                </a:moveTo>
                <a:lnTo>
                  <a:pt x="3690899" y="1009650"/>
                </a:lnTo>
                <a:lnTo>
                  <a:pt x="3699560" y="1008379"/>
                </a:lnTo>
                <a:lnTo>
                  <a:pt x="3706825" y="1008379"/>
                </a:lnTo>
                <a:lnTo>
                  <a:pt x="3715245" y="1007110"/>
                </a:lnTo>
                <a:lnTo>
                  <a:pt x="3714610" y="1007110"/>
                </a:lnTo>
                <a:lnTo>
                  <a:pt x="3722903" y="1005839"/>
                </a:lnTo>
                <a:lnTo>
                  <a:pt x="3722281" y="1005839"/>
                </a:lnTo>
                <a:lnTo>
                  <a:pt x="3730421" y="1004570"/>
                </a:lnTo>
                <a:lnTo>
                  <a:pt x="3729812" y="1004570"/>
                </a:lnTo>
                <a:lnTo>
                  <a:pt x="3737800" y="1002029"/>
                </a:lnTo>
                <a:lnTo>
                  <a:pt x="3737190" y="1002029"/>
                </a:lnTo>
                <a:lnTo>
                  <a:pt x="3745014" y="999489"/>
                </a:lnTo>
                <a:lnTo>
                  <a:pt x="3744429" y="999489"/>
                </a:lnTo>
                <a:lnTo>
                  <a:pt x="3752075" y="996950"/>
                </a:lnTo>
                <a:lnTo>
                  <a:pt x="3751491" y="996950"/>
                </a:lnTo>
                <a:lnTo>
                  <a:pt x="3758946" y="993139"/>
                </a:lnTo>
                <a:lnTo>
                  <a:pt x="3758387" y="994410"/>
                </a:lnTo>
                <a:lnTo>
                  <a:pt x="3804646" y="994410"/>
                </a:lnTo>
                <a:lnTo>
                  <a:pt x="3799522" y="998220"/>
                </a:lnTo>
                <a:lnTo>
                  <a:pt x="3792423" y="1003300"/>
                </a:lnTo>
                <a:lnTo>
                  <a:pt x="3785082" y="1008379"/>
                </a:lnTo>
                <a:lnTo>
                  <a:pt x="3782555" y="1009650"/>
                </a:lnTo>
                <a:close/>
              </a:path>
              <a:path w="3872229" h="1035050">
                <a:moveTo>
                  <a:pt x="3691381" y="1035050"/>
                </a:moveTo>
                <a:lnTo>
                  <a:pt x="180848" y="1035050"/>
                </a:lnTo>
                <a:lnTo>
                  <a:pt x="171703" y="1033779"/>
                </a:lnTo>
                <a:lnTo>
                  <a:pt x="3700526" y="1033779"/>
                </a:lnTo>
                <a:lnTo>
                  <a:pt x="3691381" y="1035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4F28DEB-BB2B-4503-8C2F-CA64D79CD232}"/>
              </a:ext>
            </a:extLst>
          </p:cNvPr>
          <p:cNvSpPr>
            <a:spLocks noGrp="1"/>
          </p:cNvSpPr>
          <p:nvPr/>
        </p:nvSpPr>
        <p:spPr>
          <a:xfrm>
            <a:off x="7355569" y="2782002"/>
            <a:ext cx="3385209" cy="889608"/>
          </a:xfrm>
          <a:custGeom>
            <a:avLst/>
            <a:gdLst/>
            <a:ahLst/>
            <a:cxnLst/>
            <a:rect l="l" t="t" r="r" b="b"/>
            <a:pathLst>
              <a:path w="3846829" h="1010920">
                <a:moveTo>
                  <a:pt x="3678935" y="1010412"/>
                </a:moveTo>
                <a:lnTo>
                  <a:pt x="167640" y="1010412"/>
                </a:lnTo>
                <a:lnTo>
                  <a:pt x="123076" y="1004152"/>
                </a:lnTo>
                <a:lnTo>
                  <a:pt x="82998" y="987012"/>
                </a:lnTo>
                <a:lnTo>
                  <a:pt x="49029" y="960572"/>
                </a:lnTo>
                <a:lnTo>
                  <a:pt x="22792" y="926411"/>
                </a:lnTo>
                <a:lnTo>
                  <a:pt x="5908" y="886109"/>
                </a:lnTo>
                <a:lnTo>
                  <a:pt x="0" y="841248"/>
                </a:lnTo>
                <a:lnTo>
                  <a:pt x="0" y="167640"/>
                </a:lnTo>
                <a:lnTo>
                  <a:pt x="5908" y="123197"/>
                </a:lnTo>
                <a:lnTo>
                  <a:pt x="22792" y="83193"/>
                </a:lnTo>
                <a:lnTo>
                  <a:pt x="49029" y="49249"/>
                </a:lnTo>
                <a:lnTo>
                  <a:pt x="82998" y="22987"/>
                </a:lnTo>
                <a:lnTo>
                  <a:pt x="123076" y="6029"/>
                </a:lnTo>
                <a:lnTo>
                  <a:pt x="167640" y="0"/>
                </a:lnTo>
                <a:lnTo>
                  <a:pt x="3678935" y="0"/>
                </a:lnTo>
                <a:lnTo>
                  <a:pt x="3723399" y="6029"/>
                </a:lnTo>
                <a:lnTo>
                  <a:pt x="3763416" y="22987"/>
                </a:lnTo>
                <a:lnTo>
                  <a:pt x="3797365" y="49249"/>
                </a:lnTo>
                <a:lnTo>
                  <a:pt x="3823622" y="83193"/>
                </a:lnTo>
                <a:lnTo>
                  <a:pt x="3840567" y="123197"/>
                </a:lnTo>
                <a:lnTo>
                  <a:pt x="3846576" y="167640"/>
                </a:lnTo>
                <a:lnTo>
                  <a:pt x="3846576" y="841248"/>
                </a:lnTo>
                <a:lnTo>
                  <a:pt x="3840567" y="886109"/>
                </a:lnTo>
                <a:lnTo>
                  <a:pt x="3823622" y="926411"/>
                </a:lnTo>
                <a:lnTo>
                  <a:pt x="3797365" y="960572"/>
                </a:lnTo>
                <a:lnTo>
                  <a:pt x="3763416" y="987012"/>
                </a:lnTo>
                <a:lnTo>
                  <a:pt x="3723399" y="1004152"/>
                </a:lnTo>
                <a:lnTo>
                  <a:pt x="3678935" y="1010412"/>
                </a:lnTo>
                <a:close/>
              </a:path>
            </a:pathLst>
          </a:custGeom>
          <a:solidFill>
            <a:srgbClr val="E7E6E6"/>
          </a:solidFill>
          <a:ln w="19050">
            <a:solidFill>
              <a:schemeClr val="tx1"/>
            </a:solidFill>
          </a:ln>
        </p:spPr>
        <p:txBody>
          <a:bodyPr wrap="square" lIns="80467" tIns="40234" rIns="80467" bIns="40234" anchor="ctr">
            <a:noAutofit/>
          </a:bodyPr>
          <a:lstStyle/>
          <a:p>
            <a:pPr algn="ctr">
              <a:buNone/>
            </a:pPr>
            <a:r>
              <a:rPr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Global MR while Overcoming Isolation Challenges</a:t>
            </a:r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8AD0CF97-9853-4E57-8ECA-3EE79908B4C3}"/>
              </a:ext>
            </a:extLst>
          </p:cNvPr>
          <p:cNvSpPr>
            <a:spLocks noGrp="1"/>
          </p:cNvSpPr>
          <p:nvPr/>
        </p:nvSpPr>
        <p:spPr>
          <a:xfrm>
            <a:off x="7344180" y="3919841"/>
            <a:ext cx="3407562" cy="886257"/>
          </a:xfrm>
          <a:custGeom>
            <a:avLst/>
            <a:gdLst/>
            <a:ahLst/>
            <a:cxnLst/>
            <a:rect l="l" t="t" r="r" b="b"/>
            <a:pathLst>
              <a:path w="3872229" h="1007110">
                <a:moveTo>
                  <a:pt x="3704844" y="1007110"/>
                </a:moveTo>
                <a:lnTo>
                  <a:pt x="167373" y="1007110"/>
                </a:lnTo>
                <a:lnTo>
                  <a:pt x="132359" y="1002029"/>
                </a:lnTo>
                <a:lnTo>
                  <a:pt x="92328" y="985520"/>
                </a:lnTo>
                <a:lnTo>
                  <a:pt x="57810" y="961389"/>
                </a:lnTo>
                <a:lnTo>
                  <a:pt x="51676" y="955039"/>
                </a:lnTo>
                <a:lnTo>
                  <a:pt x="45847" y="949960"/>
                </a:lnTo>
                <a:lnTo>
                  <a:pt x="40297" y="943610"/>
                </a:lnTo>
                <a:lnTo>
                  <a:pt x="35064" y="935989"/>
                </a:lnTo>
                <a:lnTo>
                  <a:pt x="30137" y="929639"/>
                </a:lnTo>
                <a:lnTo>
                  <a:pt x="10706" y="891539"/>
                </a:lnTo>
                <a:lnTo>
                  <a:pt x="914" y="848360"/>
                </a:lnTo>
                <a:lnTo>
                  <a:pt x="0" y="830579"/>
                </a:lnTo>
                <a:lnTo>
                  <a:pt x="0" y="175260"/>
                </a:lnTo>
                <a:lnTo>
                  <a:pt x="5562" y="132079"/>
                </a:lnTo>
                <a:lnTo>
                  <a:pt x="10706" y="115570"/>
                </a:lnTo>
                <a:lnTo>
                  <a:pt x="13868" y="106679"/>
                </a:lnTo>
                <a:lnTo>
                  <a:pt x="17411" y="99060"/>
                </a:lnTo>
                <a:lnTo>
                  <a:pt x="21310" y="91439"/>
                </a:lnTo>
                <a:lnTo>
                  <a:pt x="25552" y="83820"/>
                </a:lnTo>
                <a:lnTo>
                  <a:pt x="30137" y="77470"/>
                </a:lnTo>
                <a:lnTo>
                  <a:pt x="35064" y="69850"/>
                </a:lnTo>
                <a:lnTo>
                  <a:pt x="40297" y="63500"/>
                </a:lnTo>
                <a:lnTo>
                  <a:pt x="45847" y="57150"/>
                </a:lnTo>
                <a:lnTo>
                  <a:pt x="51676" y="50800"/>
                </a:lnTo>
                <a:lnTo>
                  <a:pt x="57810" y="45720"/>
                </a:lnTo>
                <a:lnTo>
                  <a:pt x="64211" y="39370"/>
                </a:lnTo>
                <a:lnTo>
                  <a:pt x="70866" y="34289"/>
                </a:lnTo>
                <a:lnTo>
                  <a:pt x="74326" y="31750"/>
                </a:lnTo>
                <a:lnTo>
                  <a:pt x="78148" y="29017"/>
                </a:lnTo>
                <a:lnTo>
                  <a:pt x="84937" y="25400"/>
                </a:lnTo>
                <a:lnTo>
                  <a:pt x="92328" y="20320"/>
                </a:lnTo>
                <a:lnTo>
                  <a:pt x="140893" y="2539"/>
                </a:lnTo>
                <a:lnTo>
                  <a:pt x="158419" y="0"/>
                </a:lnTo>
                <a:lnTo>
                  <a:pt x="3713797" y="0"/>
                </a:lnTo>
                <a:lnTo>
                  <a:pt x="3756444" y="10160"/>
                </a:lnTo>
                <a:lnTo>
                  <a:pt x="3785431" y="24129"/>
                </a:lnTo>
                <a:lnTo>
                  <a:pt x="176771" y="24129"/>
                </a:lnTo>
                <a:lnTo>
                  <a:pt x="168338" y="25400"/>
                </a:lnTo>
                <a:lnTo>
                  <a:pt x="161302" y="25400"/>
                </a:lnTo>
                <a:lnTo>
                  <a:pt x="153111" y="26670"/>
                </a:lnTo>
                <a:lnTo>
                  <a:pt x="153746" y="26670"/>
                </a:lnTo>
                <a:lnTo>
                  <a:pt x="145681" y="27939"/>
                </a:lnTo>
                <a:lnTo>
                  <a:pt x="146303" y="27939"/>
                </a:lnTo>
                <a:lnTo>
                  <a:pt x="139579" y="29017"/>
                </a:lnTo>
                <a:lnTo>
                  <a:pt x="131229" y="31750"/>
                </a:lnTo>
                <a:lnTo>
                  <a:pt x="131825" y="31750"/>
                </a:lnTo>
                <a:lnTo>
                  <a:pt x="124218" y="34289"/>
                </a:lnTo>
                <a:lnTo>
                  <a:pt x="124802" y="34289"/>
                </a:lnTo>
                <a:lnTo>
                  <a:pt x="117373" y="36829"/>
                </a:lnTo>
                <a:lnTo>
                  <a:pt x="117944" y="36829"/>
                </a:lnTo>
                <a:lnTo>
                  <a:pt x="110693" y="39370"/>
                </a:lnTo>
                <a:lnTo>
                  <a:pt x="111251" y="39370"/>
                </a:lnTo>
                <a:lnTo>
                  <a:pt x="104190" y="43179"/>
                </a:lnTo>
                <a:lnTo>
                  <a:pt x="104724" y="43179"/>
                </a:lnTo>
                <a:lnTo>
                  <a:pt x="97866" y="46989"/>
                </a:lnTo>
                <a:lnTo>
                  <a:pt x="98399" y="46989"/>
                </a:lnTo>
                <a:lnTo>
                  <a:pt x="91757" y="50800"/>
                </a:lnTo>
                <a:lnTo>
                  <a:pt x="92252" y="50800"/>
                </a:lnTo>
                <a:lnTo>
                  <a:pt x="85839" y="54610"/>
                </a:lnTo>
                <a:lnTo>
                  <a:pt x="86321" y="54610"/>
                </a:lnTo>
                <a:lnTo>
                  <a:pt x="81683" y="58420"/>
                </a:lnTo>
                <a:lnTo>
                  <a:pt x="80606" y="58420"/>
                </a:lnTo>
                <a:lnTo>
                  <a:pt x="75852" y="63500"/>
                </a:lnTo>
                <a:lnTo>
                  <a:pt x="75107" y="63500"/>
                </a:lnTo>
                <a:lnTo>
                  <a:pt x="70566" y="68579"/>
                </a:lnTo>
                <a:lnTo>
                  <a:pt x="69850" y="68579"/>
                </a:lnTo>
                <a:lnTo>
                  <a:pt x="65511" y="73660"/>
                </a:lnTo>
                <a:lnTo>
                  <a:pt x="64846" y="73660"/>
                </a:lnTo>
                <a:lnTo>
                  <a:pt x="59690" y="80010"/>
                </a:lnTo>
                <a:lnTo>
                  <a:pt x="60083" y="80010"/>
                </a:lnTo>
                <a:lnTo>
                  <a:pt x="55219" y="85089"/>
                </a:lnTo>
                <a:lnTo>
                  <a:pt x="55587" y="85089"/>
                </a:lnTo>
                <a:lnTo>
                  <a:pt x="51015" y="91439"/>
                </a:lnTo>
                <a:lnTo>
                  <a:pt x="51358" y="91439"/>
                </a:lnTo>
                <a:lnTo>
                  <a:pt x="47104" y="97789"/>
                </a:lnTo>
                <a:lnTo>
                  <a:pt x="47421" y="97789"/>
                </a:lnTo>
                <a:lnTo>
                  <a:pt x="43472" y="104139"/>
                </a:lnTo>
                <a:lnTo>
                  <a:pt x="43776" y="104139"/>
                </a:lnTo>
                <a:lnTo>
                  <a:pt x="40157" y="110489"/>
                </a:lnTo>
                <a:lnTo>
                  <a:pt x="40424" y="110489"/>
                </a:lnTo>
                <a:lnTo>
                  <a:pt x="37147" y="116839"/>
                </a:lnTo>
                <a:lnTo>
                  <a:pt x="37388" y="116839"/>
                </a:lnTo>
                <a:lnTo>
                  <a:pt x="34944" y="123189"/>
                </a:lnTo>
                <a:lnTo>
                  <a:pt x="34671" y="123189"/>
                </a:lnTo>
                <a:lnTo>
                  <a:pt x="32092" y="130810"/>
                </a:lnTo>
                <a:lnTo>
                  <a:pt x="32283" y="130810"/>
                </a:lnTo>
                <a:lnTo>
                  <a:pt x="30441" y="137160"/>
                </a:lnTo>
                <a:lnTo>
                  <a:pt x="30238" y="137160"/>
                </a:lnTo>
                <a:lnTo>
                  <a:pt x="28671" y="144779"/>
                </a:lnTo>
                <a:lnTo>
                  <a:pt x="28536" y="144779"/>
                </a:lnTo>
                <a:lnTo>
                  <a:pt x="26799" y="155448"/>
                </a:lnTo>
                <a:lnTo>
                  <a:pt x="26212" y="160020"/>
                </a:lnTo>
                <a:lnTo>
                  <a:pt x="25759" y="166370"/>
                </a:lnTo>
                <a:lnTo>
                  <a:pt x="25668" y="167639"/>
                </a:lnTo>
                <a:lnTo>
                  <a:pt x="25577" y="168910"/>
                </a:lnTo>
                <a:lnTo>
                  <a:pt x="25430" y="175260"/>
                </a:lnTo>
                <a:lnTo>
                  <a:pt x="25400" y="830579"/>
                </a:lnTo>
                <a:lnTo>
                  <a:pt x="25583" y="838125"/>
                </a:lnTo>
                <a:lnTo>
                  <a:pt x="25615" y="839470"/>
                </a:lnTo>
                <a:lnTo>
                  <a:pt x="26079" y="845224"/>
                </a:lnTo>
                <a:lnTo>
                  <a:pt x="26122" y="845821"/>
                </a:lnTo>
                <a:lnTo>
                  <a:pt x="26296" y="847080"/>
                </a:lnTo>
                <a:lnTo>
                  <a:pt x="26922" y="852478"/>
                </a:lnTo>
                <a:lnTo>
                  <a:pt x="27042" y="853445"/>
                </a:lnTo>
                <a:lnTo>
                  <a:pt x="27305" y="854690"/>
                </a:lnTo>
                <a:lnTo>
                  <a:pt x="28409" y="861060"/>
                </a:lnTo>
                <a:lnTo>
                  <a:pt x="30238" y="868679"/>
                </a:lnTo>
                <a:lnTo>
                  <a:pt x="30073" y="868679"/>
                </a:lnTo>
                <a:lnTo>
                  <a:pt x="32283" y="876300"/>
                </a:lnTo>
                <a:lnTo>
                  <a:pt x="32522" y="876300"/>
                </a:lnTo>
                <a:lnTo>
                  <a:pt x="34671" y="882650"/>
                </a:lnTo>
                <a:lnTo>
                  <a:pt x="34455" y="882650"/>
                </a:lnTo>
                <a:lnTo>
                  <a:pt x="37388" y="890270"/>
                </a:lnTo>
                <a:lnTo>
                  <a:pt x="37693" y="890270"/>
                </a:lnTo>
                <a:lnTo>
                  <a:pt x="40424" y="896620"/>
                </a:lnTo>
                <a:lnTo>
                  <a:pt x="40760" y="896620"/>
                </a:lnTo>
                <a:lnTo>
                  <a:pt x="43776" y="902970"/>
                </a:lnTo>
                <a:lnTo>
                  <a:pt x="43472" y="902970"/>
                </a:lnTo>
                <a:lnTo>
                  <a:pt x="47421" y="909320"/>
                </a:lnTo>
                <a:lnTo>
                  <a:pt x="47104" y="909320"/>
                </a:lnTo>
                <a:lnTo>
                  <a:pt x="51358" y="915670"/>
                </a:lnTo>
                <a:lnTo>
                  <a:pt x="51930" y="915670"/>
                </a:lnTo>
                <a:lnTo>
                  <a:pt x="55587" y="920750"/>
                </a:lnTo>
                <a:lnTo>
                  <a:pt x="55219" y="920750"/>
                </a:lnTo>
                <a:lnTo>
                  <a:pt x="60083" y="927100"/>
                </a:lnTo>
                <a:lnTo>
                  <a:pt x="59690" y="927100"/>
                </a:lnTo>
                <a:lnTo>
                  <a:pt x="64846" y="932179"/>
                </a:lnTo>
                <a:lnTo>
                  <a:pt x="64427" y="932179"/>
                </a:lnTo>
                <a:lnTo>
                  <a:pt x="69850" y="937260"/>
                </a:lnTo>
                <a:lnTo>
                  <a:pt x="69430" y="937260"/>
                </a:lnTo>
                <a:lnTo>
                  <a:pt x="75107" y="942339"/>
                </a:lnTo>
                <a:lnTo>
                  <a:pt x="74663" y="942339"/>
                </a:lnTo>
                <a:lnTo>
                  <a:pt x="80606" y="947420"/>
                </a:lnTo>
                <a:lnTo>
                  <a:pt x="80136" y="947420"/>
                </a:lnTo>
                <a:lnTo>
                  <a:pt x="86321" y="952500"/>
                </a:lnTo>
                <a:lnTo>
                  <a:pt x="87442" y="952500"/>
                </a:lnTo>
                <a:lnTo>
                  <a:pt x="92252" y="956310"/>
                </a:lnTo>
                <a:lnTo>
                  <a:pt x="91757" y="956310"/>
                </a:lnTo>
                <a:lnTo>
                  <a:pt x="98399" y="960120"/>
                </a:lnTo>
                <a:lnTo>
                  <a:pt x="97866" y="960120"/>
                </a:lnTo>
                <a:lnTo>
                  <a:pt x="104724" y="963929"/>
                </a:lnTo>
                <a:lnTo>
                  <a:pt x="104190" y="963929"/>
                </a:lnTo>
                <a:lnTo>
                  <a:pt x="111251" y="966470"/>
                </a:lnTo>
                <a:lnTo>
                  <a:pt x="110693" y="966470"/>
                </a:lnTo>
                <a:lnTo>
                  <a:pt x="117944" y="970279"/>
                </a:lnTo>
                <a:lnTo>
                  <a:pt x="117373" y="970279"/>
                </a:lnTo>
                <a:lnTo>
                  <a:pt x="124802" y="972820"/>
                </a:lnTo>
                <a:lnTo>
                  <a:pt x="124218" y="972820"/>
                </a:lnTo>
                <a:lnTo>
                  <a:pt x="131826" y="975360"/>
                </a:lnTo>
                <a:lnTo>
                  <a:pt x="131229" y="975360"/>
                </a:lnTo>
                <a:lnTo>
                  <a:pt x="137743" y="976426"/>
                </a:lnTo>
                <a:lnTo>
                  <a:pt x="146282" y="979170"/>
                </a:lnTo>
                <a:lnTo>
                  <a:pt x="145681" y="979170"/>
                </a:lnTo>
                <a:lnTo>
                  <a:pt x="153746" y="980439"/>
                </a:lnTo>
                <a:lnTo>
                  <a:pt x="160667" y="980439"/>
                </a:lnTo>
                <a:lnTo>
                  <a:pt x="168986" y="981710"/>
                </a:lnTo>
                <a:lnTo>
                  <a:pt x="3787279" y="981710"/>
                </a:lnTo>
                <a:lnTo>
                  <a:pt x="3739857" y="1002029"/>
                </a:lnTo>
                <a:lnTo>
                  <a:pt x="3704844" y="1007110"/>
                </a:lnTo>
                <a:close/>
              </a:path>
              <a:path w="3872229" h="1007110">
                <a:moveTo>
                  <a:pt x="3695776" y="25400"/>
                </a:moveTo>
                <a:lnTo>
                  <a:pt x="176441" y="25400"/>
                </a:lnTo>
                <a:lnTo>
                  <a:pt x="176771" y="24129"/>
                </a:lnTo>
                <a:lnTo>
                  <a:pt x="3695458" y="24129"/>
                </a:lnTo>
                <a:lnTo>
                  <a:pt x="3695776" y="25400"/>
                </a:lnTo>
                <a:close/>
              </a:path>
              <a:path w="3872229" h="1007110">
                <a:moveTo>
                  <a:pt x="3792080" y="59689"/>
                </a:moveTo>
                <a:lnTo>
                  <a:pt x="3785895" y="54610"/>
                </a:lnTo>
                <a:lnTo>
                  <a:pt x="3786390" y="54610"/>
                </a:lnTo>
                <a:lnTo>
                  <a:pt x="3779964" y="50800"/>
                </a:lnTo>
                <a:lnTo>
                  <a:pt x="3780472" y="50800"/>
                </a:lnTo>
                <a:lnTo>
                  <a:pt x="3773830" y="46989"/>
                </a:lnTo>
                <a:lnTo>
                  <a:pt x="3774351" y="46989"/>
                </a:lnTo>
                <a:lnTo>
                  <a:pt x="3767493" y="43179"/>
                </a:lnTo>
                <a:lnTo>
                  <a:pt x="3768039" y="43179"/>
                </a:lnTo>
                <a:lnTo>
                  <a:pt x="3760978" y="39370"/>
                </a:lnTo>
                <a:lnTo>
                  <a:pt x="3761536" y="39370"/>
                </a:lnTo>
                <a:lnTo>
                  <a:pt x="3754285" y="36829"/>
                </a:lnTo>
                <a:lnTo>
                  <a:pt x="3754856" y="36829"/>
                </a:lnTo>
                <a:lnTo>
                  <a:pt x="3747414" y="34289"/>
                </a:lnTo>
                <a:lnTo>
                  <a:pt x="3748011" y="34289"/>
                </a:lnTo>
                <a:lnTo>
                  <a:pt x="3740404" y="31750"/>
                </a:lnTo>
                <a:lnTo>
                  <a:pt x="3741000" y="31750"/>
                </a:lnTo>
                <a:lnTo>
                  <a:pt x="3732640" y="29017"/>
                </a:lnTo>
                <a:lnTo>
                  <a:pt x="3725926" y="27939"/>
                </a:lnTo>
                <a:lnTo>
                  <a:pt x="3726548" y="27939"/>
                </a:lnTo>
                <a:lnTo>
                  <a:pt x="3718483" y="26670"/>
                </a:lnTo>
                <a:lnTo>
                  <a:pt x="3719118" y="26670"/>
                </a:lnTo>
                <a:lnTo>
                  <a:pt x="3710914" y="25400"/>
                </a:lnTo>
                <a:lnTo>
                  <a:pt x="3703878" y="25400"/>
                </a:lnTo>
                <a:lnTo>
                  <a:pt x="3695458" y="24129"/>
                </a:lnTo>
                <a:lnTo>
                  <a:pt x="3785431" y="24129"/>
                </a:lnTo>
                <a:lnTo>
                  <a:pt x="3787279" y="25400"/>
                </a:lnTo>
                <a:lnTo>
                  <a:pt x="3794080" y="29017"/>
                </a:lnTo>
                <a:lnTo>
                  <a:pt x="3797896" y="31750"/>
                </a:lnTo>
                <a:lnTo>
                  <a:pt x="3801351" y="34289"/>
                </a:lnTo>
                <a:lnTo>
                  <a:pt x="3808018" y="39370"/>
                </a:lnTo>
                <a:lnTo>
                  <a:pt x="3814419" y="45720"/>
                </a:lnTo>
                <a:lnTo>
                  <a:pt x="3820541" y="50800"/>
                </a:lnTo>
                <a:lnTo>
                  <a:pt x="3826382" y="57150"/>
                </a:lnTo>
                <a:lnTo>
                  <a:pt x="3827492" y="58420"/>
                </a:lnTo>
                <a:lnTo>
                  <a:pt x="3791623" y="58420"/>
                </a:lnTo>
                <a:lnTo>
                  <a:pt x="3792080" y="59689"/>
                </a:lnTo>
                <a:close/>
              </a:path>
              <a:path w="3872229" h="1007110">
                <a:moveTo>
                  <a:pt x="80136" y="59689"/>
                </a:moveTo>
                <a:lnTo>
                  <a:pt x="80606" y="58420"/>
                </a:lnTo>
                <a:lnTo>
                  <a:pt x="81683" y="58420"/>
                </a:lnTo>
                <a:lnTo>
                  <a:pt x="80136" y="59689"/>
                </a:lnTo>
                <a:close/>
              </a:path>
              <a:path w="3872229" h="1007110">
                <a:moveTo>
                  <a:pt x="3797554" y="64770"/>
                </a:moveTo>
                <a:lnTo>
                  <a:pt x="3791623" y="58420"/>
                </a:lnTo>
                <a:lnTo>
                  <a:pt x="3827492" y="58420"/>
                </a:lnTo>
                <a:lnTo>
                  <a:pt x="3831932" y="63500"/>
                </a:lnTo>
                <a:lnTo>
                  <a:pt x="3797109" y="63500"/>
                </a:lnTo>
                <a:lnTo>
                  <a:pt x="3797554" y="64770"/>
                </a:lnTo>
                <a:close/>
              </a:path>
              <a:path w="3872229" h="1007110">
                <a:moveTo>
                  <a:pt x="74663" y="64770"/>
                </a:moveTo>
                <a:lnTo>
                  <a:pt x="75107" y="63500"/>
                </a:lnTo>
                <a:lnTo>
                  <a:pt x="75852" y="63500"/>
                </a:lnTo>
                <a:lnTo>
                  <a:pt x="74663" y="64770"/>
                </a:lnTo>
                <a:close/>
              </a:path>
              <a:path w="3872229" h="1007110">
                <a:moveTo>
                  <a:pt x="3802799" y="69850"/>
                </a:moveTo>
                <a:lnTo>
                  <a:pt x="3797109" y="63500"/>
                </a:lnTo>
                <a:lnTo>
                  <a:pt x="3831932" y="63500"/>
                </a:lnTo>
                <a:lnTo>
                  <a:pt x="3836118" y="68579"/>
                </a:lnTo>
                <a:lnTo>
                  <a:pt x="3802367" y="68579"/>
                </a:lnTo>
                <a:lnTo>
                  <a:pt x="3802799" y="69850"/>
                </a:lnTo>
                <a:close/>
              </a:path>
              <a:path w="3872229" h="1007110">
                <a:moveTo>
                  <a:pt x="69430" y="69850"/>
                </a:moveTo>
                <a:lnTo>
                  <a:pt x="69850" y="68579"/>
                </a:lnTo>
                <a:lnTo>
                  <a:pt x="70566" y="68579"/>
                </a:lnTo>
                <a:lnTo>
                  <a:pt x="69430" y="69850"/>
                </a:lnTo>
                <a:close/>
              </a:path>
              <a:path w="3872229" h="1007110">
                <a:moveTo>
                  <a:pt x="3807790" y="74929"/>
                </a:moveTo>
                <a:lnTo>
                  <a:pt x="3802367" y="68579"/>
                </a:lnTo>
                <a:lnTo>
                  <a:pt x="3836118" y="68579"/>
                </a:lnTo>
                <a:lnTo>
                  <a:pt x="3837165" y="69850"/>
                </a:lnTo>
                <a:lnTo>
                  <a:pt x="3839622" y="73660"/>
                </a:lnTo>
                <a:lnTo>
                  <a:pt x="3807383" y="73660"/>
                </a:lnTo>
                <a:lnTo>
                  <a:pt x="3807790" y="74929"/>
                </a:lnTo>
                <a:close/>
              </a:path>
              <a:path w="3872229" h="1007110">
                <a:moveTo>
                  <a:pt x="64427" y="74929"/>
                </a:moveTo>
                <a:lnTo>
                  <a:pt x="64846" y="73660"/>
                </a:lnTo>
                <a:lnTo>
                  <a:pt x="65511" y="73660"/>
                </a:lnTo>
                <a:lnTo>
                  <a:pt x="64427" y="74929"/>
                </a:lnTo>
                <a:close/>
              </a:path>
              <a:path w="3872229" h="1007110">
                <a:moveTo>
                  <a:pt x="3837762" y="124460"/>
                </a:moveTo>
                <a:lnTo>
                  <a:pt x="3834841" y="116839"/>
                </a:lnTo>
                <a:lnTo>
                  <a:pt x="3835082" y="116839"/>
                </a:lnTo>
                <a:lnTo>
                  <a:pt x="3831805" y="110489"/>
                </a:lnTo>
                <a:lnTo>
                  <a:pt x="3832072" y="110489"/>
                </a:lnTo>
                <a:lnTo>
                  <a:pt x="3828453" y="104139"/>
                </a:lnTo>
                <a:lnTo>
                  <a:pt x="3828745" y="104139"/>
                </a:lnTo>
                <a:lnTo>
                  <a:pt x="3824808" y="97789"/>
                </a:lnTo>
                <a:lnTo>
                  <a:pt x="3825125" y="97789"/>
                </a:lnTo>
                <a:lnTo>
                  <a:pt x="3820858" y="91439"/>
                </a:lnTo>
                <a:lnTo>
                  <a:pt x="3821201" y="91439"/>
                </a:lnTo>
                <a:lnTo>
                  <a:pt x="3816642" y="85089"/>
                </a:lnTo>
                <a:lnTo>
                  <a:pt x="3816997" y="85089"/>
                </a:lnTo>
                <a:lnTo>
                  <a:pt x="3812146" y="80010"/>
                </a:lnTo>
                <a:lnTo>
                  <a:pt x="3812527" y="80010"/>
                </a:lnTo>
                <a:lnTo>
                  <a:pt x="3807383" y="73660"/>
                </a:lnTo>
                <a:lnTo>
                  <a:pt x="3839622" y="73660"/>
                </a:lnTo>
                <a:lnTo>
                  <a:pt x="3842080" y="77470"/>
                </a:lnTo>
                <a:lnTo>
                  <a:pt x="3846664" y="83820"/>
                </a:lnTo>
                <a:lnTo>
                  <a:pt x="3850919" y="91439"/>
                </a:lnTo>
                <a:lnTo>
                  <a:pt x="3854818" y="99060"/>
                </a:lnTo>
                <a:lnTo>
                  <a:pt x="3858348" y="106679"/>
                </a:lnTo>
                <a:lnTo>
                  <a:pt x="3861511" y="115570"/>
                </a:lnTo>
                <a:lnTo>
                  <a:pt x="3864292" y="123189"/>
                </a:lnTo>
                <a:lnTo>
                  <a:pt x="3837558" y="123189"/>
                </a:lnTo>
                <a:lnTo>
                  <a:pt x="3837762" y="124460"/>
                </a:lnTo>
                <a:close/>
              </a:path>
              <a:path w="3872229" h="1007110">
                <a:moveTo>
                  <a:pt x="34455" y="124460"/>
                </a:moveTo>
                <a:lnTo>
                  <a:pt x="34671" y="123189"/>
                </a:lnTo>
                <a:lnTo>
                  <a:pt x="34944" y="123189"/>
                </a:lnTo>
                <a:lnTo>
                  <a:pt x="34455" y="124460"/>
                </a:lnTo>
                <a:close/>
              </a:path>
              <a:path w="3872229" h="1007110">
                <a:moveTo>
                  <a:pt x="3842258" y="138405"/>
                </a:moveTo>
                <a:lnTo>
                  <a:pt x="3841952" y="137772"/>
                </a:lnTo>
                <a:lnTo>
                  <a:pt x="3839933" y="130810"/>
                </a:lnTo>
                <a:lnTo>
                  <a:pt x="3840124" y="130810"/>
                </a:lnTo>
                <a:lnTo>
                  <a:pt x="3837558" y="123189"/>
                </a:lnTo>
                <a:lnTo>
                  <a:pt x="3864292" y="123189"/>
                </a:lnTo>
                <a:lnTo>
                  <a:pt x="3866667" y="132079"/>
                </a:lnTo>
                <a:lnTo>
                  <a:pt x="3867979" y="137160"/>
                </a:lnTo>
                <a:lnTo>
                  <a:pt x="3841991" y="137160"/>
                </a:lnTo>
                <a:lnTo>
                  <a:pt x="3842258" y="138405"/>
                </a:lnTo>
                <a:close/>
              </a:path>
              <a:path w="3872229" h="1007110">
                <a:moveTo>
                  <a:pt x="30080" y="138405"/>
                </a:moveTo>
                <a:lnTo>
                  <a:pt x="30112" y="137772"/>
                </a:lnTo>
                <a:lnTo>
                  <a:pt x="30238" y="137160"/>
                </a:lnTo>
                <a:lnTo>
                  <a:pt x="30441" y="137160"/>
                </a:lnTo>
                <a:lnTo>
                  <a:pt x="30080" y="138405"/>
                </a:lnTo>
                <a:close/>
              </a:path>
              <a:path w="3872229" h="1007110">
                <a:moveTo>
                  <a:pt x="3870510" y="854690"/>
                </a:moveTo>
                <a:lnTo>
                  <a:pt x="3845028" y="854690"/>
                </a:lnTo>
                <a:lnTo>
                  <a:pt x="3846080" y="845821"/>
                </a:lnTo>
                <a:lnTo>
                  <a:pt x="3846614" y="839470"/>
                </a:lnTo>
                <a:lnTo>
                  <a:pt x="3846817" y="830579"/>
                </a:lnTo>
                <a:lnTo>
                  <a:pt x="3846788" y="175260"/>
                </a:lnTo>
                <a:lnTo>
                  <a:pt x="3846643" y="168910"/>
                </a:lnTo>
                <a:lnTo>
                  <a:pt x="3846080" y="160020"/>
                </a:lnTo>
                <a:lnTo>
                  <a:pt x="3845448" y="155448"/>
                </a:lnTo>
                <a:lnTo>
                  <a:pt x="3845127" y="153662"/>
                </a:lnTo>
                <a:lnTo>
                  <a:pt x="3843896" y="146037"/>
                </a:lnTo>
                <a:lnTo>
                  <a:pt x="3843568" y="144779"/>
                </a:lnTo>
                <a:lnTo>
                  <a:pt x="3842605" y="140021"/>
                </a:lnTo>
                <a:lnTo>
                  <a:pt x="3842258" y="138405"/>
                </a:lnTo>
                <a:lnTo>
                  <a:pt x="3842064" y="137772"/>
                </a:lnTo>
                <a:lnTo>
                  <a:pt x="3841991" y="137160"/>
                </a:lnTo>
                <a:lnTo>
                  <a:pt x="3867979" y="137160"/>
                </a:lnTo>
                <a:lnTo>
                  <a:pt x="3872217" y="175260"/>
                </a:lnTo>
                <a:lnTo>
                  <a:pt x="3872217" y="830579"/>
                </a:lnTo>
                <a:lnTo>
                  <a:pt x="3872023" y="838125"/>
                </a:lnTo>
                <a:lnTo>
                  <a:pt x="3871988" y="839470"/>
                </a:lnTo>
                <a:lnTo>
                  <a:pt x="3871552" y="845224"/>
                </a:lnTo>
                <a:lnTo>
                  <a:pt x="3871507" y="845821"/>
                </a:lnTo>
                <a:lnTo>
                  <a:pt x="3871412" y="847080"/>
                </a:lnTo>
                <a:lnTo>
                  <a:pt x="3871315" y="848360"/>
                </a:lnTo>
                <a:lnTo>
                  <a:pt x="3870510" y="854690"/>
                </a:lnTo>
                <a:close/>
              </a:path>
              <a:path w="3872229" h="1007110">
                <a:moveTo>
                  <a:pt x="28412" y="146037"/>
                </a:moveTo>
                <a:lnTo>
                  <a:pt x="28536" y="144779"/>
                </a:lnTo>
                <a:lnTo>
                  <a:pt x="28671" y="144779"/>
                </a:lnTo>
                <a:lnTo>
                  <a:pt x="28412" y="146037"/>
                </a:lnTo>
                <a:close/>
              </a:path>
              <a:path w="3872229" h="1007110">
                <a:moveTo>
                  <a:pt x="3866270" y="876300"/>
                </a:moveTo>
                <a:lnTo>
                  <a:pt x="3839933" y="876300"/>
                </a:lnTo>
                <a:lnTo>
                  <a:pt x="3842143" y="868679"/>
                </a:lnTo>
                <a:lnTo>
                  <a:pt x="3841991" y="868679"/>
                </a:lnTo>
                <a:lnTo>
                  <a:pt x="3843693" y="861060"/>
                </a:lnTo>
                <a:lnTo>
                  <a:pt x="3845127" y="853445"/>
                </a:lnTo>
                <a:lnTo>
                  <a:pt x="3845028" y="854690"/>
                </a:lnTo>
                <a:lnTo>
                  <a:pt x="3870510" y="854690"/>
                </a:lnTo>
                <a:lnTo>
                  <a:pt x="3870185" y="857250"/>
                </a:lnTo>
                <a:lnTo>
                  <a:pt x="3868635" y="866139"/>
                </a:lnTo>
                <a:lnTo>
                  <a:pt x="3866667" y="875029"/>
                </a:lnTo>
                <a:lnTo>
                  <a:pt x="3866270" y="876300"/>
                </a:lnTo>
                <a:close/>
              </a:path>
              <a:path w="3872229" h="1007110">
                <a:moveTo>
                  <a:pt x="32522" y="876300"/>
                </a:moveTo>
                <a:lnTo>
                  <a:pt x="32283" y="876300"/>
                </a:lnTo>
                <a:lnTo>
                  <a:pt x="32092" y="875029"/>
                </a:lnTo>
                <a:lnTo>
                  <a:pt x="32522" y="876300"/>
                </a:lnTo>
                <a:close/>
              </a:path>
              <a:path w="3872229" h="1007110">
                <a:moveTo>
                  <a:pt x="3861907" y="890270"/>
                </a:moveTo>
                <a:lnTo>
                  <a:pt x="3834841" y="890270"/>
                </a:lnTo>
                <a:lnTo>
                  <a:pt x="3837762" y="882650"/>
                </a:lnTo>
                <a:lnTo>
                  <a:pt x="3837558" y="882650"/>
                </a:lnTo>
                <a:lnTo>
                  <a:pt x="3840124" y="875029"/>
                </a:lnTo>
                <a:lnTo>
                  <a:pt x="3839933" y="876300"/>
                </a:lnTo>
                <a:lnTo>
                  <a:pt x="3866270" y="876300"/>
                </a:lnTo>
                <a:lnTo>
                  <a:pt x="3861907" y="890270"/>
                </a:lnTo>
                <a:close/>
              </a:path>
              <a:path w="3872229" h="1007110">
                <a:moveTo>
                  <a:pt x="37693" y="890270"/>
                </a:moveTo>
                <a:lnTo>
                  <a:pt x="37388" y="890270"/>
                </a:lnTo>
                <a:lnTo>
                  <a:pt x="37147" y="889000"/>
                </a:lnTo>
                <a:lnTo>
                  <a:pt x="37693" y="890270"/>
                </a:lnTo>
                <a:close/>
              </a:path>
              <a:path w="3872229" h="1007110">
                <a:moveTo>
                  <a:pt x="3859403" y="896620"/>
                </a:moveTo>
                <a:lnTo>
                  <a:pt x="3831805" y="896620"/>
                </a:lnTo>
                <a:lnTo>
                  <a:pt x="3835082" y="889000"/>
                </a:lnTo>
                <a:lnTo>
                  <a:pt x="3834841" y="890270"/>
                </a:lnTo>
                <a:lnTo>
                  <a:pt x="3861907" y="890270"/>
                </a:lnTo>
                <a:lnTo>
                  <a:pt x="3861511" y="891539"/>
                </a:lnTo>
                <a:lnTo>
                  <a:pt x="3859403" y="896620"/>
                </a:lnTo>
                <a:close/>
              </a:path>
              <a:path w="3872229" h="1007110">
                <a:moveTo>
                  <a:pt x="40760" y="896620"/>
                </a:moveTo>
                <a:lnTo>
                  <a:pt x="40424" y="896620"/>
                </a:lnTo>
                <a:lnTo>
                  <a:pt x="40157" y="895350"/>
                </a:lnTo>
                <a:lnTo>
                  <a:pt x="40760" y="896620"/>
                </a:lnTo>
                <a:close/>
              </a:path>
              <a:path w="3872229" h="1007110">
                <a:moveTo>
                  <a:pt x="3850210" y="915670"/>
                </a:moveTo>
                <a:lnTo>
                  <a:pt x="3820858" y="915670"/>
                </a:lnTo>
                <a:lnTo>
                  <a:pt x="3825125" y="909320"/>
                </a:lnTo>
                <a:lnTo>
                  <a:pt x="3824808" y="909320"/>
                </a:lnTo>
                <a:lnTo>
                  <a:pt x="3828745" y="902970"/>
                </a:lnTo>
                <a:lnTo>
                  <a:pt x="3828453" y="902970"/>
                </a:lnTo>
                <a:lnTo>
                  <a:pt x="3832072" y="895350"/>
                </a:lnTo>
                <a:lnTo>
                  <a:pt x="3831805" y="896620"/>
                </a:lnTo>
                <a:lnTo>
                  <a:pt x="3859403" y="896620"/>
                </a:lnTo>
                <a:lnTo>
                  <a:pt x="3858348" y="899160"/>
                </a:lnTo>
                <a:lnTo>
                  <a:pt x="3854818" y="906779"/>
                </a:lnTo>
                <a:lnTo>
                  <a:pt x="3850919" y="914400"/>
                </a:lnTo>
                <a:lnTo>
                  <a:pt x="3850210" y="915670"/>
                </a:lnTo>
                <a:close/>
              </a:path>
              <a:path w="3872229" h="1007110">
                <a:moveTo>
                  <a:pt x="51930" y="915670"/>
                </a:moveTo>
                <a:lnTo>
                  <a:pt x="51358" y="915670"/>
                </a:lnTo>
                <a:lnTo>
                  <a:pt x="51015" y="914400"/>
                </a:lnTo>
                <a:lnTo>
                  <a:pt x="51930" y="915670"/>
                </a:lnTo>
                <a:close/>
              </a:path>
              <a:path w="3872229" h="1007110">
                <a:moveTo>
                  <a:pt x="3823462" y="952500"/>
                </a:moveTo>
                <a:lnTo>
                  <a:pt x="3785895" y="952500"/>
                </a:lnTo>
                <a:lnTo>
                  <a:pt x="3792080" y="947420"/>
                </a:lnTo>
                <a:lnTo>
                  <a:pt x="3791623" y="947420"/>
                </a:lnTo>
                <a:lnTo>
                  <a:pt x="3797554" y="942339"/>
                </a:lnTo>
                <a:lnTo>
                  <a:pt x="3797109" y="942339"/>
                </a:lnTo>
                <a:lnTo>
                  <a:pt x="3802799" y="937260"/>
                </a:lnTo>
                <a:lnTo>
                  <a:pt x="3802367" y="937260"/>
                </a:lnTo>
                <a:lnTo>
                  <a:pt x="3807790" y="932179"/>
                </a:lnTo>
                <a:lnTo>
                  <a:pt x="3807383" y="932179"/>
                </a:lnTo>
                <a:lnTo>
                  <a:pt x="3812527" y="927100"/>
                </a:lnTo>
                <a:lnTo>
                  <a:pt x="3812146" y="927100"/>
                </a:lnTo>
                <a:lnTo>
                  <a:pt x="3816997" y="920750"/>
                </a:lnTo>
                <a:lnTo>
                  <a:pt x="3816642" y="920750"/>
                </a:lnTo>
                <a:lnTo>
                  <a:pt x="3821201" y="914400"/>
                </a:lnTo>
                <a:lnTo>
                  <a:pt x="3820858" y="915670"/>
                </a:lnTo>
                <a:lnTo>
                  <a:pt x="3850210" y="915670"/>
                </a:lnTo>
                <a:lnTo>
                  <a:pt x="3846664" y="922020"/>
                </a:lnTo>
                <a:lnTo>
                  <a:pt x="3842080" y="929639"/>
                </a:lnTo>
                <a:lnTo>
                  <a:pt x="3837165" y="935989"/>
                </a:lnTo>
                <a:lnTo>
                  <a:pt x="3831932" y="943610"/>
                </a:lnTo>
                <a:lnTo>
                  <a:pt x="3826382" y="949960"/>
                </a:lnTo>
                <a:lnTo>
                  <a:pt x="3823462" y="952500"/>
                </a:lnTo>
                <a:close/>
              </a:path>
              <a:path w="3872229" h="1007110">
                <a:moveTo>
                  <a:pt x="87442" y="952500"/>
                </a:moveTo>
                <a:lnTo>
                  <a:pt x="86321" y="952500"/>
                </a:lnTo>
                <a:lnTo>
                  <a:pt x="85839" y="951229"/>
                </a:lnTo>
                <a:lnTo>
                  <a:pt x="87442" y="952500"/>
                </a:lnTo>
                <a:close/>
              </a:path>
              <a:path w="3872229" h="1007110">
                <a:moveTo>
                  <a:pt x="3787279" y="981710"/>
                </a:moveTo>
                <a:lnTo>
                  <a:pt x="3703243" y="981710"/>
                </a:lnTo>
                <a:lnTo>
                  <a:pt x="3711549" y="980439"/>
                </a:lnTo>
                <a:lnTo>
                  <a:pt x="3718483" y="980439"/>
                </a:lnTo>
                <a:lnTo>
                  <a:pt x="3726548" y="979170"/>
                </a:lnTo>
                <a:lnTo>
                  <a:pt x="3725924" y="979170"/>
                </a:lnTo>
                <a:lnTo>
                  <a:pt x="3734476" y="976426"/>
                </a:lnTo>
                <a:lnTo>
                  <a:pt x="3741000" y="975360"/>
                </a:lnTo>
                <a:lnTo>
                  <a:pt x="3740404" y="975360"/>
                </a:lnTo>
                <a:lnTo>
                  <a:pt x="3748011" y="972820"/>
                </a:lnTo>
                <a:lnTo>
                  <a:pt x="3747414" y="972820"/>
                </a:lnTo>
                <a:lnTo>
                  <a:pt x="3754856" y="970279"/>
                </a:lnTo>
                <a:lnTo>
                  <a:pt x="3754285" y="970279"/>
                </a:lnTo>
                <a:lnTo>
                  <a:pt x="3761536" y="966470"/>
                </a:lnTo>
                <a:lnTo>
                  <a:pt x="3760978" y="966470"/>
                </a:lnTo>
                <a:lnTo>
                  <a:pt x="3768039" y="963929"/>
                </a:lnTo>
                <a:lnTo>
                  <a:pt x="3767493" y="963929"/>
                </a:lnTo>
                <a:lnTo>
                  <a:pt x="3774351" y="960120"/>
                </a:lnTo>
                <a:lnTo>
                  <a:pt x="3773830" y="960120"/>
                </a:lnTo>
                <a:lnTo>
                  <a:pt x="3780472" y="956310"/>
                </a:lnTo>
                <a:lnTo>
                  <a:pt x="3779964" y="956310"/>
                </a:lnTo>
                <a:lnTo>
                  <a:pt x="3786390" y="951229"/>
                </a:lnTo>
                <a:lnTo>
                  <a:pt x="3785895" y="952500"/>
                </a:lnTo>
                <a:lnTo>
                  <a:pt x="3823462" y="952500"/>
                </a:lnTo>
                <a:lnTo>
                  <a:pt x="3820541" y="955039"/>
                </a:lnTo>
                <a:lnTo>
                  <a:pt x="3814419" y="961389"/>
                </a:lnTo>
                <a:lnTo>
                  <a:pt x="3808018" y="966470"/>
                </a:lnTo>
                <a:lnTo>
                  <a:pt x="3801351" y="971550"/>
                </a:lnTo>
                <a:lnTo>
                  <a:pt x="3794719" y="976426"/>
                </a:lnTo>
                <a:lnTo>
                  <a:pt x="3787279" y="9817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928803DD-683D-4EBC-8B5E-4583328A4417}"/>
              </a:ext>
            </a:extLst>
          </p:cNvPr>
          <p:cNvSpPr>
            <a:spLocks noGrp="1"/>
          </p:cNvSpPr>
          <p:nvPr/>
        </p:nvSpPr>
        <p:spPr>
          <a:xfrm>
            <a:off x="7355569" y="3931341"/>
            <a:ext cx="3385209" cy="863904"/>
          </a:xfrm>
          <a:custGeom>
            <a:avLst/>
            <a:gdLst/>
            <a:ahLst/>
            <a:cxnLst/>
            <a:rect l="l" t="t" r="r" b="b"/>
            <a:pathLst>
              <a:path w="3846829" h="981710">
                <a:moveTo>
                  <a:pt x="3683507" y="981455"/>
                </a:moveTo>
                <a:lnTo>
                  <a:pt x="163068" y="981455"/>
                </a:lnTo>
                <a:lnTo>
                  <a:pt x="119724" y="975859"/>
                </a:lnTo>
                <a:lnTo>
                  <a:pt x="80740" y="959524"/>
                </a:lnTo>
                <a:lnTo>
                  <a:pt x="47696" y="934031"/>
                </a:lnTo>
                <a:lnTo>
                  <a:pt x="22171" y="900957"/>
                </a:lnTo>
                <a:lnTo>
                  <a:pt x="5745" y="861883"/>
                </a:lnTo>
                <a:lnTo>
                  <a:pt x="0" y="818388"/>
                </a:lnTo>
                <a:lnTo>
                  <a:pt x="0" y="163067"/>
                </a:lnTo>
                <a:lnTo>
                  <a:pt x="5745" y="119667"/>
                </a:lnTo>
                <a:lnTo>
                  <a:pt x="22171" y="80650"/>
                </a:lnTo>
                <a:lnTo>
                  <a:pt x="47696" y="47596"/>
                </a:lnTo>
                <a:lnTo>
                  <a:pt x="80740" y="22083"/>
                </a:lnTo>
                <a:lnTo>
                  <a:pt x="119724" y="5692"/>
                </a:lnTo>
                <a:lnTo>
                  <a:pt x="163068" y="0"/>
                </a:lnTo>
                <a:lnTo>
                  <a:pt x="3683507" y="0"/>
                </a:lnTo>
                <a:lnTo>
                  <a:pt x="3726755" y="5692"/>
                </a:lnTo>
                <a:lnTo>
                  <a:pt x="3765679" y="22083"/>
                </a:lnTo>
                <a:lnTo>
                  <a:pt x="3798703" y="47596"/>
                </a:lnTo>
                <a:lnTo>
                  <a:pt x="3824246" y="80650"/>
                </a:lnTo>
                <a:lnTo>
                  <a:pt x="3840730" y="119667"/>
                </a:lnTo>
                <a:lnTo>
                  <a:pt x="3846576" y="163067"/>
                </a:lnTo>
                <a:lnTo>
                  <a:pt x="3846576" y="818388"/>
                </a:lnTo>
                <a:lnTo>
                  <a:pt x="3840730" y="861883"/>
                </a:lnTo>
                <a:lnTo>
                  <a:pt x="3824246" y="900957"/>
                </a:lnTo>
                <a:lnTo>
                  <a:pt x="3798703" y="934031"/>
                </a:lnTo>
                <a:lnTo>
                  <a:pt x="3765679" y="959524"/>
                </a:lnTo>
                <a:lnTo>
                  <a:pt x="3726755" y="975859"/>
                </a:lnTo>
                <a:lnTo>
                  <a:pt x="3683507" y="981455"/>
                </a:lnTo>
                <a:close/>
              </a:path>
            </a:pathLst>
          </a:custGeom>
          <a:solidFill>
            <a:srgbClr val="E7E6E6"/>
          </a:solidFill>
          <a:ln w="19050">
            <a:solidFill>
              <a:schemeClr val="tx1"/>
            </a:solidFill>
          </a:ln>
        </p:spPr>
        <p:txBody>
          <a:bodyPr wrap="square" lIns="80467" tIns="40234" rIns="80467" bIns="40234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One-sided, Efficient Remote Memory Chunk Allocation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5661D1AA-2C75-408A-A313-8C5D77B7DE89}"/>
              </a:ext>
            </a:extLst>
          </p:cNvPr>
          <p:cNvSpPr>
            <a:spLocks noGrp="1"/>
          </p:cNvSpPr>
          <p:nvPr/>
        </p:nvSpPr>
        <p:spPr>
          <a:xfrm>
            <a:off x="7344180" y="5044739"/>
            <a:ext cx="3407562" cy="766673"/>
          </a:xfrm>
          <a:custGeom>
            <a:avLst/>
            <a:gdLst/>
            <a:ahLst/>
            <a:cxnLst/>
            <a:rect l="l" t="t" r="r" b="b"/>
            <a:pathLst>
              <a:path w="3872229" h="871220">
                <a:moveTo>
                  <a:pt x="3726383" y="871220"/>
                </a:moveTo>
                <a:lnTo>
                  <a:pt x="145846" y="871220"/>
                </a:lnTo>
                <a:lnTo>
                  <a:pt x="115328" y="866139"/>
                </a:lnTo>
                <a:lnTo>
                  <a:pt x="74015" y="848360"/>
                </a:lnTo>
                <a:lnTo>
                  <a:pt x="39941" y="820420"/>
                </a:lnTo>
                <a:lnTo>
                  <a:pt x="26263" y="802639"/>
                </a:lnTo>
                <a:lnTo>
                  <a:pt x="22263" y="797560"/>
                </a:lnTo>
                <a:lnTo>
                  <a:pt x="18567" y="789939"/>
                </a:lnTo>
                <a:lnTo>
                  <a:pt x="15163" y="783589"/>
                </a:lnTo>
                <a:lnTo>
                  <a:pt x="12090" y="777239"/>
                </a:lnTo>
                <a:lnTo>
                  <a:pt x="9334" y="769620"/>
                </a:lnTo>
                <a:lnTo>
                  <a:pt x="6908" y="763270"/>
                </a:lnTo>
                <a:lnTo>
                  <a:pt x="4838" y="755650"/>
                </a:lnTo>
                <a:lnTo>
                  <a:pt x="0" y="717550"/>
                </a:lnTo>
                <a:lnTo>
                  <a:pt x="0" y="152400"/>
                </a:lnTo>
                <a:lnTo>
                  <a:pt x="135" y="147320"/>
                </a:lnTo>
                <a:lnTo>
                  <a:pt x="203" y="144779"/>
                </a:lnTo>
                <a:lnTo>
                  <a:pt x="6908" y="107950"/>
                </a:lnTo>
                <a:lnTo>
                  <a:pt x="9334" y="100329"/>
                </a:lnTo>
                <a:lnTo>
                  <a:pt x="30543" y="60960"/>
                </a:lnTo>
                <a:lnTo>
                  <a:pt x="35115" y="55879"/>
                </a:lnTo>
                <a:lnTo>
                  <a:pt x="39941" y="49529"/>
                </a:lnTo>
                <a:lnTo>
                  <a:pt x="45034" y="44450"/>
                </a:lnTo>
                <a:lnTo>
                  <a:pt x="50368" y="39370"/>
                </a:lnTo>
                <a:lnTo>
                  <a:pt x="55943" y="34289"/>
                </a:lnTo>
                <a:lnTo>
                  <a:pt x="57878" y="33020"/>
                </a:lnTo>
                <a:lnTo>
                  <a:pt x="62016" y="30253"/>
                </a:lnTo>
                <a:lnTo>
                  <a:pt x="100876" y="8889"/>
                </a:lnTo>
                <a:lnTo>
                  <a:pt x="138036" y="0"/>
                </a:lnTo>
                <a:lnTo>
                  <a:pt x="3734180" y="0"/>
                </a:lnTo>
                <a:lnTo>
                  <a:pt x="3771341" y="8889"/>
                </a:lnTo>
                <a:lnTo>
                  <a:pt x="3802367" y="24129"/>
                </a:lnTo>
                <a:lnTo>
                  <a:pt x="154063" y="24129"/>
                </a:lnTo>
                <a:lnTo>
                  <a:pt x="146811" y="25400"/>
                </a:lnTo>
                <a:lnTo>
                  <a:pt x="140919" y="25400"/>
                </a:lnTo>
                <a:lnTo>
                  <a:pt x="133870" y="26670"/>
                </a:lnTo>
                <a:lnTo>
                  <a:pt x="128168" y="26670"/>
                </a:lnTo>
                <a:lnTo>
                  <a:pt x="121348" y="29210"/>
                </a:lnTo>
                <a:lnTo>
                  <a:pt x="121958" y="29210"/>
                </a:lnTo>
                <a:lnTo>
                  <a:pt x="116459" y="30253"/>
                </a:lnTo>
                <a:lnTo>
                  <a:pt x="109321" y="33020"/>
                </a:lnTo>
                <a:lnTo>
                  <a:pt x="109905" y="33020"/>
                </a:lnTo>
                <a:lnTo>
                  <a:pt x="106705" y="34289"/>
                </a:lnTo>
                <a:lnTo>
                  <a:pt x="104076" y="34289"/>
                </a:lnTo>
                <a:lnTo>
                  <a:pt x="99910" y="36829"/>
                </a:lnTo>
                <a:lnTo>
                  <a:pt x="98386" y="36829"/>
                </a:lnTo>
                <a:lnTo>
                  <a:pt x="92303" y="40639"/>
                </a:lnTo>
                <a:lnTo>
                  <a:pt x="92849" y="40639"/>
                </a:lnTo>
                <a:lnTo>
                  <a:pt x="86944" y="43179"/>
                </a:lnTo>
                <a:lnTo>
                  <a:pt x="87464" y="43179"/>
                </a:lnTo>
                <a:lnTo>
                  <a:pt x="81737" y="46989"/>
                </a:lnTo>
                <a:lnTo>
                  <a:pt x="82245" y="46989"/>
                </a:lnTo>
                <a:lnTo>
                  <a:pt x="78562" y="49529"/>
                </a:lnTo>
                <a:lnTo>
                  <a:pt x="77203" y="49529"/>
                </a:lnTo>
                <a:lnTo>
                  <a:pt x="73202" y="53339"/>
                </a:lnTo>
                <a:lnTo>
                  <a:pt x="72339" y="53339"/>
                </a:lnTo>
                <a:lnTo>
                  <a:pt x="67221" y="58420"/>
                </a:lnTo>
                <a:lnTo>
                  <a:pt x="67678" y="58420"/>
                </a:lnTo>
                <a:lnTo>
                  <a:pt x="62776" y="62229"/>
                </a:lnTo>
                <a:lnTo>
                  <a:pt x="63207" y="62229"/>
                </a:lnTo>
                <a:lnTo>
                  <a:pt x="59702" y="66039"/>
                </a:lnTo>
                <a:lnTo>
                  <a:pt x="58940" y="66039"/>
                </a:lnTo>
                <a:lnTo>
                  <a:pt x="54508" y="71120"/>
                </a:lnTo>
                <a:lnTo>
                  <a:pt x="54889" y="71120"/>
                </a:lnTo>
                <a:lnTo>
                  <a:pt x="50711" y="76200"/>
                </a:lnTo>
                <a:lnTo>
                  <a:pt x="51066" y="76200"/>
                </a:lnTo>
                <a:lnTo>
                  <a:pt x="47142" y="81279"/>
                </a:lnTo>
                <a:lnTo>
                  <a:pt x="47485" y="81279"/>
                </a:lnTo>
                <a:lnTo>
                  <a:pt x="43815" y="86360"/>
                </a:lnTo>
                <a:lnTo>
                  <a:pt x="44132" y="86360"/>
                </a:lnTo>
                <a:lnTo>
                  <a:pt x="41409" y="91439"/>
                </a:lnTo>
                <a:lnTo>
                  <a:pt x="41033" y="91439"/>
                </a:lnTo>
                <a:lnTo>
                  <a:pt x="37909" y="97789"/>
                </a:lnTo>
                <a:lnTo>
                  <a:pt x="38188" y="97789"/>
                </a:lnTo>
                <a:lnTo>
                  <a:pt x="35356" y="102870"/>
                </a:lnTo>
                <a:lnTo>
                  <a:pt x="35598" y="102870"/>
                </a:lnTo>
                <a:lnTo>
                  <a:pt x="33070" y="109220"/>
                </a:lnTo>
                <a:lnTo>
                  <a:pt x="33286" y="109220"/>
                </a:lnTo>
                <a:lnTo>
                  <a:pt x="31518" y="114300"/>
                </a:lnTo>
                <a:lnTo>
                  <a:pt x="31254" y="114300"/>
                </a:lnTo>
                <a:lnTo>
                  <a:pt x="29677" y="120650"/>
                </a:lnTo>
                <a:lnTo>
                  <a:pt x="29514" y="120650"/>
                </a:lnTo>
                <a:lnTo>
                  <a:pt x="25643" y="146050"/>
                </a:lnTo>
                <a:lnTo>
                  <a:pt x="25552" y="147320"/>
                </a:lnTo>
                <a:lnTo>
                  <a:pt x="25429" y="152400"/>
                </a:lnTo>
                <a:lnTo>
                  <a:pt x="25400" y="717550"/>
                </a:lnTo>
                <a:lnTo>
                  <a:pt x="25552" y="723900"/>
                </a:lnTo>
                <a:lnTo>
                  <a:pt x="26034" y="730250"/>
                </a:lnTo>
                <a:lnTo>
                  <a:pt x="26835" y="736600"/>
                </a:lnTo>
                <a:lnTo>
                  <a:pt x="27940" y="742950"/>
                </a:lnTo>
                <a:lnTo>
                  <a:pt x="29514" y="749300"/>
                </a:lnTo>
                <a:lnTo>
                  <a:pt x="29362" y="749300"/>
                </a:lnTo>
                <a:lnTo>
                  <a:pt x="31254" y="755650"/>
                </a:lnTo>
                <a:lnTo>
                  <a:pt x="31076" y="755650"/>
                </a:lnTo>
                <a:lnTo>
                  <a:pt x="33286" y="762000"/>
                </a:lnTo>
                <a:lnTo>
                  <a:pt x="33576" y="762000"/>
                </a:lnTo>
                <a:lnTo>
                  <a:pt x="35598" y="767079"/>
                </a:lnTo>
                <a:lnTo>
                  <a:pt x="35356" y="767079"/>
                </a:lnTo>
                <a:lnTo>
                  <a:pt x="38188" y="773429"/>
                </a:lnTo>
                <a:lnTo>
                  <a:pt x="38534" y="773429"/>
                </a:lnTo>
                <a:lnTo>
                  <a:pt x="41033" y="778510"/>
                </a:lnTo>
                <a:lnTo>
                  <a:pt x="40728" y="778510"/>
                </a:lnTo>
                <a:lnTo>
                  <a:pt x="44132" y="783589"/>
                </a:lnTo>
                <a:lnTo>
                  <a:pt x="43815" y="783589"/>
                </a:lnTo>
                <a:lnTo>
                  <a:pt x="47485" y="788670"/>
                </a:lnTo>
                <a:lnTo>
                  <a:pt x="47142" y="788670"/>
                </a:lnTo>
                <a:lnTo>
                  <a:pt x="51066" y="793750"/>
                </a:lnTo>
                <a:lnTo>
                  <a:pt x="50711" y="793750"/>
                </a:lnTo>
                <a:lnTo>
                  <a:pt x="54889" y="798829"/>
                </a:lnTo>
                <a:lnTo>
                  <a:pt x="54508" y="798829"/>
                </a:lnTo>
                <a:lnTo>
                  <a:pt x="58940" y="803910"/>
                </a:lnTo>
                <a:lnTo>
                  <a:pt x="58534" y="803910"/>
                </a:lnTo>
                <a:lnTo>
                  <a:pt x="63207" y="807720"/>
                </a:lnTo>
                <a:lnTo>
                  <a:pt x="62776" y="807720"/>
                </a:lnTo>
                <a:lnTo>
                  <a:pt x="67678" y="812800"/>
                </a:lnTo>
                <a:lnTo>
                  <a:pt x="68500" y="812800"/>
                </a:lnTo>
                <a:lnTo>
                  <a:pt x="72339" y="816610"/>
                </a:lnTo>
                <a:lnTo>
                  <a:pt x="71869" y="816610"/>
                </a:lnTo>
                <a:lnTo>
                  <a:pt x="77203" y="820420"/>
                </a:lnTo>
                <a:lnTo>
                  <a:pt x="76720" y="820420"/>
                </a:lnTo>
                <a:lnTo>
                  <a:pt x="82245" y="824229"/>
                </a:lnTo>
                <a:lnTo>
                  <a:pt x="83646" y="824229"/>
                </a:lnTo>
                <a:lnTo>
                  <a:pt x="87464" y="826770"/>
                </a:lnTo>
                <a:lnTo>
                  <a:pt x="86944" y="826770"/>
                </a:lnTo>
                <a:lnTo>
                  <a:pt x="92849" y="830579"/>
                </a:lnTo>
                <a:lnTo>
                  <a:pt x="92303" y="830579"/>
                </a:lnTo>
                <a:lnTo>
                  <a:pt x="98386" y="833120"/>
                </a:lnTo>
                <a:lnTo>
                  <a:pt x="97828" y="833120"/>
                </a:lnTo>
                <a:lnTo>
                  <a:pt x="104076" y="835660"/>
                </a:lnTo>
                <a:lnTo>
                  <a:pt x="103504" y="835660"/>
                </a:lnTo>
                <a:lnTo>
                  <a:pt x="109905" y="838200"/>
                </a:lnTo>
                <a:lnTo>
                  <a:pt x="109321" y="838200"/>
                </a:lnTo>
                <a:lnTo>
                  <a:pt x="114629" y="839228"/>
                </a:lnTo>
                <a:lnTo>
                  <a:pt x="121934" y="842010"/>
                </a:lnTo>
                <a:lnTo>
                  <a:pt x="121348" y="842010"/>
                </a:lnTo>
                <a:lnTo>
                  <a:pt x="128168" y="843279"/>
                </a:lnTo>
                <a:lnTo>
                  <a:pt x="127546" y="843279"/>
                </a:lnTo>
                <a:lnTo>
                  <a:pt x="134493" y="844550"/>
                </a:lnTo>
                <a:lnTo>
                  <a:pt x="140284" y="844550"/>
                </a:lnTo>
                <a:lnTo>
                  <a:pt x="147447" y="845820"/>
                </a:lnTo>
                <a:lnTo>
                  <a:pt x="3802367" y="845820"/>
                </a:lnTo>
                <a:lnTo>
                  <a:pt x="3798201" y="848360"/>
                </a:lnTo>
                <a:lnTo>
                  <a:pt x="3791762" y="852170"/>
                </a:lnTo>
                <a:lnTo>
                  <a:pt x="3785133" y="855979"/>
                </a:lnTo>
                <a:lnTo>
                  <a:pt x="3771341" y="861060"/>
                </a:lnTo>
                <a:lnTo>
                  <a:pt x="3756888" y="866139"/>
                </a:lnTo>
                <a:lnTo>
                  <a:pt x="3726383" y="871220"/>
                </a:lnTo>
                <a:close/>
              </a:path>
              <a:path w="3872229" h="871220">
                <a:moveTo>
                  <a:pt x="3718471" y="25400"/>
                </a:moveTo>
                <a:lnTo>
                  <a:pt x="153746" y="25400"/>
                </a:lnTo>
                <a:lnTo>
                  <a:pt x="154063" y="24129"/>
                </a:lnTo>
                <a:lnTo>
                  <a:pt x="3718153" y="24129"/>
                </a:lnTo>
                <a:lnTo>
                  <a:pt x="3718471" y="25400"/>
                </a:lnTo>
                <a:close/>
              </a:path>
              <a:path w="3872229" h="871220">
                <a:moveTo>
                  <a:pt x="3768712" y="35560"/>
                </a:moveTo>
                <a:lnTo>
                  <a:pt x="3762311" y="33020"/>
                </a:lnTo>
                <a:lnTo>
                  <a:pt x="3762895" y="33020"/>
                </a:lnTo>
                <a:lnTo>
                  <a:pt x="3755757" y="30253"/>
                </a:lnTo>
                <a:lnTo>
                  <a:pt x="3750259" y="29210"/>
                </a:lnTo>
                <a:lnTo>
                  <a:pt x="3750868" y="29210"/>
                </a:lnTo>
                <a:lnTo>
                  <a:pt x="3744048" y="26670"/>
                </a:lnTo>
                <a:lnTo>
                  <a:pt x="3738359" y="26670"/>
                </a:lnTo>
                <a:lnTo>
                  <a:pt x="3731298" y="25400"/>
                </a:lnTo>
                <a:lnTo>
                  <a:pt x="3725418" y="25400"/>
                </a:lnTo>
                <a:lnTo>
                  <a:pt x="3718153" y="24129"/>
                </a:lnTo>
                <a:lnTo>
                  <a:pt x="3802367" y="24129"/>
                </a:lnTo>
                <a:lnTo>
                  <a:pt x="3804450" y="25400"/>
                </a:lnTo>
                <a:lnTo>
                  <a:pt x="3810201" y="30253"/>
                </a:lnTo>
                <a:lnTo>
                  <a:pt x="3814339" y="33020"/>
                </a:lnTo>
                <a:lnTo>
                  <a:pt x="3816273" y="34289"/>
                </a:lnTo>
                <a:lnTo>
                  <a:pt x="3768140" y="34289"/>
                </a:lnTo>
                <a:lnTo>
                  <a:pt x="3768712" y="35560"/>
                </a:lnTo>
                <a:close/>
              </a:path>
              <a:path w="3872229" h="871220">
                <a:moveTo>
                  <a:pt x="127546" y="27939"/>
                </a:moveTo>
                <a:lnTo>
                  <a:pt x="128168" y="26670"/>
                </a:lnTo>
                <a:lnTo>
                  <a:pt x="134493" y="26670"/>
                </a:lnTo>
                <a:lnTo>
                  <a:pt x="127546" y="27939"/>
                </a:lnTo>
                <a:close/>
              </a:path>
              <a:path w="3872229" h="871220">
                <a:moveTo>
                  <a:pt x="3744671" y="27939"/>
                </a:moveTo>
                <a:lnTo>
                  <a:pt x="3737724" y="26670"/>
                </a:lnTo>
                <a:lnTo>
                  <a:pt x="3744048" y="26670"/>
                </a:lnTo>
                <a:lnTo>
                  <a:pt x="3744671" y="27939"/>
                </a:lnTo>
                <a:close/>
              </a:path>
              <a:path w="3872229" h="871220">
                <a:moveTo>
                  <a:pt x="103504" y="35560"/>
                </a:moveTo>
                <a:lnTo>
                  <a:pt x="104076" y="34289"/>
                </a:lnTo>
                <a:lnTo>
                  <a:pt x="106705" y="34289"/>
                </a:lnTo>
                <a:lnTo>
                  <a:pt x="103504" y="35560"/>
                </a:lnTo>
                <a:close/>
              </a:path>
              <a:path w="3872229" h="871220">
                <a:moveTo>
                  <a:pt x="3774389" y="38100"/>
                </a:moveTo>
                <a:lnTo>
                  <a:pt x="3768140" y="34289"/>
                </a:lnTo>
                <a:lnTo>
                  <a:pt x="3816273" y="34289"/>
                </a:lnTo>
                <a:lnTo>
                  <a:pt x="3819061" y="36829"/>
                </a:lnTo>
                <a:lnTo>
                  <a:pt x="3773830" y="36829"/>
                </a:lnTo>
                <a:lnTo>
                  <a:pt x="3774389" y="38100"/>
                </a:lnTo>
                <a:close/>
              </a:path>
              <a:path w="3872229" h="871220">
                <a:moveTo>
                  <a:pt x="97828" y="38100"/>
                </a:moveTo>
                <a:lnTo>
                  <a:pt x="98386" y="36829"/>
                </a:lnTo>
                <a:lnTo>
                  <a:pt x="99910" y="36829"/>
                </a:lnTo>
                <a:lnTo>
                  <a:pt x="97828" y="38100"/>
                </a:lnTo>
                <a:close/>
              </a:path>
              <a:path w="3872229" h="871220">
                <a:moveTo>
                  <a:pt x="3795509" y="50800"/>
                </a:moveTo>
                <a:lnTo>
                  <a:pt x="3789972" y="46989"/>
                </a:lnTo>
                <a:lnTo>
                  <a:pt x="3790480" y="46989"/>
                </a:lnTo>
                <a:lnTo>
                  <a:pt x="3784752" y="43179"/>
                </a:lnTo>
                <a:lnTo>
                  <a:pt x="3785285" y="43179"/>
                </a:lnTo>
                <a:lnTo>
                  <a:pt x="3779380" y="40639"/>
                </a:lnTo>
                <a:lnTo>
                  <a:pt x="3779913" y="40639"/>
                </a:lnTo>
                <a:lnTo>
                  <a:pt x="3773830" y="36829"/>
                </a:lnTo>
                <a:lnTo>
                  <a:pt x="3819061" y="36829"/>
                </a:lnTo>
                <a:lnTo>
                  <a:pt x="3821849" y="39370"/>
                </a:lnTo>
                <a:lnTo>
                  <a:pt x="3827195" y="44450"/>
                </a:lnTo>
                <a:lnTo>
                  <a:pt x="3832275" y="49529"/>
                </a:lnTo>
                <a:lnTo>
                  <a:pt x="3795014" y="49529"/>
                </a:lnTo>
                <a:lnTo>
                  <a:pt x="3795509" y="50800"/>
                </a:lnTo>
                <a:close/>
              </a:path>
              <a:path w="3872229" h="871220">
                <a:moveTo>
                  <a:pt x="76720" y="50800"/>
                </a:moveTo>
                <a:lnTo>
                  <a:pt x="77203" y="49529"/>
                </a:lnTo>
                <a:lnTo>
                  <a:pt x="78562" y="49529"/>
                </a:lnTo>
                <a:lnTo>
                  <a:pt x="76720" y="50800"/>
                </a:lnTo>
                <a:close/>
              </a:path>
              <a:path w="3872229" h="871220">
                <a:moveTo>
                  <a:pt x="3800348" y="54610"/>
                </a:moveTo>
                <a:lnTo>
                  <a:pt x="3795014" y="49529"/>
                </a:lnTo>
                <a:lnTo>
                  <a:pt x="3832275" y="49529"/>
                </a:lnTo>
                <a:lnTo>
                  <a:pt x="3835179" y="53339"/>
                </a:lnTo>
                <a:lnTo>
                  <a:pt x="3799878" y="53339"/>
                </a:lnTo>
                <a:lnTo>
                  <a:pt x="3800348" y="54610"/>
                </a:lnTo>
                <a:close/>
              </a:path>
              <a:path w="3872229" h="871220">
                <a:moveTo>
                  <a:pt x="71869" y="54610"/>
                </a:moveTo>
                <a:lnTo>
                  <a:pt x="72339" y="53339"/>
                </a:lnTo>
                <a:lnTo>
                  <a:pt x="73202" y="53339"/>
                </a:lnTo>
                <a:lnTo>
                  <a:pt x="71869" y="54610"/>
                </a:lnTo>
                <a:close/>
              </a:path>
              <a:path w="3872229" h="871220">
                <a:moveTo>
                  <a:pt x="3813682" y="67310"/>
                </a:moveTo>
                <a:lnTo>
                  <a:pt x="3809009" y="62229"/>
                </a:lnTo>
                <a:lnTo>
                  <a:pt x="3809441" y="62229"/>
                </a:lnTo>
                <a:lnTo>
                  <a:pt x="3804551" y="58420"/>
                </a:lnTo>
                <a:lnTo>
                  <a:pt x="3804996" y="58420"/>
                </a:lnTo>
                <a:lnTo>
                  <a:pt x="3799878" y="53339"/>
                </a:lnTo>
                <a:lnTo>
                  <a:pt x="3835179" y="53339"/>
                </a:lnTo>
                <a:lnTo>
                  <a:pt x="3837114" y="55879"/>
                </a:lnTo>
                <a:lnTo>
                  <a:pt x="3841673" y="60960"/>
                </a:lnTo>
                <a:lnTo>
                  <a:pt x="3845097" y="66039"/>
                </a:lnTo>
                <a:lnTo>
                  <a:pt x="3813276" y="66039"/>
                </a:lnTo>
                <a:lnTo>
                  <a:pt x="3813682" y="67310"/>
                </a:lnTo>
                <a:close/>
              </a:path>
              <a:path w="3872229" h="871220">
                <a:moveTo>
                  <a:pt x="58534" y="67310"/>
                </a:moveTo>
                <a:lnTo>
                  <a:pt x="58940" y="66039"/>
                </a:lnTo>
                <a:lnTo>
                  <a:pt x="59702" y="66039"/>
                </a:lnTo>
                <a:lnTo>
                  <a:pt x="58534" y="67310"/>
                </a:lnTo>
                <a:close/>
              </a:path>
              <a:path w="3872229" h="871220">
                <a:moveTo>
                  <a:pt x="3831488" y="92710"/>
                </a:moveTo>
                <a:lnTo>
                  <a:pt x="3828084" y="86360"/>
                </a:lnTo>
                <a:lnTo>
                  <a:pt x="3828402" y="86360"/>
                </a:lnTo>
                <a:lnTo>
                  <a:pt x="3824731" y="81279"/>
                </a:lnTo>
                <a:lnTo>
                  <a:pt x="3825074" y="81279"/>
                </a:lnTo>
                <a:lnTo>
                  <a:pt x="3821150" y="76200"/>
                </a:lnTo>
                <a:lnTo>
                  <a:pt x="3821506" y="76200"/>
                </a:lnTo>
                <a:lnTo>
                  <a:pt x="3817327" y="71120"/>
                </a:lnTo>
                <a:lnTo>
                  <a:pt x="3817708" y="71120"/>
                </a:lnTo>
                <a:lnTo>
                  <a:pt x="3813276" y="66039"/>
                </a:lnTo>
                <a:lnTo>
                  <a:pt x="3845097" y="66039"/>
                </a:lnTo>
                <a:lnTo>
                  <a:pt x="3845953" y="67310"/>
                </a:lnTo>
                <a:lnTo>
                  <a:pt x="3849954" y="73660"/>
                </a:lnTo>
                <a:lnTo>
                  <a:pt x="3853662" y="80010"/>
                </a:lnTo>
                <a:lnTo>
                  <a:pt x="3857053" y="86360"/>
                </a:lnTo>
                <a:lnTo>
                  <a:pt x="3859522" y="91439"/>
                </a:lnTo>
                <a:lnTo>
                  <a:pt x="3831196" y="91439"/>
                </a:lnTo>
                <a:lnTo>
                  <a:pt x="3831488" y="92710"/>
                </a:lnTo>
                <a:close/>
              </a:path>
              <a:path w="3872229" h="871220">
                <a:moveTo>
                  <a:pt x="40728" y="92710"/>
                </a:moveTo>
                <a:lnTo>
                  <a:pt x="41033" y="91439"/>
                </a:lnTo>
                <a:lnTo>
                  <a:pt x="41409" y="91439"/>
                </a:lnTo>
                <a:lnTo>
                  <a:pt x="40728" y="92710"/>
                </a:lnTo>
                <a:close/>
              </a:path>
              <a:path w="3872229" h="871220">
                <a:moveTo>
                  <a:pt x="3841140" y="115570"/>
                </a:moveTo>
                <a:lnTo>
                  <a:pt x="3838930" y="109220"/>
                </a:lnTo>
                <a:lnTo>
                  <a:pt x="3839146" y="109220"/>
                </a:lnTo>
                <a:lnTo>
                  <a:pt x="3836619" y="102870"/>
                </a:lnTo>
                <a:lnTo>
                  <a:pt x="3836860" y="102870"/>
                </a:lnTo>
                <a:lnTo>
                  <a:pt x="3834041" y="97789"/>
                </a:lnTo>
                <a:lnTo>
                  <a:pt x="3834307" y="97789"/>
                </a:lnTo>
                <a:lnTo>
                  <a:pt x="3831196" y="91439"/>
                </a:lnTo>
                <a:lnTo>
                  <a:pt x="3859522" y="91439"/>
                </a:lnTo>
                <a:lnTo>
                  <a:pt x="3860139" y="92710"/>
                </a:lnTo>
                <a:lnTo>
                  <a:pt x="3862895" y="100329"/>
                </a:lnTo>
                <a:lnTo>
                  <a:pt x="3865308" y="107950"/>
                </a:lnTo>
                <a:lnTo>
                  <a:pt x="3867378" y="114300"/>
                </a:lnTo>
                <a:lnTo>
                  <a:pt x="3840962" y="114300"/>
                </a:lnTo>
                <a:lnTo>
                  <a:pt x="3841140" y="115570"/>
                </a:lnTo>
                <a:close/>
              </a:path>
              <a:path w="3872229" h="871220">
                <a:moveTo>
                  <a:pt x="31076" y="115570"/>
                </a:moveTo>
                <a:lnTo>
                  <a:pt x="31254" y="114300"/>
                </a:lnTo>
                <a:lnTo>
                  <a:pt x="31518" y="114300"/>
                </a:lnTo>
                <a:lnTo>
                  <a:pt x="31076" y="115570"/>
                </a:lnTo>
                <a:close/>
              </a:path>
              <a:path w="3872229" h="871220">
                <a:moveTo>
                  <a:pt x="3842854" y="121920"/>
                </a:moveTo>
                <a:lnTo>
                  <a:pt x="3840962" y="114300"/>
                </a:lnTo>
                <a:lnTo>
                  <a:pt x="3867378" y="114300"/>
                </a:lnTo>
                <a:lnTo>
                  <a:pt x="3868807" y="120650"/>
                </a:lnTo>
                <a:lnTo>
                  <a:pt x="3842702" y="120650"/>
                </a:lnTo>
                <a:lnTo>
                  <a:pt x="3842854" y="121920"/>
                </a:lnTo>
                <a:close/>
              </a:path>
              <a:path w="3872229" h="871220">
                <a:moveTo>
                  <a:pt x="29362" y="121920"/>
                </a:moveTo>
                <a:lnTo>
                  <a:pt x="29514" y="120650"/>
                </a:lnTo>
                <a:lnTo>
                  <a:pt x="29677" y="120650"/>
                </a:lnTo>
                <a:lnTo>
                  <a:pt x="29362" y="121920"/>
                </a:lnTo>
                <a:close/>
              </a:path>
              <a:path w="3872229" h="871220">
                <a:moveTo>
                  <a:pt x="3865653" y="762000"/>
                </a:moveTo>
                <a:lnTo>
                  <a:pt x="3838930" y="762000"/>
                </a:lnTo>
                <a:lnTo>
                  <a:pt x="3841140" y="755650"/>
                </a:lnTo>
                <a:lnTo>
                  <a:pt x="3840962" y="755650"/>
                </a:lnTo>
                <a:lnTo>
                  <a:pt x="3842854" y="749300"/>
                </a:lnTo>
                <a:lnTo>
                  <a:pt x="3842702" y="749300"/>
                </a:lnTo>
                <a:lnTo>
                  <a:pt x="3844150" y="742950"/>
                </a:lnTo>
                <a:lnTo>
                  <a:pt x="3845293" y="736600"/>
                </a:lnTo>
                <a:lnTo>
                  <a:pt x="3846131" y="730250"/>
                </a:lnTo>
                <a:lnTo>
                  <a:pt x="3846537" y="725170"/>
                </a:lnTo>
                <a:lnTo>
                  <a:pt x="3846639" y="723900"/>
                </a:lnTo>
                <a:lnTo>
                  <a:pt x="3846817" y="717550"/>
                </a:lnTo>
                <a:lnTo>
                  <a:pt x="3846787" y="152400"/>
                </a:lnTo>
                <a:lnTo>
                  <a:pt x="3846664" y="147320"/>
                </a:lnTo>
                <a:lnTo>
                  <a:pt x="3846195" y="139700"/>
                </a:lnTo>
                <a:lnTo>
                  <a:pt x="3845394" y="133350"/>
                </a:lnTo>
                <a:lnTo>
                  <a:pt x="3844277" y="127000"/>
                </a:lnTo>
                <a:lnTo>
                  <a:pt x="3842702" y="120650"/>
                </a:lnTo>
                <a:lnTo>
                  <a:pt x="3868807" y="120650"/>
                </a:lnTo>
                <a:lnTo>
                  <a:pt x="3872217" y="717550"/>
                </a:lnTo>
                <a:lnTo>
                  <a:pt x="3872058" y="723900"/>
                </a:lnTo>
                <a:lnTo>
                  <a:pt x="3867378" y="755650"/>
                </a:lnTo>
                <a:lnTo>
                  <a:pt x="3865653" y="762000"/>
                </a:lnTo>
                <a:close/>
              </a:path>
              <a:path w="3872229" h="871220">
                <a:moveTo>
                  <a:pt x="33576" y="762000"/>
                </a:moveTo>
                <a:lnTo>
                  <a:pt x="33286" y="762000"/>
                </a:lnTo>
                <a:lnTo>
                  <a:pt x="33070" y="760729"/>
                </a:lnTo>
                <a:lnTo>
                  <a:pt x="33576" y="762000"/>
                </a:lnTo>
                <a:close/>
              </a:path>
              <a:path w="3872229" h="871220">
                <a:moveTo>
                  <a:pt x="3861517" y="773429"/>
                </a:moveTo>
                <a:lnTo>
                  <a:pt x="3834041" y="773429"/>
                </a:lnTo>
                <a:lnTo>
                  <a:pt x="3836860" y="767079"/>
                </a:lnTo>
                <a:lnTo>
                  <a:pt x="3836619" y="767079"/>
                </a:lnTo>
                <a:lnTo>
                  <a:pt x="3839146" y="760729"/>
                </a:lnTo>
                <a:lnTo>
                  <a:pt x="3838930" y="762000"/>
                </a:lnTo>
                <a:lnTo>
                  <a:pt x="3865653" y="762000"/>
                </a:lnTo>
                <a:lnTo>
                  <a:pt x="3865308" y="763270"/>
                </a:lnTo>
                <a:lnTo>
                  <a:pt x="3862895" y="769620"/>
                </a:lnTo>
                <a:lnTo>
                  <a:pt x="3861517" y="773429"/>
                </a:lnTo>
                <a:close/>
              </a:path>
              <a:path w="3872229" h="871220">
                <a:moveTo>
                  <a:pt x="38534" y="773429"/>
                </a:moveTo>
                <a:lnTo>
                  <a:pt x="38188" y="773429"/>
                </a:lnTo>
                <a:lnTo>
                  <a:pt x="37909" y="772160"/>
                </a:lnTo>
                <a:lnTo>
                  <a:pt x="38534" y="773429"/>
                </a:lnTo>
                <a:close/>
              </a:path>
              <a:path w="3872229" h="871220">
                <a:moveTo>
                  <a:pt x="3838938" y="812800"/>
                </a:moveTo>
                <a:lnTo>
                  <a:pt x="3804551" y="812800"/>
                </a:lnTo>
                <a:lnTo>
                  <a:pt x="3809441" y="807720"/>
                </a:lnTo>
                <a:lnTo>
                  <a:pt x="3809009" y="807720"/>
                </a:lnTo>
                <a:lnTo>
                  <a:pt x="3813682" y="803910"/>
                </a:lnTo>
                <a:lnTo>
                  <a:pt x="3813276" y="803910"/>
                </a:lnTo>
                <a:lnTo>
                  <a:pt x="3817708" y="798829"/>
                </a:lnTo>
                <a:lnTo>
                  <a:pt x="3817327" y="798829"/>
                </a:lnTo>
                <a:lnTo>
                  <a:pt x="3821506" y="793750"/>
                </a:lnTo>
                <a:lnTo>
                  <a:pt x="3821150" y="793750"/>
                </a:lnTo>
                <a:lnTo>
                  <a:pt x="3825074" y="788670"/>
                </a:lnTo>
                <a:lnTo>
                  <a:pt x="3824731" y="788670"/>
                </a:lnTo>
                <a:lnTo>
                  <a:pt x="3828402" y="783589"/>
                </a:lnTo>
                <a:lnTo>
                  <a:pt x="3828084" y="783589"/>
                </a:lnTo>
                <a:lnTo>
                  <a:pt x="3831488" y="778510"/>
                </a:lnTo>
                <a:lnTo>
                  <a:pt x="3831196" y="778510"/>
                </a:lnTo>
                <a:lnTo>
                  <a:pt x="3834307" y="772160"/>
                </a:lnTo>
                <a:lnTo>
                  <a:pt x="3834041" y="773429"/>
                </a:lnTo>
                <a:lnTo>
                  <a:pt x="3861517" y="773429"/>
                </a:lnTo>
                <a:lnTo>
                  <a:pt x="3860139" y="777239"/>
                </a:lnTo>
                <a:lnTo>
                  <a:pt x="3857053" y="783589"/>
                </a:lnTo>
                <a:lnTo>
                  <a:pt x="3853662" y="789939"/>
                </a:lnTo>
                <a:lnTo>
                  <a:pt x="3849954" y="797560"/>
                </a:lnTo>
                <a:lnTo>
                  <a:pt x="3845953" y="802639"/>
                </a:lnTo>
                <a:lnTo>
                  <a:pt x="3841673" y="808989"/>
                </a:lnTo>
                <a:lnTo>
                  <a:pt x="3838938" y="812800"/>
                </a:lnTo>
                <a:close/>
              </a:path>
              <a:path w="3872229" h="871220">
                <a:moveTo>
                  <a:pt x="68500" y="812800"/>
                </a:moveTo>
                <a:lnTo>
                  <a:pt x="67678" y="812800"/>
                </a:lnTo>
                <a:lnTo>
                  <a:pt x="67221" y="811529"/>
                </a:lnTo>
                <a:lnTo>
                  <a:pt x="68500" y="812800"/>
                </a:lnTo>
                <a:close/>
              </a:path>
              <a:path w="3872229" h="871220">
                <a:moveTo>
                  <a:pt x="3828465" y="824229"/>
                </a:moveTo>
                <a:lnTo>
                  <a:pt x="3789972" y="824229"/>
                </a:lnTo>
                <a:lnTo>
                  <a:pt x="3795509" y="820420"/>
                </a:lnTo>
                <a:lnTo>
                  <a:pt x="3795014" y="820420"/>
                </a:lnTo>
                <a:lnTo>
                  <a:pt x="3800348" y="816610"/>
                </a:lnTo>
                <a:lnTo>
                  <a:pt x="3799878" y="816610"/>
                </a:lnTo>
                <a:lnTo>
                  <a:pt x="3804996" y="811529"/>
                </a:lnTo>
                <a:lnTo>
                  <a:pt x="3804551" y="812800"/>
                </a:lnTo>
                <a:lnTo>
                  <a:pt x="3838938" y="812800"/>
                </a:lnTo>
                <a:lnTo>
                  <a:pt x="3837114" y="815339"/>
                </a:lnTo>
                <a:lnTo>
                  <a:pt x="3832275" y="820420"/>
                </a:lnTo>
                <a:lnTo>
                  <a:pt x="3828465" y="824229"/>
                </a:lnTo>
                <a:close/>
              </a:path>
              <a:path w="3872229" h="871220">
                <a:moveTo>
                  <a:pt x="83646" y="824229"/>
                </a:moveTo>
                <a:lnTo>
                  <a:pt x="82245" y="824229"/>
                </a:lnTo>
                <a:lnTo>
                  <a:pt x="81737" y="822960"/>
                </a:lnTo>
                <a:lnTo>
                  <a:pt x="83646" y="824229"/>
                </a:lnTo>
                <a:close/>
              </a:path>
              <a:path w="3872229" h="871220">
                <a:moveTo>
                  <a:pt x="3802367" y="845820"/>
                </a:moveTo>
                <a:lnTo>
                  <a:pt x="3724770" y="845820"/>
                </a:lnTo>
                <a:lnTo>
                  <a:pt x="3731933" y="844550"/>
                </a:lnTo>
                <a:lnTo>
                  <a:pt x="3737724" y="844550"/>
                </a:lnTo>
                <a:lnTo>
                  <a:pt x="3744671" y="843279"/>
                </a:lnTo>
                <a:lnTo>
                  <a:pt x="3744048" y="843279"/>
                </a:lnTo>
                <a:lnTo>
                  <a:pt x="3750868" y="842010"/>
                </a:lnTo>
                <a:lnTo>
                  <a:pt x="3750257" y="842010"/>
                </a:lnTo>
                <a:lnTo>
                  <a:pt x="3757588" y="839228"/>
                </a:lnTo>
                <a:lnTo>
                  <a:pt x="3762895" y="838200"/>
                </a:lnTo>
                <a:lnTo>
                  <a:pt x="3762311" y="838200"/>
                </a:lnTo>
                <a:lnTo>
                  <a:pt x="3768712" y="835660"/>
                </a:lnTo>
                <a:lnTo>
                  <a:pt x="3768140" y="835660"/>
                </a:lnTo>
                <a:lnTo>
                  <a:pt x="3774389" y="833120"/>
                </a:lnTo>
                <a:lnTo>
                  <a:pt x="3773830" y="833120"/>
                </a:lnTo>
                <a:lnTo>
                  <a:pt x="3779913" y="830579"/>
                </a:lnTo>
                <a:lnTo>
                  <a:pt x="3779380" y="830579"/>
                </a:lnTo>
                <a:lnTo>
                  <a:pt x="3785285" y="826770"/>
                </a:lnTo>
                <a:lnTo>
                  <a:pt x="3784752" y="826770"/>
                </a:lnTo>
                <a:lnTo>
                  <a:pt x="3790480" y="822960"/>
                </a:lnTo>
                <a:lnTo>
                  <a:pt x="3789972" y="824229"/>
                </a:lnTo>
                <a:lnTo>
                  <a:pt x="3828465" y="824229"/>
                </a:lnTo>
                <a:lnTo>
                  <a:pt x="3827195" y="825500"/>
                </a:lnTo>
                <a:lnTo>
                  <a:pt x="3821849" y="830579"/>
                </a:lnTo>
                <a:lnTo>
                  <a:pt x="3816273" y="835660"/>
                </a:lnTo>
                <a:lnTo>
                  <a:pt x="3810469" y="840739"/>
                </a:lnTo>
                <a:lnTo>
                  <a:pt x="3804450" y="844550"/>
                </a:lnTo>
                <a:lnTo>
                  <a:pt x="3802367" y="8458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6E2EA38A-A23E-4485-915D-9BBF8F74A514}"/>
              </a:ext>
            </a:extLst>
          </p:cNvPr>
          <p:cNvSpPr>
            <a:spLocks noGrp="1"/>
          </p:cNvSpPr>
          <p:nvPr/>
        </p:nvSpPr>
        <p:spPr>
          <a:xfrm>
            <a:off x="7355569" y="5056541"/>
            <a:ext cx="3385209" cy="744320"/>
          </a:xfrm>
          <a:custGeom>
            <a:avLst/>
            <a:gdLst/>
            <a:ahLst/>
            <a:cxnLst/>
            <a:rect l="l" t="t" r="r" b="b"/>
            <a:pathLst>
              <a:path w="3846829" h="845820">
                <a:moveTo>
                  <a:pt x="3704844" y="845819"/>
                </a:moveTo>
                <a:lnTo>
                  <a:pt x="140207" y="845819"/>
                </a:lnTo>
                <a:lnTo>
                  <a:pt x="95918" y="838476"/>
                </a:lnTo>
                <a:lnTo>
                  <a:pt x="57389" y="818340"/>
                </a:lnTo>
                <a:lnTo>
                  <a:pt x="26985" y="787702"/>
                </a:lnTo>
                <a:lnTo>
                  <a:pt x="7067" y="748854"/>
                </a:lnTo>
                <a:lnTo>
                  <a:pt x="0" y="704088"/>
                </a:lnTo>
                <a:lnTo>
                  <a:pt x="0" y="140208"/>
                </a:lnTo>
                <a:lnTo>
                  <a:pt x="7067" y="95692"/>
                </a:lnTo>
                <a:lnTo>
                  <a:pt x="26985" y="57051"/>
                </a:lnTo>
                <a:lnTo>
                  <a:pt x="57389" y="26646"/>
                </a:lnTo>
                <a:lnTo>
                  <a:pt x="95918" y="6842"/>
                </a:lnTo>
                <a:lnTo>
                  <a:pt x="140207" y="0"/>
                </a:lnTo>
                <a:lnTo>
                  <a:pt x="3704844" y="0"/>
                </a:lnTo>
                <a:lnTo>
                  <a:pt x="3749761" y="6842"/>
                </a:lnTo>
                <a:lnTo>
                  <a:pt x="3788683" y="26646"/>
                </a:lnTo>
                <a:lnTo>
                  <a:pt x="3819319" y="57051"/>
                </a:lnTo>
                <a:lnTo>
                  <a:pt x="3839380" y="95692"/>
                </a:lnTo>
                <a:lnTo>
                  <a:pt x="3846576" y="140208"/>
                </a:lnTo>
                <a:lnTo>
                  <a:pt x="3846576" y="704088"/>
                </a:lnTo>
                <a:lnTo>
                  <a:pt x="3839380" y="748854"/>
                </a:lnTo>
                <a:lnTo>
                  <a:pt x="3819319" y="787702"/>
                </a:lnTo>
                <a:lnTo>
                  <a:pt x="3788683" y="818340"/>
                </a:lnTo>
                <a:lnTo>
                  <a:pt x="3749761" y="838476"/>
                </a:lnTo>
                <a:lnTo>
                  <a:pt x="3704844" y="845819"/>
                </a:lnTo>
                <a:close/>
              </a:path>
            </a:pathLst>
          </a:custGeom>
          <a:solidFill>
            <a:srgbClr val="E7E6E6"/>
          </a:solidFill>
          <a:ln w="19050">
            <a:solidFill>
              <a:schemeClr val="tx1"/>
            </a:solidFill>
          </a:ln>
        </p:spPr>
        <p:txBody>
          <a:bodyPr wrap="square" lIns="80467" tIns="40234" rIns="80467" bIns="40234" anchor="ctr">
            <a:noAutofit/>
          </a:bodyPr>
          <a:lstStyle/>
          <a:p>
            <a:pPr algn="ctr">
              <a:buNone/>
            </a:pPr>
            <a:r>
              <a:rPr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Memory Metadata Consistency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0952346-9F77-4D69-90D9-0D8303221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" y="2385421"/>
            <a:ext cx="6058464" cy="371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53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5A6722-9FAF-48AF-930F-2BBDCE36E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b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Memory Pool sharing a Single Memory Region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D11F55-7152-476F-972D-58AD69260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88"/>
              </a:spcBef>
              <a:buNone/>
            </a:pPr>
            <a:r>
              <a:rPr lang="en-US" altLang="ko-KR" sz="2400" b="1" u="heavy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Strawman Solution</a:t>
            </a:r>
            <a:r>
              <a:rPr lang="en-US" altLang="ko-KR" sz="2400" b="1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altLang="ko-KR" sz="2400" b="1" u="heavy" dirty="0">
                <a:latin typeface="Calibri"/>
                <a:ea typeface="Calibri"/>
                <a:cs typeface="Calibri"/>
              </a:rPr>
              <a:t>Pre-registered single, large and shared memory region</a:t>
            </a:r>
            <a:endParaRPr lang="en-US" altLang="ko-KR" sz="2400" dirty="0">
              <a:latin typeface="Calibri"/>
              <a:ea typeface="Calibri"/>
              <a:cs typeface="Calibri"/>
            </a:endParaRPr>
          </a:p>
          <a:p>
            <a:r>
              <a:rPr lang="en-US" altLang="ko-KR" sz="2400" dirty="0">
                <a:latin typeface="Calibri"/>
                <a:ea typeface="Calibri"/>
                <a:cs typeface="Calibri"/>
              </a:rPr>
              <a:t>Fine-grained memory chunks among multiple nodes</a:t>
            </a:r>
          </a:p>
          <a:p>
            <a:r>
              <a:rPr lang="en-US" altLang="ko-KR" sz="2400" dirty="0">
                <a:latin typeface="Calibri"/>
                <a:ea typeface="Calibri"/>
                <a:cs typeface="Calibri"/>
              </a:rPr>
              <a:t>Allocation via directly modifying shared allocation metadata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25688B-6098-4D69-9A33-E74A40CF5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B4F7CC-BF46-48DB-97D1-0CA40B0C20A7}"/>
              </a:ext>
            </a:extLst>
          </p:cNvPr>
          <p:cNvSpPr>
            <a:spLocks noGrp="1"/>
          </p:cNvSpPr>
          <p:nvPr/>
        </p:nvSpPr>
        <p:spPr>
          <a:xfrm>
            <a:off x="838200" y="291955"/>
            <a:ext cx="23797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0070C0"/>
                </a:solidFill>
              </a:rPr>
              <a:t>FineMem</a:t>
            </a:r>
            <a:r>
              <a:rPr sz="1600" b="1" dirty="0">
                <a:solidFill>
                  <a:srgbClr val="0070C0"/>
                </a:solidFill>
              </a:rPr>
              <a:t> Design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4EBEAB22-FAD0-4887-800B-9B301417E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899" y="3282273"/>
            <a:ext cx="6134202" cy="298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08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5A6722-9FAF-48AF-930F-2BBDCE36E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b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Memory Pool sharing a Single Memory Region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D11F55-7152-476F-972D-58AD69260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88"/>
              </a:spcBef>
              <a:buNone/>
            </a:pPr>
            <a:r>
              <a:rPr lang="en-US" altLang="ko-KR" sz="2400" b="1" u="heavy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Isolation Challenges:</a:t>
            </a:r>
            <a:endParaRPr lang="en-US" altLang="ko-KR" sz="2400" dirty="0">
              <a:latin typeface="Calibri"/>
              <a:ea typeface="Calibri"/>
              <a:cs typeface="Calibri"/>
            </a:endParaRPr>
          </a:p>
          <a:p>
            <a:r>
              <a:rPr lang="en-US" altLang="ko-KR" sz="2400" dirty="0">
                <a:latin typeface="Calibri"/>
                <a:ea typeface="Calibri"/>
                <a:cs typeface="Calibri"/>
              </a:rPr>
              <a:t>Privacy and security risks among nodes</a:t>
            </a:r>
          </a:p>
          <a:p>
            <a:r>
              <a:rPr lang="en-US" altLang="ko-KR" sz="2400" dirty="0">
                <a:latin typeface="Calibri"/>
                <a:ea typeface="Calibri"/>
                <a:cs typeface="Calibri"/>
              </a:rPr>
              <a:t>Memory chunks and memory allocation metadata </a:t>
            </a:r>
            <a:r>
              <a:rPr lang="en-US" altLang="ko-KR" sz="2400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unprotected (Shared </a:t>
            </a:r>
            <a:r>
              <a:rPr lang="en-US" altLang="ko-KR" sz="2400" b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rkey</a:t>
            </a:r>
            <a:r>
              <a:rPr lang="en-US" altLang="ko-KR" sz="2400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)</a:t>
            </a:r>
            <a:endParaRPr lang="en-US" altLang="ko-KR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25688B-6098-4D69-9A33-E74A40CF5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B4F7CC-BF46-48DB-97D1-0CA40B0C20A7}"/>
              </a:ext>
            </a:extLst>
          </p:cNvPr>
          <p:cNvSpPr>
            <a:spLocks noGrp="1"/>
          </p:cNvSpPr>
          <p:nvPr/>
        </p:nvSpPr>
        <p:spPr>
          <a:xfrm>
            <a:off x="838200" y="291955"/>
            <a:ext cx="23797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0070C0"/>
                </a:solidFill>
              </a:rPr>
              <a:t>FineMem</a:t>
            </a:r>
            <a:r>
              <a:rPr sz="1600" b="1" dirty="0">
                <a:solidFill>
                  <a:srgbClr val="0070C0"/>
                </a:solidFill>
              </a:rPr>
              <a:t> Design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997F2157-66A2-D3E9-4AE7-33D363449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899" y="3282273"/>
            <a:ext cx="6134202" cy="2984383"/>
          </a:xfrm>
          <a:prstGeom prst="rect">
            <a:avLst/>
          </a:prstGeom>
        </p:spPr>
      </p:pic>
      <p:sp>
        <p:nvSpPr>
          <p:cNvPr id="10" name="object 5">
            <a:extLst>
              <a:ext uri="{FF2B5EF4-FFF2-40B4-BE49-F238E27FC236}">
                <a16:creationId xmlns:a16="http://schemas.microsoft.com/office/drawing/2014/main" id="{9CDBD061-A4F9-45F2-389A-79572BBC2A37}"/>
              </a:ext>
            </a:extLst>
          </p:cNvPr>
          <p:cNvSpPr>
            <a:spLocks noGrp="1"/>
          </p:cNvSpPr>
          <p:nvPr/>
        </p:nvSpPr>
        <p:spPr>
          <a:xfrm>
            <a:off x="7404977" y="3709172"/>
            <a:ext cx="1869614" cy="1711568"/>
          </a:xfrm>
          <a:custGeom>
            <a:avLst/>
            <a:gdLst/>
            <a:ahLst/>
            <a:cxnLst/>
            <a:rect l="l" t="t" r="r" b="b"/>
            <a:pathLst>
              <a:path w="2255520" h="2065654">
                <a:moveTo>
                  <a:pt x="2246973" y="642848"/>
                </a:moveTo>
                <a:lnTo>
                  <a:pt x="2244763" y="630148"/>
                </a:lnTo>
                <a:lnTo>
                  <a:pt x="2242274" y="630148"/>
                </a:lnTo>
                <a:lnTo>
                  <a:pt x="2239518" y="617448"/>
                </a:lnTo>
                <a:lnTo>
                  <a:pt x="2236482" y="604748"/>
                </a:lnTo>
                <a:lnTo>
                  <a:pt x="2233180" y="592048"/>
                </a:lnTo>
                <a:lnTo>
                  <a:pt x="2229599" y="592048"/>
                </a:lnTo>
                <a:lnTo>
                  <a:pt x="2225751" y="579348"/>
                </a:lnTo>
                <a:lnTo>
                  <a:pt x="2221649" y="566648"/>
                </a:lnTo>
                <a:lnTo>
                  <a:pt x="2217293" y="566648"/>
                </a:lnTo>
                <a:lnTo>
                  <a:pt x="2212683" y="553948"/>
                </a:lnTo>
                <a:lnTo>
                  <a:pt x="2207818" y="541248"/>
                </a:lnTo>
                <a:lnTo>
                  <a:pt x="2202726" y="541248"/>
                </a:lnTo>
                <a:lnTo>
                  <a:pt x="2197379" y="528548"/>
                </a:lnTo>
                <a:lnTo>
                  <a:pt x="2191816" y="528548"/>
                </a:lnTo>
                <a:lnTo>
                  <a:pt x="2186025" y="515848"/>
                </a:lnTo>
                <a:lnTo>
                  <a:pt x="2180005" y="515848"/>
                </a:lnTo>
                <a:lnTo>
                  <a:pt x="2173770" y="503148"/>
                </a:lnTo>
                <a:lnTo>
                  <a:pt x="2167331" y="490448"/>
                </a:lnTo>
                <a:lnTo>
                  <a:pt x="2160676" y="490448"/>
                </a:lnTo>
                <a:lnTo>
                  <a:pt x="2153818" y="477748"/>
                </a:lnTo>
                <a:lnTo>
                  <a:pt x="2146757" y="477748"/>
                </a:lnTo>
                <a:lnTo>
                  <a:pt x="2139505" y="465048"/>
                </a:lnTo>
                <a:lnTo>
                  <a:pt x="2132063" y="465048"/>
                </a:lnTo>
                <a:lnTo>
                  <a:pt x="2124430" y="452348"/>
                </a:lnTo>
                <a:lnTo>
                  <a:pt x="2116620" y="452348"/>
                </a:lnTo>
                <a:lnTo>
                  <a:pt x="2108631" y="439648"/>
                </a:lnTo>
                <a:lnTo>
                  <a:pt x="2092134" y="439648"/>
                </a:lnTo>
                <a:lnTo>
                  <a:pt x="2083638" y="426948"/>
                </a:lnTo>
                <a:lnTo>
                  <a:pt x="2074976" y="426948"/>
                </a:lnTo>
                <a:lnTo>
                  <a:pt x="2066150" y="414248"/>
                </a:lnTo>
                <a:lnTo>
                  <a:pt x="2057184" y="414248"/>
                </a:lnTo>
                <a:lnTo>
                  <a:pt x="2048014" y="401548"/>
                </a:lnTo>
                <a:lnTo>
                  <a:pt x="2029371" y="401548"/>
                </a:lnTo>
                <a:lnTo>
                  <a:pt x="2010130" y="388848"/>
                </a:lnTo>
                <a:lnTo>
                  <a:pt x="1990166" y="376034"/>
                </a:lnTo>
                <a:lnTo>
                  <a:pt x="1969897" y="376034"/>
                </a:lnTo>
                <a:lnTo>
                  <a:pt x="1949348" y="363448"/>
                </a:lnTo>
                <a:lnTo>
                  <a:pt x="1928164" y="350748"/>
                </a:lnTo>
                <a:lnTo>
                  <a:pt x="1906574" y="350748"/>
                </a:lnTo>
                <a:lnTo>
                  <a:pt x="1884603" y="338048"/>
                </a:lnTo>
                <a:lnTo>
                  <a:pt x="1862264" y="338048"/>
                </a:lnTo>
                <a:lnTo>
                  <a:pt x="1839607" y="325348"/>
                </a:lnTo>
                <a:lnTo>
                  <a:pt x="1816658" y="325348"/>
                </a:lnTo>
                <a:lnTo>
                  <a:pt x="1793443" y="312648"/>
                </a:lnTo>
                <a:lnTo>
                  <a:pt x="1769986" y="312648"/>
                </a:lnTo>
                <a:lnTo>
                  <a:pt x="1746326" y="299948"/>
                </a:lnTo>
                <a:lnTo>
                  <a:pt x="1698498" y="299948"/>
                </a:lnTo>
                <a:lnTo>
                  <a:pt x="1674380" y="287248"/>
                </a:lnTo>
                <a:lnTo>
                  <a:pt x="1625917" y="287248"/>
                </a:lnTo>
                <a:lnTo>
                  <a:pt x="1601622" y="274548"/>
                </a:lnTo>
                <a:lnTo>
                  <a:pt x="1528838" y="274548"/>
                </a:lnTo>
                <a:lnTo>
                  <a:pt x="1504708" y="261848"/>
                </a:lnTo>
                <a:lnTo>
                  <a:pt x="1433144" y="261848"/>
                </a:lnTo>
                <a:lnTo>
                  <a:pt x="1386408" y="249148"/>
                </a:lnTo>
                <a:lnTo>
                  <a:pt x="1296377" y="249148"/>
                </a:lnTo>
                <a:lnTo>
                  <a:pt x="1212519" y="236448"/>
                </a:lnTo>
                <a:lnTo>
                  <a:pt x="1136827" y="236448"/>
                </a:lnTo>
                <a:lnTo>
                  <a:pt x="1102448" y="223748"/>
                </a:lnTo>
                <a:lnTo>
                  <a:pt x="1081709" y="223748"/>
                </a:lnTo>
                <a:lnTo>
                  <a:pt x="1081709" y="260705"/>
                </a:lnTo>
                <a:lnTo>
                  <a:pt x="1067803" y="260705"/>
                </a:lnTo>
                <a:lnTo>
                  <a:pt x="1050264" y="249148"/>
                </a:lnTo>
                <a:lnTo>
                  <a:pt x="1067498" y="249148"/>
                </a:lnTo>
                <a:lnTo>
                  <a:pt x="1081709" y="260705"/>
                </a:lnTo>
                <a:lnTo>
                  <a:pt x="1081709" y="223748"/>
                </a:lnTo>
                <a:lnTo>
                  <a:pt x="1031227" y="223748"/>
                </a:lnTo>
                <a:lnTo>
                  <a:pt x="1031227" y="249148"/>
                </a:lnTo>
                <a:lnTo>
                  <a:pt x="1029970" y="252209"/>
                </a:lnTo>
                <a:lnTo>
                  <a:pt x="1029970" y="249148"/>
                </a:lnTo>
                <a:lnTo>
                  <a:pt x="1031227" y="249148"/>
                </a:lnTo>
                <a:lnTo>
                  <a:pt x="1031227" y="223748"/>
                </a:lnTo>
                <a:lnTo>
                  <a:pt x="1029970" y="223748"/>
                </a:lnTo>
                <a:lnTo>
                  <a:pt x="1029970" y="28575"/>
                </a:lnTo>
                <a:lnTo>
                  <a:pt x="1029970" y="14287"/>
                </a:lnTo>
                <a:lnTo>
                  <a:pt x="1029970" y="0"/>
                </a:lnTo>
                <a:lnTo>
                  <a:pt x="1001395" y="0"/>
                </a:lnTo>
                <a:lnTo>
                  <a:pt x="1001395" y="28575"/>
                </a:lnTo>
                <a:lnTo>
                  <a:pt x="1001395" y="494030"/>
                </a:lnTo>
                <a:lnTo>
                  <a:pt x="28575" y="494030"/>
                </a:lnTo>
                <a:lnTo>
                  <a:pt x="28575" y="28575"/>
                </a:lnTo>
                <a:lnTo>
                  <a:pt x="1001395" y="28575"/>
                </a:lnTo>
                <a:lnTo>
                  <a:pt x="1001395" y="0"/>
                </a:lnTo>
                <a:lnTo>
                  <a:pt x="0" y="0"/>
                </a:lnTo>
                <a:lnTo>
                  <a:pt x="0" y="522605"/>
                </a:lnTo>
                <a:lnTo>
                  <a:pt x="1029970" y="522605"/>
                </a:lnTo>
                <a:lnTo>
                  <a:pt x="1029970" y="508317"/>
                </a:lnTo>
                <a:lnTo>
                  <a:pt x="1029970" y="494030"/>
                </a:lnTo>
                <a:lnTo>
                  <a:pt x="1029970" y="273405"/>
                </a:lnTo>
                <a:lnTo>
                  <a:pt x="1038644" y="273405"/>
                </a:lnTo>
                <a:lnTo>
                  <a:pt x="1058214" y="286105"/>
                </a:lnTo>
                <a:lnTo>
                  <a:pt x="1079601" y="286105"/>
                </a:lnTo>
                <a:lnTo>
                  <a:pt x="1102702" y="298805"/>
                </a:lnTo>
                <a:lnTo>
                  <a:pt x="1153337" y="311505"/>
                </a:lnTo>
                <a:lnTo>
                  <a:pt x="1209103" y="324205"/>
                </a:lnTo>
                <a:lnTo>
                  <a:pt x="1268831" y="349605"/>
                </a:lnTo>
                <a:lnTo>
                  <a:pt x="1331468" y="375005"/>
                </a:lnTo>
                <a:lnTo>
                  <a:pt x="1363256" y="375005"/>
                </a:lnTo>
                <a:lnTo>
                  <a:pt x="1395615" y="387705"/>
                </a:lnTo>
                <a:lnTo>
                  <a:pt x="1395425" y="387705"/>
                </a:lnTo>
                <a:lnTo>
                  <a:pt x="1459839" y="412978"/>
                </a:lnTo>
                <a:lnTo>
                  <a:pt x="1476057" y="425805"/>
                </a:lnTo>
                <a:lnTo>
                  <a:pt x="1492046" y="425805"/>
                </a:lnTo>
                <a:lnTo>
                  <a:pt x="1508086" y="438505"/>
                </a:lnTo>
                <a:lnTo>
                  <a:pt x="1523733" y="438505"/>
                </a:lnTo>
                <a:lnTo>
                  <a:pt x="1539570" y="451205"/>
                </a:lnTo>
                <a:lnTo>
                  <a:pt x="1554937" y="451205"/>
                </a:lnTo>
                <a:lnTo>
                  <a:pt x="1585671" y="476605"/>
                </a:lnTo>
                <a:lnTo>
                  <a:pt x="1600479" y="476605"/>
                </a:lnTo>
                <a:lnTo>
                  <a:pt x="1615452" y="489305"/>
                </a:lnTo>
                <a:lnTo>
                  <a:pt x="1629791" y="489305"/>
                </a:lnTo>
                <a:lnTo>
                  <a:pt x="1631962" y="491223"/>
                </a:lnTo>
                <a:lnTo>
                  <a:pt x="1658302" y="514705"/>
                </a:lnTo>
                <a:lnTo>
                  <a:pt x="1671789" y="514705"/>
                </a:lnTo>
                <a:lnTo>
                  <a:pt x="1675053" y="517766"/>
                </a:lnTo>
                <a:lnTo>
                  <a:pt x="1679562" y="522058"/>
                </a:lnTo>
                <a:lnTo>
                  <a:pt x="1681721" y="524040"/>
                </a:lnTo>
                <a:lnTo>
                  <a:pt x="1688261" y="530339"/>
                </a:lnTo>
                <a:lnTo>
                  <a:pt x="1711248" y="552805"/>
                </a:lnTo>
                <a:lnTo>
                  <a:pt x="1723326" y="552805"/>
                </a:lnTo>
                <a:lnTo>
                  <a:pt x="1735582" y="565505"/>
                </a:lnTo>
                <a:lnTo>
                  <a:pt x="1735289" y="565505"/>
                </a:lnTo>
                <a:lnTo>
                  <a:pt x="1747164" y="578205"/>
                </a:lnTo>
                <a:lnTo>
                  <a:pt x="1746859" y="578205"/>
                </a:lnTo>
                <a:lnTo>
                  <a:pt x="1758315" y="590905"/>
                </a:lnTo>
                <a:lnTo>
                  <a:pt x="1768703" y="590905"/>
                </a:lnTo>
                <a:lnTo>
                  <a:pt x="1779282" y="603605"/>
                </a:lnTo>
                <a:lnTo>
                  <a:pt x="1778952" y="603605"/>
                </a:lnTo>
                <a:lnTo>
                  <a:pt x="1789061" y="616305"/>
                </a:lnTo>
                <a:lnTo>
                  <a:pt x="1788718" y="616305"/>
                </a:lnTo>
                <a:lnTo>
                  <a:pt x="1798345" y="629005"/>
                </a:lnTo>
                <a:lnTo>
                  <a:pt x="1798015" y="629005"/>
                </a:lnTo>
                <a:lnTo>
                  <a:pt x="1807121" y="641705"/>
                </a:lnTo>
                <a:lnTo>
                  <a:pt x="1806790" y="641705"/>
                </a:lnTo>
                <a:lnTo>
                  <a:pt x="1815388" y="654405"/>
                </a:lnTo>
                <a:lnTo>
                  <a:pt x="1822767" y="654405"/>
                </a:lnTo>
                <a:lnTo>
                  <a:pt x="1830260" y="667105"/>
                </a:lnTo>
                <a:lnTo>
                  <a:pt x="1829943" y="667105"/>
                </a:lnTo>
                <a:lnTo>
                  <a:pt x="1836851" y="679805"/>
                </a:lnTo>
                <a:lnTo>
                  <a:pt x="1836623" y="679805"/>
                </a:lnTo>
                <a:lnTo>
                  <a:pt x="1839849" y="692505"/>
                </a:lnTo>
                <a:lnTo>
                  <a:pt x="1842643" y="692505"/>
                </a:lnTo>
                <a:lnTo>
                  <a:pt x="1845564" y="705205"/>
                </a:lnTo>
                <a:lnTo>
                  <a:pt x="1848065" y="705205"/>
                </a:lnTo>
                <a:lnTo>
                  <a:pt x="1850682" y="717905"/>
                </a:lnTo>
                <a:lnTo>
                  <a:pt x="1853018" y="717905"/>
                </a:lnTo>
                <a:lnTo>
                  <a:pt x="1855216" y="730605"/>
                </a:lnTo>
                <a:lnTo>
                  <a:pt x="1857286" y="730605"/>
                </a:lnTo>
                <a:lnTo>
                  <a:pt x="1859203" y="743305"/>
                </a:lnTo>
                <a:lnTo>
                  <a:pt x="1860994" y="743305"/>
                </a:lnTo>
                <a:lnTo>
                  <a:pt x="1862645" y="756005"/>
                </a:lnTo>
                <a:lnTo>
                  <a:pt x="1864169" y="756005"/>
                </a:lnTo>
                <a:lnTo>
                  <a:pt x="1865553" y="768705"/>
                </a:lnTo>
                <a:lnTo>
                  <a:pt x="1866823" y="768705"/>
                </a:lnTo>
                <a:lnTo>
                  <a:pt x="1867954" y="781405"/>
                </a:lnTo>
                <a:lnTo>
                  <a:pt x="1868957" y="781405"/>
                </a:lnTo>
                <a:lnTo>
                  <a:pt x="1869833" y="794105"/>
                </a:lnTo>
                <a:lnTo>
                  <a:pt x="1870595" y="794105"/>
                </a:lnTo>
                <a:lnTo>
                  <a:pt x="1871218" y="806805"/>
                </a:lnTo>
                <a:lnTo>
                  <a:pt x="1871738" y="819505"/>
                </a:lnTo>
                <a:lnTo>
                  <a:pt x="1872411" y="832205"/>
                </a:lnTo>
                <a:lnTo>
                  <a:pt x="1872615" y="844905"/>
                </a:lnTo>
                <a:lnTo>
                  <a:pt x="1872373" y="857605"/>
                </a:lnTo>
                <a:lnTo>
                  <a:pt x="1871687" y="870305"/>
                </a:lnTo>
                <a:lnTo>
                  <a:pt x="1870570" y="883005"/>
                </a:lnTo>
                <a:lnTo>
                  <a:pt x="1869046" y="908405"/>
                </a:lnTo>
                <a:lnTo>
                  <a:pt x="1867128" y="921105"/>
                </a:lnTo>
                <a:lnTo>
                  <a:pt x="1864829" y="933805"/>
                </a:lnTo>
                <a:lnTo>
                  <a:pt x="1862150" y="946505"/>
                </a:lnTo>
                <a:lnTo>
                  <a:pt x="1859114" y="971905"/>
                </a:lnTo>
                <a:lnTo>
                  <a:pt x="1855736" y="984605"/>
                </a:lnTo>
                <a:lnTo>
                  <a:pt x="1852041" y="997305"/>
                </a:lnTo>
                <a:lnTo>
                  <a:pt x="1848015" y="1022705"/>
                </a:lnTo>
                <a:lnTo>
                  <a:pt x="1843709" y="1035405"/>
                </a:lnTo>
                <a:lnTo>
                  <a:pt x="1839099" y="1048105"/>
                </a:lnTo>
                <a:lnTo>
                  <a:pt x="1834235" y="1060805"/>
                </a:lnTo>
                <a:lnTo>
                  <a:pt x="1829104" y="1086205"/>
                </a:lnTo>
                <a:lnTo>
                  <a:pt x="1823745" y="1098905"/>
                </a:lnTo>
                <a:lnTo>
                  <a:pt x="1818144" y="1111605"/>
                </a:lnTo>
                <a:lnTo>
                  <a:pt x="1812340" y="1137005"/>
                </a:lnTo>
                <a:lnTo>
                  <a:pt x="1806346" y="1149705"/>
                </a:lnTo>
                <a:lnTo>
                  <a:pt x="1800174" y="1162405"/>
                </a:lnTo>
                <a:lnTo>
                  <a:pt x="1793875" y="1175105"/>
                </a:lnTo>
                <a:lnTo>
                  <a:pt x="1787321" y="1200505"/>
                </a:lnTo>
                <a:lnTo>
                  <a:pt x="1773910" y="1225905"/>
                </a:lnTo>
                <a:lnTo>
                  <a:pt x="1760105" y="1264005"/>
                </a:lnTo>
                <a:lnTo>
                  <a:pt x="1745996" y="1289405"/>
                </a:lnTo>
                <a:lnTo>
                  <a:pt x="1731746" y="1327505"/>
                </a:lnTo>
                <a:lnTo>
                  <a:pt x="1717370" y="1352905"/>
                </a:lnTo>
                <a:lnTo>
                  <a:pt x="1703057" y="1391005"/>
                </a:lnTo>
                <a:lnTo>
                  <a:pt x="1675041" y="1441805"/>
                </a:lnTo>
                <a:lnTo>
                  <a:pt x="1648688" y="1492605"/>
                </a:lnTo>
                <a:lnTo>
                  <a:pt x="1624888" y="1543405"/>
                </a:lnTo>
                <a:lnTo>
                  <a:pt x="1624787" y="1543659"/>
                </a:lnTo>
                <a:lnTo>
                  <a:pt x="1598193" y="1530705"/>
                </a:lnTo>
                <a:lnTo>
                  <a:pt x="1602295" y="1632305"/>
                </a:lnTo>
                <a:lnTo>
                  <a:pt x="1661604" y="1581505"/>
                </a:lnTo>
                <a:lnTo>
                  <a:pt x="1676438" y="1568805"/>
                </a:lnTo>
                <a:lnTo>
                  <a:pt x="1650771" y="1556321"/>
                </a:lnTo>
                <a:lnTo>
                  <a:pt x="1650352" y="1556105"/>
                </a:lnTo>
                <a:lnTo>
                  <a:pt x="1650644" y="1556105"/>
                </a:lnTo>
                <a:lnTo>
                  <a:pt x="1674304" y="1505305"/>
                </a:lnTo>
                <a:lnTo>
                  <a:pt x="1700669" y="1454505"/>
                </a:lnTo>
                <a:lnTo>
                  <a:pt x="1728749" y="1403705"/>
                </a:lnTo>
                <a:lnTo>
                  <a:pt x="1743163" y="1365605"/>
                </a:lnTo>
                <a:lnTo>
                  <a:pt x="1757641" y="1340205"/>
                </a:lnTo>
                <a:lnTo>
                  <a:pt x="1772069" y="1302105"/>
                </a:lnTo>
                <a:lnTo>
                  <a:pt x="1786331" y="1276705"/>
                </a:lnTo>
                <a:lnTo>
                  <a:pt x="1800301" y="1238605"/>
                </a:lnTo>
                <a:lnTo>
                  <a:pt x="1813852" y="1213205"/>
                </a:lnTo>
                <a:lnTo>
                  <a:pt x="1820456" y="1187805"/>
                </a:lnTo>
                <a:lnTo>
                  <a:pt x="1826895" y="1175105"/>
                </a:lnTo>
                <a:lnTo>
                  <a:pt x="1833181" y="1162405"/>
                </a:lnTo>
                <a:lnTo>
                  <a:pt x="1839277" y="1137005"/>
                </a:lnTo>
                <a:lnTo>
                  <a:pt x="1845195" y="1124305"/>
                </a:lnTo>
                <a:lnTo>
                  <a:pt x="1850885" y="1111605"/>
                </a:lnTo>
                <a:lnTo>
                  <a:pt x="1856371" y="1086205"/>
                </a:lnTo>
                <a:lnTo>
                  <a:pt x="1861604" y="1073505"/>
                </a:lnTo>
                <a:lnTo>
                  <a:pt x="1866595" y="1060805"/>
                </a:lnTo>
                <a:lnTo>
                  <a:pt x="1871306" y="1035405"/>
                </a:lnTo>
                <a:lnTo>
                  <a:pt x="1875739" y="1022705"/>
                </a:lnTo>
                <a:lnTo>
                  <a:pt x="1879866" y="1010005"/>
                </a:lnTo>
                <a:lnTo>
                  <a:pt x="1883689" y="984605"/>
                </a:lnTo>
                <a:lnTo>
                  <a:pt x="1887169" y="971905"/>
                </a:lnTo>
                <a:lnTo>
                  <a:pt x="1890306" y="959205"/>
                </a:lnTo>
                <a:lnTo>
                  <a:pt x="1893074" y="946505"/>
                </a:lnTo>
                <a:lnTo>
                  <a:pt x="1895475" y="921105"/>
                </a:lnTo>
                <a:lnTo>
                  <a:pt x="1897468" y="908405"/>
                </a:lnTo>
                <a:lnTo>
                  <a:pt x="1899056" y="895705"/>
                </a:lnTo>
                <a:lnTo>
                  <a:pt x="1900224" y="870305"/>
                </a:lnTo>
                <a:lnTo>
                  <a:pt x="1900936" y="857605"/>
                </a:lnTo>
                <a:lnTo>
                  <a:pt x="1901190" y="844905"/>
                </a:lnTo>
                <a:lnTo>
                  <a:pt x="1900974" y="832205"/>
                </a:lnTo>
                <a:lnTo>
                  <a:pt x="1900250" y="806805"/>
                </a:lnTo>
                <a:lnTo>
                  <a:pt x="1899691" y="806805"/>
                </a:lnTo>
                <a:lnTo>
                  <a:pt x="1899018" y="794105"/>
                </a:lnTo>
                <a:lnTo>
                  <a:pt x="1898205" y="794105"/>
                </a:lnTo>
                <a:lnTo>
                  <a:pt x="1897253" y="781405"/>
                </a:lnTo>
                <a:lnTo>
                  <a:pt x="1896160" y="768705"/>
                </a:lnTo>
                <a:lnTo>
                  <a:pt x="1894941" y="768705"/>
                </a:lnTo>
                <a:lnTo>
                  <a:pt x="1893570" y="756005"/>
                </a:lnTo>
                <a:lnTo>
                  <a:pt x="1892058" y="756005"/>
                </a:lnTo>
                <a:lnTo>
                  <a:pt x="1890395" y="743305"/>
                </a:lnTo>
                <a:lnTo>
                  <a:pt x="1888591" y="743305"/>
                </a:lnTo>
                <a:lnTo>
                  <a:pt x="1886635" y="730605"/>
                </a:lnTo>
                <a:lnTo>
                  <a:pt x="1884514" y="717905"/>
                </a:lnTo>
                <a:lnTo>
                  <a:pt x="1882254" y="717905"/>
                </a:lnTo>
                <a:lnTo>
                  <a:pt x="1879828" y="705205"/>
                </a:lnTo>
                <a:lnTo>
                  <a:pt x="1877237" y="705205"/>
                </a:lnTo>
                <a:lnTo>
                  <a:pt x="1874494" y="692505"/>
                </a:lnTo>
                <a:lnTo>
                  <a:pt x="1871586" y="692505"/>
                </a:lnTo>
                <a:lnTo>
                  <a:pt x="1868512" y="679805"/>
                </a:lnTo>
                <a:lnTo>
                  <a:pt x="1865287" y="679805"/>
                </a:lnTo>
                <a:lnTo>
                  <a:pt x="1861858" y="667105"/>
                </a:lnTo>
                <a:lnTo>
                  <a:pt x="1838477" y="629005"/>
                </a:lnTo>
                <a:lnTo>
                  <a:pt x="1810131" y="590905"/>
                </a:lnTo>
                <a:lnTo>
                  <a:pt x="1799691" y="590905"/>
                </a:lnTo>
                <a:lnTo>
                  <a:pt x="1788795" y="578205"/>
                </a:lnTo>
                <a:lnTo>
                  <a:pt x="1777441" y="565505"/>
                </a:lnTo>
                <a:lnTo>
                  <a:pt x="1765681" y="552805"/>
                </a:lnTo>
                <a:lnTo>
                  <a:pt x="1753387" y="539991"/>
                </a:lnTo>
                <a:lnTo>
                  <a:pt x="1740839" y="527291"/>
                </a:lnTo>
                <a:lnTo>
                  <a:pt x="1727923" y="527291"/>
                </a:lnTo>
                <a:lnTo>
                  <a:pt x="1714792" y="514705"/>
                </a:lnTo>
                <a:lnTo>
                  <a:pt x="1701076" y="501904"/>
                </a:lnTo>
                <a:lnTo>
                  <a:pt x="1687182" y="501904"/>
                </a:lnTo>
                <a:lnTo>
                  <a:pt x="1673123" y="489305"/>
                </a:lnTo>
                <a:lnTo>
                  <a:pt x="1658670" y="476605"/>
                </a:lnTo>
                <a:lnTo>
                  <a:pt x="1643849" y="463829"/>
                </a:lnTo>
                <a:lnTo>
                  <a:pt x="1628889" y="463829"/>
                </a:lnTo>
                <a:lnTo>
                  <a:pt x="1613839" y="451205"/>
                </a:lnTo>
                <a:lnTo>
                  <a:pt x="1598485" y="451205"/>
                </a:lnTo>
                <a:lnTo>
                  <a:pt x="1567230" y="425805"/>
                </a:lnTo>
                <a:lnTo>
                  <a:pt x="1551381" y="425805"/>
                </a:lnTo>
                <a:lnTo>
                  <a:pt x="1535239" y="412978"/>
                </a:lnTo>
                <a:lnTo>
                  <a:pt x="1519148" y="412978"/>
                </a:lnTo>
                <a:lnTo>
                  <a:pt x="1503045" y="400342"/>
                </a:lnTo>
                <a:lnTo>
                  <a:pt x="1486801" y="400342"/>
                </a:lnTo>
                <a:lnTo>
                  <a:pt x="1470558" y="387705"/>
                </a:lnTo>
                <a:lnTo>
                  <a:pt x="1340472" y="336905"/>
                </a:lnTo>
                <a:lnTo>
                  <a:pt x="1308696" y="336905"/>
                </a:lnTo>
                <a:lnTo>
                  <a:pt x="1277505" y="324205"/>
                </a:lnTo>
                <a:lnTo>
                  <a:pt x="1217561" y="298805"/>
                </a:lnTo>
                <a:lnTo>
                  <a:pt x="1161808" y="286105"/>
                </a:lnTo>
                <a:lnTo>
                  <a:pt x="1111567" y="273405"/>
                </a:lnTo>
                <a:lnTo>
                  <a:pt x="1111440" y="273405"/>
                </a:lnTo>
                <a:lnTo>
                  <a:pt x="1090574" y="261848"/>
                </a:lnTo>
                <a:lnTo>
                  <a:pt x="1170914" y="261848"/>
                </a:lnTo>
                <a:lnTo>
                  <a:pt x="1210043" y="274548"/>
                </a:lnTo>
                <a:lnTo>
                  <a:pt x="1338148" y="274548"/>
                </a:lnTo>
                <a:lnTo>
                  <a:pt x="1383639" y="287248"/>
                </a:lnTo>
                <a:lnTo>
                  <a:pt x="1477441" y="287248"/>
                </a:lnTo>
                <a:lnTo>
                  <a:pt x="1501292" y="299948"/>
                </a:lnTo>
                <a:lnTo>
                  <a:pt x="1573314" y="299948"/>
                </a:lnTo>
                <a:lnTo>
                  <a:pt x="1597393" y="312648"/>
                </a:lnTo>
                <a:lnTo>
                  <a:pt x="1645450" y="312648"/>
                </a:lnTo>
                <a:lnTo>
                  <a:pt x="1669503" y="325348"/>
                </a:lnTo>
                <a:lnTo>
                  <a:pt x="1716849" y="325348"/>
                </a:lnTo>
                <a:lnTo>
                  <a:pt x="1740522" y="338048"/>
                </a:lnTo>
                <a:lnTo>
                  <a:pt x="1786712" y="338048"/>
                </a:lnTo>
                <a:lnTo>
                  <a:pt x="1809724" y="350748"/>
                </a:lnTo>
                <a:lnTo>
                  <a:pt x="1832025" y="350748"/>
                </a:lnTo>
                <a:lnTo>
                  <a:pt x="1854454" y="363448"/>
                </a:lnTo>
                <a:lnTo>
                  <a:pt x="1876044" y="363448"/>
                </a:lnTo>
                <a:lnTo>
                  <a:pt x="1883498" y="367817"/>
                </a:lnTo>
                <a:lnTo>
                  <a:pt x="1918804" y="388848"/>
                </a:lnTo>
                <a:lnTo>
                  <a:pt x="1918512" y="376161"/>
                </a:lnTo>
                <a:lnTo>
                  <a:pt x="1939417" y="388848"/>
                </a:lnTo>
                <a:lnTo>
                  <a:pt x="1939112" y="388848"/>
                </a:lnTo>
                <a:lnTo>
                  <a:pt x="1959533" y="401548"/>
                </a:lnTo>
                <a:lnTo>
                  <a:pt x="1978812" y="401548"/>
                </a:lnTo>
                <a:lnTo>
                  <a:pt x="1998230" y="414248"/>
                </a:lnTo>
                <a:lnTo>
                  <a:pt x="1997875" y="414248"/>
                </a:lnTo>
                <a:lnTo>
                  <a:pt x="2016734" y="426948"/>
                </a:lnTo>
                <a:lnTo>
                  <a:pt x="2034349" y="426948"/>
                </a:lnTo>
                <a:lnTo>
                  <a:pt x="2043277" y="439648"/>
                </a:lnTo>
                <a:lnTo>
                  <a:pt x="2051621" y="439648"/>
                </a:lnTo>
                <a:lnTo>
                  <a:pt x="2060219" y="452348"/>
                </a:lnTo>
                <a:lnTo>
                  <a:pt x="2076272" y="452348"/>
                </a:lnTo>
                <a:lnTo>
                  <a:pt x="2084374" y="465048"/>
                </a:lnTo>
                <a:lnTo>
                  <a:pt x="2091842" y="465048"/>
                </a:lnTo>
                <a:lnTo>
                  <a:pt x="2099589" y="477748"/>
                </a:lnTo>
                <a:lnTo>
                  <a:pt x="2106676" y="477748"/>
                </a:lnTo>
                <a:lnTo>
                  <a:pt x="2114054" y="490448"/>
                </a:lnTo>
                <a:lnTo>
                  <a:pt x="2120760" y="490448"/>
                </a:lnTo>
                <a:lnTo>
                  <a:pt x="2127758" y="503148"/>
                </a:lnTo>
                <a:lnTo>
                  <a:pt x="2134057" y="503148"/>
                </a:lnTo>
                <a:lnTo>
                  <a:pt x="2140661" y="515848"/>
                </a:lnTo>
                <a:lnTo>
                  <a:pt x="2140394" y="503148"/>
                </a:lnTo>
                <a:lnTo>
                  <a:pt x="2146795" y="515848"/>
                </a:lnTo>
                <a:lnTo>
                  <a:pt x="2146541" y="515848"/>
                </a:lnTo>
                <a:lnTo>
                  <a:pt x="2152739" y="528548"/>
                </a:lnTo>
                <a:lnTo>
                  <a:pt x="2152472" y="515848"/>
                </a:lnTo>
                <a:lnTo>
                  <a:pt x="2158454" y="528548"/>
                </a:lnTo>
                <a:lnTo>
                  <a:pt x="2158200" y="528548"/>
                </a:lnTo>
                <a:lnTo>
                  <a:pt x="2163965" y="541248"/>
                </a:lnTo>
                <a:lnTo>
                  <a:pt x="2169007" y="541248"/>
                </a:lnTo>
                <a:lnTo>
                  <a:pt x="2174329" y="553948"/>
                </a:lnTo>
                <a:lnTo>
                  <a:pt x="2178939" y="553948"/>
                </a:lnTo>
                <a:lnTo>
                  <a:pt x="2183803" y="566648"/>
                </a:lnTo>
                <a:lnTo>
                  <a:pt x="2187968" y="566648"/>
                </a:lnTo>
                <a:lnTo>
                  <a:pt x="2192363" y="579348"/>
                </a:lnTo>
                <a:lnTo>
                  <a:pt x="2196096" y="579348"/>
                </a:lnTo>
                <a:lnTo>
                  <a:pt x="2199995" y="592048"/>
                </a:lnTo>
                <a:lnTo>
                  <a:pt x="2199805" y="592048"/>
                </a:lnTo>
                <a:lnTo>
                  <a:pt x="2203450" y="604748"/>
                </a:lnTo>
                <a:lnTo>
                  <a:pt x="2206498" y="604748"/>
                </a:lnTo>
                <a:lnTo>
                  <a:pt x="2209647" y="617448"/>
                </a:lnTo>
                <a:lnTo>
                  <a:pt x="2209495" y="617448"/>
                </a:lnTo>
                <a:lnTo>
                  <a:pt x="2212378" y="630148"/>
                </a:lnTo>
                <a:lnTo>
                  <a:pt x="2212238" y="617448"/>
                </a:lnTo>
                <a:lnTo>
                  <a:pt x="2214854" y="630148"/>
                </a:lnTo>
                <a:lnTo>
                  <a:pt x="2217102" y="642848"/>
                </a:lnTo>
                <a:lnTo>
                  <a:pt x="2219020" y="642848"/>
                </a:lnTo>
                <a:lnTo>
                  <a:pt x="2246973" y="642848"/>
                </a:lnTo>
                <a:close/>
              </a:path>
              <a:path w="2255520" h="2065654">
                <a:moveTo>
                  <a:pt x="2255494" y="719048"/>
                </a:moveTo>
                <a:lnTo>
                  <a:pt x="2255291" y="706348"/>
                </a:lnTo>
                <a:lnTo>
                  <a:pt x="2254834" y="706348"/>
                </a:lnTo>
                <a:lnTo>
                  <a:pt x="2254148" y="693648"/>
                </a:lnTo>
                <a:lnTo>
                  <a:pt x="2253221" y="680948"/>
                </a:lnTo>
                <a:lnTo>
                  <a:pt x="2252040" y="668248"/>
                </a:lnTo>
                <a:lnTo>
                  <a:pt x="2250605" y="668248"/>
                </a:lnTo>
                <a:lnTo>
                  <a:pt x="2248916" y="655548"/>
                </a:lnTo>
                <a:lnTo>
                  <a:pt x="2220887" y="655548"/>
                </a:lnTo>
                <a:lnTo>
                  <a:pt x="2222423" y="668248"/>
                </a:lnTo>
                <a:lnTo>
                  <a:pt x="2223732" y="680948"/>
                </a:lnTo>
                <a:lnTo>
                  <a:pt x="2224824" y="680948"/>
                </a:lnTo>
                <a:lnTo>
                  <a:pt x="2225675" y="693648"/>
                </a:lnTo>
                <a:lnTo>
                  <a:pt x="2226310" y="706348"/>
                </a:lnTo>
                <a:lnTo>
                  <a:pt x="2226729" y="719048"/>
                </a:lnTo>
                <a:lnTo>
                  <a:pt x="2226932" y="719048"/>
                </a:lnTo>
                <a:lnTo>
                  <a:pt x="2226907" y="731748"/>
                </a:lnTo>
                <a:lnTo>
                  <a:pt x="2226678" y="744448"/>
                </a:lnTo>
                <a:lnTo>
                  <a:pt x="2226233" y="757148"/>
                </a:lnTo>
                <a:lnTo>
                  <a:pt x="2225586" y="769848"/>
                </a:lnTo>
                <a:lnTo>
                  <a:pt x="2224722" y="769848"/>
                </a:lnTo>
                <a:lnTo>
                  <a:pt x="2223668" y="782548"/>
                </a:lnTo>
                <a:lnTo>
                  <a:pt x="2222398" y="795248"/>
                </a:lnTo>
                <a:lnTo>
                  <a:pt x="2220950" y="807948"/>
                </a:lnTo>
                <a:lnTo>
                  <a:pt x="2219287" y="820648"/>
                </a:lnTo>
                <a:lnTo>
                  <a:pt x="2217445" y="833348"/>
                </a:lnTo>
                <a:lnTo>
                  <a:pt x="2215413" y="833348"/>
                </a:lnTo>
                <a:lnTo>
                  <a:pt x="2213191" y="846048"/>
                </a:lnTo>
                <a:lnTo>
                  <a:pt x="2205456" y="884148"/>
                </a:lnTo>
                <a:lnTo>
                  <a:pt x="2192705" y="934948"/>
                </a:lnTo>
                <a:lnTo>
                  <a:pt x="2177389" y="985748"/>
                </a:lnTo>
                <a:lnTo>
                  <a:pt x="2159724" y="1036548"/>
                </a:lnTo>
                <a:lnTo>
                  <a:pt x="2139886" y="1087348"/>
                </a:lnTo>
                <a:lnTo>
                  <a:pt x="2118106" y="1138148"/>
                </a:lnTo>
                <a:lnTo>
                  <a:pt x="2094572" y="1188948"/>
                </a:lnTo>
                <a:lnTo>
                  <a:pt x="2069579" y="1239748"/>
                </a:lnTo>
                <a:lnTo>
                  <a:pt x="2043188" y="1290548"/>
                </a:lnTo>
                <a:lnTo>
                  <a:pt x="2015705" y="1341348"/>
                </a:lnTo>
                <a:lnTo>
                  <a:pt x="1987321" y="1392148"/>
                </a:lnTo>
                <a:lnTo>
                  <a:pt x="1958251" y="1442948"/>
                </a:lnTo>
                <a:lnTo>
                  <a:pt x="1854161" y="1620748"/>
                </a:lnTo>
                <a:lnTo>
                  <a:pt x="1824609" y="1671548"/>
                </a:lnTo>
                <a:lnTo>
                  <a:pt x="1795538" y="1722348"/>
                </a:lnTo>
                <a:lnTo>
                  <a:pt x="1767141" y="1760448"/>
                </a:lnTo>
                <a:lnTo>
                  <a:pt x="1713268" y="1849348"/>
                </a:lnTo>
                <a:lnTo>
                  <a:pt x="1688198" y="1887448"/>
                </a:lnTo>
                <a:lnTo>
                  <a:pt x="1664639" y="1925548"/>
                </a:lnTo>
                <a:lnTo>
                  <a:pt x="1642783" y="1963648"/>
                </a:lnTo>
                <a:lnTo>
                  <a:pt x="1629549" y="1987651"/>
                </a:lnTo>
                <a:lnTo>
                  <a:pt x="1607451" y="1976361"/>
                </a:lnTo>
                <a:lnTo>
                  <a:pt x="1602384" y="2065248"/>
                </a:lnTo>
                <a:lnTo>
                  <a:pt x="1682000" y="2014448"/>
                </a:lnTo>
                <a:lnTo>
                  <a:pt x="1654276" y="2000288"/>
                </a:lnTo>
                <a:lnTo>
                  <a:pt x="1667675" y="1975891"/>
                </a:lnTo>
                <a:lnTo>
                  <a:pt x="1688998" y="1950948"/>
                </a:lnTo>
                <a:lnTo>
                  <a:pt x="1712493" y="1912848"/>
                </a:lnTo>
                <a:lnTo>
                  <a:pt x="1737537" y="1862048"/>
                </a:lnTo>
                <a:lnTo>
                  <a:pt x="1791411" y="1785848"/>
                </a:lnTo>
                <a:lnTo>
                  <a:pt x="1819833" y="1735048"/>
                </a:lnTo>
                <a:lnTo>
                  <a:pt x="1848967" y="1684248"/>
                </a:lnTo>
                <a:lnTo>
                  <a:pt x="1878584" y="1633448"/>
                </a:lnTo>
                <a:lnTo>
                  <a:pt x="1968296" y="1481048"/>
                </a:lnTo>
                <a:lnTo>
                  <a:pt x="1983105" y="1455648"/>
                </a:lnTo>
                <a:lnTo>
                  <a:pt x="2012340" y="1404848"/>
                </a:lnTo>
                <a:lnTo>
                  <a:pt x="2040902" y="1354048"/>
                </a:lnTo>
                <a:lnTo>
                  <a:pt x="2068588" y="1303248"/>
                </a:lnTo>
                <a:lnTo>
                  <a:pt x="2095195" y="1252448"/>
                </a:lnTo>
                <a:lnTo>
                  <a:pt x="2120506" y="1201648"/>
                </a:lnTo>
                <a:lnTo>
                  <a:pt x="2144293" y="1138148"/>
                </a:lnTo>
                <a:lnTo>
                  <a:pt x="2155558" y="1112748"/>
                </a:lnTo>
                <a:lnTo>
                  <a:pt x="2176703" y="1061948"/>
                </a:lnTo>
                <a:lnTo>
                  <a:pt x="2195804" y="1011148"/>
                </a:lnTo>
                <a:lnTo>
                  <a:pt x="2212644" y="960348"/>
                </a:lnTo>
                <a:lnTo>
                  <a:pt x="2220163" y="934948"/>
                </a:lnTo>
                <a:lnTo>
                  <a:pt x="2227034" y="922248"/>
                </a:lnTo>
                <a:lnTo>
                  <a:pt x="2236076" y="884148"/>
                </a:lnTo>
                <a:lnTo>
                  <a:pt x="2243505" y="846048"/>
                </a:lnTo>
                <a:lnTo>
                  <a:pt x="2249246" y="807948"/>
                </a:lnTo>
                <a:lnTo>
                  <a:pt x="2252091" y="782548"/>
                </a:lnTo>
                <a:lnTo>
                  <a:pt x="2253196" y="782548"/>
                </a:lnTo>
                <a:lnTo>
                  <a:pt x="2254097" y="769848"/>
                </a:lnTo>
                <a:lnTo>
                  <a:pt x="2254770" y="757148"/>
                </a:lnTo>
                <a:lnTo>
                  <a:pt x="2255240" y="744448"/>
                </a:lnTo>
                <a:lnTo>
                  <a:pt x="2255482" y="731748"/>
                </a:lnTo>
                <a:lnTo>
                  <a:pt x="2255494" y="71904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8579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E1557E3B-0921-4253-982D-C6B5ED6FEE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t>11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8FF5FECA-5B79-41CD-903F-AD419DAD5D11}"/>
              </a:ext>
            </a:extLst>
          </p:cNvPr>
          <p:cNvSpPr>
            <a:spLocks noGrp="1"/>
          </p:cNvSpPr>
          <p:nvPr/>
        </p:nvSpPr>
        <p:spPr>
          <a:xfrm>
            <a:off x="838200" y="291955"/>
            <a:ext cx="23797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0C0"/>
                </a:solidFill>
              </a:rPr>
              <a:t>FineMem Design</a:t>
            </a:r>
          </a:p>
        </p:txBody>
      </p:sp>
      <p:sp>
        <p:nvSpPr>
          <p:cNvPr id="21" name="Original slide 11 title">
            <a:extLst>
              <a:ext uri="{FF2B5EF4-FFF2-40B4-BE49-F238E27FC236}">
                <a16:creationId xmlns:a16="http://schemas.microsoft.com/office/drawing/2014/main" id="{16BB7F8B-45AB-44C6-BA42-212C93CC135B}"/>
              </a:ext>
            </a:extLst>
          </p:cNvPr>
          <p:cNvSpPr>
            <a:spLocks noGrp="1"/>
          </p:cNvSpPr>
          <p:nvPr/>
        </p:nvSpPr>
        <p:spPr>
          <a:xfrm>
            <a:off x="838200" y="723900"/>
            <a:ext cx="10515600" cy="571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/>
          <a:lstStyle>
            <a:lvl1pPr algn="l">
              <a:buNone/>
              <a:defRPr sz="3000" b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1pPr>
            <a:lvl2pPr algn="l">
              <a:buNone/>
              <a:defRPr sz="3000" b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2pPr>
            <a:lvl3pPr algn="l">
              <a:buNone/>
              <a:defRPr sz="3000" b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3pPr>
            <a:lvl4pPr algn="l">
              <a:buNone/>
              <a:defRPr sz="3000" b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4pPr>
            <a:lvl5pPr algn="l">
              <a:buNone/>
              <a:defRPr sz="3000" b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5pPr>
            <a:lvl6pPr algn="l">
              <a:buNone/>
              <a:defRPr sz="3000" b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6pPr>
            <a:lvl7pPr algn="l">
              <a:buNone/>
              <a:defRPr sz="3000" b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7pPr>
            <a:lvl8pPr algn="l">
              <a:buNone/>
              <a:defRPr sz="3000" b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8pPr>
            <a:lvl9pPr algn="l">
              <a:buNone/>
              <a:defRPr sz="3000" b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9pPr>
          </a:lstStyle>
          <a:p>
            <a:pPr algn="l">
              <a:buNone/>
              <a:defRPr sz="3000" b="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4000" b="0" dirty="0" err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FineMem</a:t>
            </a:r>
            <a:r>
              <a:rPr sz="4000" b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: Global Shared Memory Pool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E75E871-DF98-4476-B564-0B07A4995651}"/>
              </a:ext>
            </a:extLst>
          </p:cNvPr>
          <p:cNvSpPr>
            <a:spLocks noGrp="1"/>
          </p:cNvSpPr>
          <p:nvPr/>
        </p:nvSpPr>
        <p:spPr>
          <a:xfrm>
            <a:off x="907335" y="1896354"/>
            <a:ext cx="10515600" cy="369332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2400" b="1" u="heavy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FineMem</a:t>
            </a:r>
            <a:r>
              <a:rPr sz="2400" b="1" u="heavy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Solution:</a:t>
            </a:r>
            <a:r>
              <a:rPr sz="2400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1" u="heavy" dirty="0">
                <a:latin typeface="Calibri"/>
                <a:ea typeface="Calibri"/>
                <a:cs typeface="Calibri"/>
              </a:rPr>
              <a:t>MW-based Chunk Isolation + Compute-Node Runtime Service</a:t>
            </a:r>
            <a:endParaRPr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06BD7DD-CED0-49E6-81DF-CB98B97CB5CD}"/>
              </a:ext>
            </a:extLst>
          </p:cNvPr>
          <p:cNvSpPr>
            <a:spLocks noGrp="1"/>
          </p:cNvSpPr>
          <p:nvPr/>
        </p:nvSpPr>
        <p:spPr>
          <a:xfrm>
            <a:off x="7755205" y="2703785"/>
            <a:ext cx="3094634" cy="112933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251460" indent="-251460">
              <a:buFont typeface="Arial"/>
              <a:buChar char="•"/>
              <a:defRPr/>
            </a:lvl1pPr>
            <a:lvl2pPr marL="603504" indent="-201168">
              <a:buSzPct val="80000"/>
              <a:buFont typeface="Arial"/>
              <a:buChar char="•"/>
              <a:defRPr/>
            </a:lvl2pPr>
            <a:lvl3pPr marL="955548" indent="-201168">
              <a:buSzPct val="65000"/>
              <a:buFont typeface="Arial"/>
              <a:buChar char="•"/>
              <a:defRPr/>
            </a:lvl3pPr>
            <a:lvl4pPr marL="1307592" indent="-201168">
              <a:buSzPct val="55000"/>
              <a:buFont typeface="Arial"/>
              <a:buChar char="•"/>
              <a:defRPr/>
            </a:lvl4pPr>
            <a:lvl5pPr marL="1659636" indent="-201168">
              <a:buSzPct val="50000"/>
              <a:buFont typeface="Arial"/>
              <a:buChar char="•"/>
              <a:defRPr/>
            </a:lvl5pPr>
          </a:lstStyle>
          <a:p>
            <a:pPr marL="0" indent="0">
              <a:lnSpc>
                <a:spcPct val="100000"/>
              </a:lnSpc>
              <a:buNone/>
            </a:pPr>
            <a:r>
              <a:rPr sz="2112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Chunk Isolation</a:t>
            </a:r>
            <a:endParaRPr sz="2112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22"/>
              </a:spcBef>
              <a:buNone/>
            </a:pPr>
            <a:r>
              <a:rPr sz="1760" b="1" dirty="0">
                <a:latin typeface="Calibri"/>
                <a:ea typeface="Calibri"/>
                <a:cs typeface="Calibri"/>
              </a:rPr>
              <a:t>Fine-grained Memory Window</a:t>
            </a:r>
            <a:endParaRPr sz="1760" dirty="0">
              <a:latin typeface="Calibri"/>
              <a:ea typeface="Calibri"/>
              <a:cs typeface="Calibri"/>
            </a:endParaRPr>
          </a:p>
          <a:p>
            <a:r>
              <a:rPr sz="1760" dirty="0">
                <a:latin typeface="Calibri"/>
                <a:ea typeface="Calibri"/>
                <a:cs typeface="Calibri"/>
              </a:rPr>
              <a:t>Fast MW (re)generation</a:t>
            </a:r>
          </a:p>
          <a:p>
            <a:r>
              <a:rPr sz="1760" dirty="0">
                <a:latin typeface="Calibri"/>
                <a:ea typeface="Calibri"/>
                <a:cs typeface="Calibri"/>
              </a:rPr>
              <a:t>Each chunk</a:t>
            </a:r>
            <a:r>
              <a:rPr lang="en-US" sz="1760" dirty="0">
                <a:latin typeface="Calibri"/>
                <a:ea typeface="Calibri"/>
                <a:cs typeface="Calibri"/>
              </a:rPr>
              <a:t> has</a:t>
            </a:r>
            <a:r>
              <a:rPr sz="1760" dirty="0">
                <a:latin typeface="Calibri"/>
                <a:ea typeface="Calibri"/>
                <a:cs typeface="Calibri"/>
              </a:rPr>
              <a:t> </a:t>
            </a:r>
            <a:r>
              <a:rPr lang="en-US" sz="1760" dirty="0">
                <a:latin typeface="Calibri"/>
                <a:ea typeface="Calibri"/>
                <a:cs typeface="Calibri"/>
              </a:rPr>
              <a:t>an </a:t>
            </a:r>
            <a:r>
              <a:rPr sz="1760" dirty="0">
                <a:latin typeface="Calibri"/>
                <a:ea typeface="Calibri"/>
                <a:cs typeface="Calibri"/>
              </a:rPr>
              <a:t>MW </a:t>
            </a:r>
            <a:r>
              <a:rPr sz="1760" dirty="0" err="1">
                <a:latin typeface="Calibri"/>
                <a:ea typeface="Calibri"/>
                <a:cs typeface="Calibri"/>
              </a:rPr>
              <a:t>rkey</a:t>
            </a:r>
            <a:endParaRPr sz="176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0AB08C5-4655-440E-9E94-5231FB066D82}"/>
              </a:ext>
            </a:extLst>
          </p:cNvPr>
          <p:cNvSpPr>
            <a:spLocks noGrp="1"/>
          </p:cNvSpPr>
          <p:nvPr/>
        </p:nvSpPr>
        <p:spPr>
          <a:xfrm>
            <a:off x="7755205" y="5311378"/>
            <a:ext cx="3094634" cy="112933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251460" indent="-251460">
              <a:buFont typeface="Arial"/>
              <a:buChar char="•"/>
              <a:defRPr/>
            </a:lvl1pPr>
            <a:lvl2pPr marL="603504" indent="-201168">
              <a:buSzPct val="80000"/>
              <a:buFont typeface="Arial"/>
              <a:buChar char="•"/>
              <a:defRPr/>
            </a:lvl2pPr>
            <a:lvl3pPr marL="955548" indent="-201168">
              <a:buSzPct val="65000"/>
              <a:buFont typeface="Arial"/>
              <a:buChar char="•"/>
              <a:defRPr/>
            </a:lvl3pPr>
            <a:lvl4pPr marL="1307592" indent="-201168">
              <a:buSzPct val="55000"/>
              <a:buFont typeface="Arial"/>
              <a:buChar char="•"/>
              <a:defRPr/>
            </a:lvl4pPr>
            <a:lvl5pPr marL="1659636" indent="-201168">
              <a:buSzPct val="50000"/>
              <a:buFont typeface="Arial"/>
              <a:buChar char="•"/>
              <a:defRPr/>
            </a:lvl5pPr>
          </a:lstStyle>
          <a:p>
            <a:pPr marL="0" indent="0">
              <a:lnSpc>
                <a:spcPct val="100000"/>
              </a:lnSpc>
              <a:buNone/>
            </a:pPr>
            <a:r>
              <a:rPr sz="2112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Metadata Isolation</a:t>
            </a:r>
            <a:endParaRPr sz="2112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22"/>
              </a:spcBef>
              <a:buNone/>
            </a:pPr>
            <a:r>
              <a:rPr sz="1760" b="1" dirty="0">
                <a:latin typeface="Calibri"/>
                <a:ea typeface="Calibri"/>
                <a:cs typeface="Calibri"/>
              </a:rPr>
              <a:t>Per-Node Allocation Service</a:t>
            </a:r>
            <a:endParaRPr sz="1760" dirty="0">
              <a:latin typeface="Calibri"/>
              <a:ea typeface="Calibri"/>
              <a:cs typeface="Calibri"/>
            </a:endParaRPr>
          </a:p>
          <a:p>
            <a:r>
              <a:rPr sz="1760" dirty="0">
                <a:latin typeface="Calibri"/>
                <a:ea typeface="Calibri"/>
                <a:cs typeface="Calibri"/>
              </a:rPr>
              <a:t>Trusted </a:t>
            </a:r>
            <a:r>
              <a:rPr lang="en-US" sz="1760" dirty="0">
                <a:latin typeface="Calibri"/>
                <a:ea typeface="Calibri"/>
                <a:cs typeface="Calibri"/>
              </a:rPr>
              <a:t>allocation </a:t>
            </a:r>
            <a:r>
              <a:rPr sz="1760" dirty="0">
                <a:latin typeface="Calibri"/>
                <a:ea typeface="Calibri"/>
                <a:cs typeface="Calibri"/>
              </a:rPr>
              <a:t>service</a:t>
            </a:r>
          </a:p>
          <a:p>
            <a:r>
              <a:rPr sz="1760" dirty="0">
                <a:latin typeface="Calibri"/>
                <a:ea typeface="Calibri"/>
                <a:cs typeface="Calibri"/>
              </a:rPr>
              <a:t>Users call service via IPC</a:t>
            </a:r>
          </a:p>
        </p:txBody>
      </p:sp>
      <p:pic>
        <p:nvPicPr>
          <p:cNvPr id="29" name="objec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940" y="2451324"/>
            <a:ext cx="5956651" cy="365168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73922A84-1BBE-4F27-9C43-435B3EB83D36}"/>
              </a:ext>
            </a:extLst>
          </p:cNvPr>
          <p:cNvSpPr>
            <a:spLocks noGrp="1"/>
          </p:cNvSpPr>
          <p:nvPr/>
        </p:nvSpPr>
        <p:spPr>
          <a:xfrm>
            <a:off x="6417917" y="3014698"/>
            <a:ext cx="805230" cy="2292756"/>
          </a:xfrm>
          <a:custGeom>
            <a:avLst/>
            <a:gdLst/>
            <a:ahLst/>
            <a:cxnLst/>
            <a:rect l="l" t="t" r="r" b="b"/>
            <a:pathLst>
              <a:path w="915034" h="2605404">
                <a:moveTo>
                  <a:pt x="153162" y="2385288"/>
                </a:moveTo>
                <a:lnTo>
                  <a:pt x="120408" y="2365819"/>
                </a:lnTo>
                <a:lnTo>
                  <a:pt x="86728" y="2422474"/>
                </a:lnTo>
                <a:lnTo>
                  <a:pt x="42506" y="2496693"/>
                </a:lnTo>
                <a:lnTo>
                  <a:pt x="42367" y="2496693"/>
                </a:lnTo>
                <a:lnTo>
                  <a:pt x="75196" y="2516276"/>
                </a:lnTo>
                <a:lnTo>
                  <a:pt x="90982" y="2489835"/>
                </a:lnTo>
                <a:lnTo>
                  <a:pt x="153162" y="2385288"/>
                </a:lnTo>
                <a:close/>
              </a:path>
              <a:path w="915034" h="2605404">
                <a:moveTo>
                  <a:pt x="154266" y="2509012"/>
                </a:moveTo>
                <a:lnTo>
                  <a:pt x="135585" y="2489606"/>
                </a:lnTo>
                <a:lnTo>
                  <a:pt x="132270" y="2489835"/>
                </a:lnTo>
                <a:lnTo>
                  <a:pt x="129044" y="2490635"/>
                </a:lnTo>
                <a:lnTo>
                  <a:pt x="126009" y="2491981"/>
                </a:lnTo>
                <a:lnTo>
                  <a:pt x="38747" y="2540165"/>
                </a:lnTo>
                <a:lnTo>
                  <a:pt x="39763" y="2440495"/>
                </a:lnTo>
                <a:lnTo>
                  <a:pt x="39725" y="2440114"/>
                </a:lnTo>
                <a:lnTo>
                  <a:pt x="39509" y="2437180"/>
                </a:lnTo>
                <a:lnTo>
                  <a:pt x="39408" y="2436812"/>
                </a:lnTo>
                <a:lnTo>
                  <a:pt x="23990" y="2421509"/>
                </a:lnTo>
                <a:lnTo>
                  <a:pt x="23545" y="2421509"/>
                </a:lnTo>
                <a:lnTo>
                  <a:pt x="20904" y="2421255"/>
                </a:lnTo>
                <a:lnTo>
                  <a:pt x="0" y="2605087"/>
                </a:lnTo>
                <a:lnTo>
                  <a:pt x="58432" y="2572816"/>
                </a:lnTo>
                <a:lnTo>
                  <a:pt x="144424" y="2525331"/>
                </a:lnTo>
                <a:lnTo>
                  <a:pt x="153911" y="2512314"/>
                </a:lnTo>
                <a:lnTo>
                  <a:pt x="154266" y="2509012"/>
                </a:lnTo>
                <a:close/>
              </a:path>
              <a:path w="915034" h="2605404">
                <a:moveTo>
                  <a:pt x="164528" y="1641271"/>
                </a:moveTo>
                <a:lnTo>
                  <a:pt x="144754" y="1622983"/>
                </a:lnTo>
                <a:lnTo>
                  <a:pt x="141452" y="1623402"/>
                </a:lnTo>
                <a:lnTo>
                  <a:pt x="138290" y="1624380"/>
                </a:lnTo>
                <a:lnTo>
                  <a:pt x="80975" y="1647825"/>
                </a:lnTo>
                <a:lnTo>
                  <a:pt x="46037" y="1662125"/>
                </a:lnTo>
                <a:lnTo>
                  <a:pt x="80924" y="1647825"/>
                </a:lnTo>
                <a:lnTo>
                  <a:pt x="118224" y="1598968"/>
                </a:lnTo>
                <a:lnTo>
                  <a:pt x="87934" y="1575854"/>
                </a:lnTo>
                <a:lnTo>
                  <a:pt x="50888" y="1624380"/>
                </a:lnTo>
                <a:lnTo>
                  <a:pt x="50368" y="1625066"/>
                </a:lnTo>
                <a:lnTo>
                  <a:pt x="50825" y="1624380"/>
                </a:lnTo>
                <a:lnTo>
                  <a:pt x="50888" y="1623872"/>
                </a:lnTo>
                <a:lnTo>
                  <a:pt x="51003" y="1622983"/>
                </a:lnTo>
                <a:lnTo>
                  <a:pt x="58597" y="1563243"/>
                </a:lnTo>
                <a:lnTo>
                  <a:pt x="41503" y="1541818"/>
                </a:lnTo>
                <a:lnTo>
                  <a:pt x="38785" y="1541818"/>
                </a:lnTo>
                <a:lnTo>
                  <a:pt x="0" y="1722107"/>
                </a:lnTo>
                <a:lnTo>
                  <a:pt x="44983" y="1703705"/>
                </a:lnTo>
                <a:lnTo>
                  <a:pt x="152704" y="1659648"/>
                </a:lnTo>
                <a:lnTo>
                  <a:pt x="164465" y="1642452"/>
                </a:lnTo>
                <a:lnTo>
                  <a:pt x="164528" y="1641271"/>
                </a:lnTo>
                <a:close/>
              </a:path>
              <a:path w="915034" h="2605404">
                <a:moveTo>
                  <a:pt x="277101" y="1383931"/>
                </a:moveTo>
                <a:lnTo>
                  <a:pt x="246011" y="1361897"/>
                </a:lnTo>
                <a:lnTo>
                  <a:pt x="238150" y="1372997"/>
                </a:lnTo>
                <a:lnTo>
                  <a:pt x="214198" y="1406283"/>
                </a:lnTo>
                <a:lnTo>
                  <a:pt x="189814" y="1439710"/>
                </a:lnTo>
                <a:lnTo>
                  <a:pt x="165049" y="1473276"/>
                </a:lnTo>
                <a:lnTo>
                  <a:pt x="156527" y="1484693"/>
                </a:lnTo>
                <a:lnTo>
                  <a:pt x="187071" y="1507464"/>
                </a:lnTo>
                <a:lnTo>
                  <a:pt x="195618" y="1496009"/>
                </a:lnTo>
                <a:lnTo>
                  <a:pt x="220497" y="1462303"/>
                </a:lnTo>
                <a:lnTo>
                  <a:pt x="245008" y="1428686"/>
                </a:lnTo>
                <a:lnTo>
                  <a:pt x="269113" y="1395196"/>
                </a:lnTo>
                <a:lnTo>
                  <a:pt x="277101" y="1383931"/>
                </a:lnTo>
                <a:close/>
              </a:path>
              <a:path w="915034" h="2605404">
                <a:moveTo>
                  <a:pt x="288607" y="2155380"/>
                </a:moveTo>
                <a:lnTo>
                  <a:pt x="255701" y="2136165"/>
                </a:lnTo>
                <a:lnTo>
                  <a:pt x="224878" y="2188934"/>
                </a:lnTo>
                <a:lnTo>
                  <a:pt x="178650" y="2267521"/>
                </a:lnTo>
                <a:lnTo>
                  <a:pt x="211442" y="2286914"/>
                </a:lnTo>
                <a:lnTo>
                  <a:pt x="257746" y="2208212"/>
                </a:lnTo>
                <a:lnTo>
                  <a:pt x="288607" y="2155380"/>
                </a:lnTo>
                <a:close/>
              </a:path>
              <a:path w="915034" h="2605404">
                <a:moveTo>
                  <a:pt x="312826" y="59423"/>
                </a:moveTo>
                <a:lnTo>
                  <a:pt x="275564" y="45758"/>
                </a:lnTo>
                <a:lnTo>
                  <a:pt x="169011" y="7886"/>
                </a:lnTo>
                <a:lnTo>
                  <a:pt x="167081" y="13347"/>
                </a:lnTo>
                <a:lnTo>
                  <a:pt x="152082" y="0"/>
                </a:lnTo>
                <a:lnTo>
                  <a:pt x="126758" y="28473"/>
                </a:lnTo>
                <a:lnTo>
                  <a:pt x="170192" y="67081"/>
                </a:lnTo>
                <a:lnTo>
                  <a:pt x="213207" y="105778"/>
                </a:lnTo>
                <a:lnTo>
                  <a:pt x="234416" y="125158"/>
                </a:lnTo>
                <a:lnTo>
                  <a:pt x="239763" y="130124"/>
                </a:lnTo>
                <a:lnTo>
                  <a:pt x="265671" y="102196"/>
                </a:lnTo>
                <a:lnTo>
                  <a:pt x="260273" y="97180"/>
                </a:lnTo>
                <a:lnTo>
                  <a:pt x="238861" y="77609"/>
                </a:lnTo>
                <a:lnTo>
                  <a:pt x="230657" y="70243"/>
                </a:lnTo>
                <a:lnTo>
                  <a:pt x="262521" y="81559"/>
                </a:lnTo>
                <a:lnTo>
                  <a:pt x="299427" y="95097"/>
                </a:lnTo>
                <a:lnTo>
                  <a:pt x="312826" y="59423"/>
                </a:lnTo>
                <a:close/>
              </a:path>
              <a:path w="915034" h="2605404">
                <a:moveTo>
                  <a:pt x="421474" y="1923770"/>
                </a:moveTo>
                <a:lnTo>
                  <a:pt x="388264" y="1905101"/>
                </a:lnTo>
                <a:lnTo>
                  <a:pt x="377672" y="1923961"/>
                </a:lnTo>
                <a:lnTo>
                  <a:pt x="340410" y="1989505"/>
                </a:lnTo>
                <a:lnTo>
                  <a:pt x="312928" y="2037372"/>
                </a:lnTo>
                <a:lnTo>
                  <a:pt x="345960" y="2056345"/>
                </a:lnTo>
                <a:lnTo>
                  <a:pt x="373468" y="2008454"/>
                </a:lnTo>
                <a:lnTo>
                  <a:pt x="410819" y="1942744"/>
                </a:lnTo>
                <a:lnTo>
                  <a:pt x="421474" y="1923770"/>
                </a:lnTo>
                <a:close/>
              </a:path>
              <a:path w="915034" h="2605404">
                <a:moveTo>
                  <a:pt x="425170" y="1160386"/>
                </a:moveTo>
                <a:lnTo>
                  <a:pt x="392442" y="1140879"/>
                </a:lnTo>
                <a:lnTo>
                  <a:pt x="389610" y="1145641"/>
                </a:lnTo>
                <a:lnTo>
                  <a:pt x="370001" y="1177455"/>
                </a:lnTo>
                <a:lnTo>
                  <a:pt x="349910" y="1209090"/>
                </a:lnTo>
                <a:lnTo>
                  <a:pt x="328599" y="1241755"/>
                </a:lnTo>
                <a:lnTo>
                  <a:pt x="310807" y="1268387"/>
                </a:lnTo>
                <a:lnTo>
                  <a:pt x="342480" y="1289558"/>
                </a:lnTo>
                <a:lnTo>
                  <a:pt x="360476" y="1262646"/>
                </a:lnTo>
                <a:lnTo>
                  <a:pt x="381812" y="1229931"/>
                </a:lnTo>
                <a:lnTo>
                  <a:pt x="402463" y="1197406"/>
                </a:lnTo>
                <a:lnTo>
                  <a:pt x="422363" y="1165098"/>
                </a:lnTo>
                <a:lnTo>
                  <a:pt x="425170" y="1160386"/>
                </a:lnTo>
                <a:close/>
              </a:path>
              <a:path w="915034" h="2605404">
                <a:moveTo>
                  <a:pt x="451726" y="296684"/>
                </a:moveTo>
                <a:lnTo>
                  <a:pt x="419874" y="258343"/>
                </a:lnTo>
                <a:lnTo>
                  <a:pt x="382562" y="217055"/>
                </a:lnTo>
                <a:lnTo>
                  <a:pt x="348678" y="182003"/>
                </a:lnTo>
                <a:lnTo>
                  <a:pt x="321525" y="208737"/>
                </a:lnTo>
                <a:lnTo>
                  <a:pt x="335584" y="223024"/>
                </a:lnTo>
                <a:lnTo>
                  <a:pt x="354888" y="243230"/>
                </a:lnTo>
                <a:lnTo>
                  <a:pt x="373341" y="263271"/>
                </a:lnTo>
                <a:lnTo>
                  <a:pt x="391223" y="283451"/>
                </a:lnTo>
                <a:lnTo>
                  <a:pt x="408470" y="303796"/>
                </a:lnTo>
                <a:lnTo>
                  <a:pt x="422109" y="320649"/>
                </a:lnTo>
                <a:lnTo>
                  <a:pt x="451726" y="296684"/>
                </a:lnTo>
                <a:close/>
              </a:path>
              <a:path w="915034" h="2605404">
                <a:moveTo>
                  <a:pt x="547458" y="920330"/>
                </a:moveTo>
                <a:lnTo>
                  <a:pt x="512064" y="906233"/>
                </a:lnTo>
                <a:lnTo>
                  <a:pt x="508050" y="916330"/>
                </a:lnTo>
                <a:lnTo>
                  <a:pt x="501954" y="930986"/>
                </a:lnTo>
                <a:lnTo>
                  <a:pt x="482473" y="974585"/>
                </a:lnTo>
                <a:lnTo>
                  <a:pt x="459727" y="1020876"/>
                </a:lnTo>
                <a:lnTo>
                  <a:pt x="448500" y="1042352"/>
                </a:lnTo>
                <a:lnTo>
                  <a:pt x="482130" y="1060246"/>
                </a:lnTo>
                <a:lnTo>
                  <a:pt x="501561" y="1022578"/>
                </a:lnTo>
                <a:lnTo>
                  <a:pt x="523684" y="976249"/>
                </a:lnTo>
                <a:lnTo>
                  <a:pt x="543407" y="930516"/>
                </a:lnTo>
                <a:lnTo>
                  <a:pt x="547458" y="920330"/>
                </a:lnTo>
                <a:close/>
              </a:path>
              <a:path w="915034" h="2605404">
                <a:moveTo>
                  <a:pt x="549986" y="1689658"/>
                </a:moveTo>
                <a:lnTo>
                  <a:pt x="516420" y="1671637"/>
                </a:lnTo>
                <a:lnTo>
                  <a:pt x="484644" y="1730844"/>
                </a:lnTo>
                <a:lnTo>
                  <a:pt x="449859" y="1794573"/>
                </a:lnTo>
                <a:lnTo>
                  <a:pt x="443877" y="1805368"/>
                </a:lnTo>
                <a:lnTo>
                  <a:pt x="477202" y="1823847"/>
                </a:lnTo>
                <a:lnTo>
                  <a:pt x="483222" y="1812988"/>
                </a:lnTo>
                <a:lnTo>
                  <a:pt x="518121" y="1749044"/>
                </a:lnTo>
                <a:lnTo>
                  <a:pt x="549986" y="1689658"/>
                </a:lnTo>
                <a:close/>
              </a:path>
              <a:path w="915034" h="2605404">
                <a:moveTo>
                  <a:pt x="559689" y="165684"/>
                </a:moveTo>
                <a:lnTo>
                  <a:pt x="514273" y="142963"/>
                </a:lnTo>
                <a:lnTo>
                  <a:pt x="465150" y="120434"/>
                </a:lnTo>
                <a:lnTo>
                  <a:pt x="419976" y="101219"/>
                </a:lnTo>
                <a:lnTo>
                  <a:pt x="405231" y="136359"/>
                </a:lnTo>
                <a:lnTo>
                  <a:pt x="432892" y="147967"/>
                </a:lnTo>
                <a:lnTo>
                  <a:pt x="449694" y="155282"/>
                </a:lnTo>
                <a:lnTo>
                  <a:pt x="497662" y="177266"/>
                </a:lnTo>
                <a:lnTo>
                  <a:pt x="542201" y="199529"/>
                </a:lnTo>
                <a:lnTo>
                  <a:pt x="559689" y="165684"/>
                </a:lnTo>
                <a:close/>
              </a:path>
              <a:path w="915034" h="2605404">
                <a:moveTo>
                  <a:pt x="582244" y="535940"/>
                </a:moveTo>
                <a:lnTo>
                  <a:pt x="567931" y="492848"/>
                </a:lnTo>
                <a:lnTo>
                  <a:pt x="552932" y="457111"/>
                </a:lnTo>
                <a:lnTo>
                  <a:pt x="535597" y="422198"/>
                </a:lnTo>
                <a:lnTo>
                  <a:pt x="518731" y="392506"/>
                </a:lnTo>
                <a:lnTo>
                  <a:pt x="486016" y="412026"/>
                </a:lnTo>
                <a:lnTo>
                  <a:pt x="489826" y="418439"/>
                </a:lnTo>
                <a:lnTo>
                  <a:pt x="496163" y="429501"/>
                </a:lnTo>
                <a:lnTo>
                  <a:pt x="518198" y="472808"/>
                </a:lnTo>
                <a:lnTo>
                  <a:pt x="536359" y="517461"/>
                </a:lnTo>
                <a:lnTo>
                  <a:pt x="545630" y="546455"/>
                </a:lnTo>
                <a:lnTo>
                  <a:pt x="582244" y="535940"/>
                </a:lnTo>
                <a:close/>
              </a:path>
              <a:path w="915034" h="2605404">
                <a:moveTo>
                  <a:pt x="601560" y="671550"/>
                </a:moveTo>
                <a:lnTo>
                  <a:pt x="601383" y="658317"/>
                </a:lnTo>
                <a:lnTo>
                  <a:pt x="601154" y="652957"/>
                </a:lnTo>
                <a:lnTo>
                  <a:pt x="563092" y="654545"/>
                </a:lnTo>
                <a:lnTo>
                  <a:pt x="563308" y="659650"/>
                </a:lnTo>
                <a:lnTo>
                  <a:pt x="563473" y="672071"/>
                </a:lnTo>
                <a:lnTo>
                  <a:pt x="563308" y="684098"/>
                </a:lnTo>
                <a:lnTo>
                  <a:pt x="563257" y="685380"/>
                </a:lnTo>
                <a:lnTo>
                  <a:pt x="562787" y="697268"/>
                </a:lnTo>
                <a:lnTo>
                  <a:pt x="559079" y="735939"/>
                </a:lnTo>
                <a:lnTo>
                  <a:pt x="552196" y="775766"/>
                </a:lnTo>
                <a:lnTo>
                  <a:pt x="546608" y="800201"/>
                </a:lnTo>
                <a:lnTo>
                  <a:pt x="583628" y="809155"/>
                </a:lnTo>
                <a:lnTo>
                  <a:pt x="592366" y="769048"/>
                </a:lnTo>
                <a:lnTo>
                  <a:pt x="598576" y="726770"/>
                </a:lnTo>
                <a:lnTo>
                  <a:pt x="600925" y="696747"/>
                </a:lnTo>
                <a:lnTo>
                  <a:pt x="601395" y="685380"/>
                </a:lnTo>
                <a:lnTo>
                  <a:pt x="601408" y="684098"/>
                </a:lnTo>
                <a:lnTo>
                  <a:pt x="601560" y="671550"/>
                </a:lnTo>
                <a:close/>
              </a:path>
              <a:path w="915034" h="2605404">
                <a:moveTo>
                  <a:pt x="671537" y="1451432"/>
                </a:moveTo>
                <a:lnTo>
                  <a:pt x="637273" y="1434769"/>
                </a:lnTo>
                <a:lnTo>
                  <a:pt x="628027" y="1453794"/>
                </a:lnTo>
                <a:lnTo>
                  <a:pt x="613283" y="1483715"/>
                </a:lnTo>
                <a:lnTo>
                  <a:pt x="598208" y="1513852"/>
                </a:lnTo>
                <a:lnTo>
                  <a:pt x="582853" y="1544193"/>
                </a:lnTo>
                <a:lnTo>
                  <a:pt x="569226" y="1570634"/>
                </a:lnTo>
                <a:lnTo>
                  <a:pt x="603097" y="1588084"/>
                </a:lnTo>
                <a:lnTo>
                  <a:pt x="616762" y="1561579"/>
                </a:lnTo>
                <a:lnTo>
                  <a:pt x="632231" y="1531023"/>
                </a:lnTo>
                <a:lnTo>
                  <a:pt x="647382" y="1500695"/>
                </a:lnTo>
                <a:lnTo>
                  <a:pt x="662216" y="1470596"/>
                </a:lnTo>
                <a:lnTo>
                  <a:pt x="671537" y="1451432"/>
                </a:lnTo>
                <a:close/>
              </a:path>
              <a:path w="915034" h="2605404">
                <a:moveTo>
                  <a:pt x="779818" y="325704"/>
                </a:moveTo>
                <a:lnTo>
                  <a:pt x="743534" y="289928"/>
                </a:lnTo>
                <a:lnTo>
                  <a:pt x="705739" y="258140"/>
                </a:lnTo>
                <a:lnTo>
                  <a:pt x="665251" y="228536"/>
                </a:lnTo>
                <a:lnTo>
                  <a:pt x="659879" y="224929"/>
                </a:lnTo>
                <a:lnTo>
                  <a:pt x="638670" y="256578"/>
                </a:lnTo>
                <a:lnTo>
                  <a:pt x="643877" y="260070"/>
                </a:lnTo>
                <a:lnTo>
                  <a:pt x="656907" y="269201"/>
                </a:lnTo>
                <a:lnTo>
                  <a:pt x="694651" y="298081"/>
                </a:lnTo>
                <a:lnTo>
                  <a:pt x="728967" y="328422"/>
                </a:lnTo>
                <a:lnTo>
                  <a:pt x="751662" y="351370"/>
                </a:lnTo>
                <a:lnTo>
                  <a:pt x="779818" y="325704"/>
                </a:lnTo>
                <a:close/>
              </a:path>
              <a:path w="915034" h="2605404">
                <a:moveTo>
                  <a:pt x="781621" y="1207173"/>
                </a:moveTo>
                <a:lnTo>
                  <a:pt x="746328" y="1192809"/>
                </a:lnTo>
                <a:lnTo>
                  <a:pt x="744816" y="1196517"/>
                </a:lnTo>
                <a:lnTo>
                  <a:pt x="733361" y="1223987"/>
                </a:lnTo>
                <a:lnTo>
                  <a:pt x="721385" y="1252016"/>
                </a:lnTo>
                <a:lnTo>
                  <a:pt x="709307" y="1279677"/>
                </a:lnTo>
                <a:lnTo>
                  <a:pt x="696658" y="1308023"/>
                </a:lnTo>
                <a:lnTo>
                  <a:pt x="685825" y="1331836"/>
                </a:lnTo>
                <a:lnTo>
                  <a:pt x="720509" y="1347609"/>
                </a:lnTo>
                <a:lnTo>
                  <a:pt x="744131" y="1295120"/>
                </a:lnTo>
                <a:lnTo>
                  <a:pt x="768489" y="1238732"/>
                </a:lnTo>
                <a:lnTo>
                  <a:pt x="780084" y="1210957"/>
                </a:lnTo>
                <a:lnTo>
                  <a:pt x="781621" y="1207173"/>
                </a:lnTo>
                <a:close/>
              </a:path>
              <a:path w="915034" h="2605404">
                <a:moveTo>
                  <a:pt x="870927" y="953884"/>
                </a:moveTo>
                <a:lnTo>
                  <a:pt x="834326" y="943330"/>
                </a:lnTo>
                <a:lnTo>
                  <a:pt x="828332" y="964082"/>
                </a:lnTo>
                <a:lnTo>
                  <a:pt x="820940" y="988441"/>
                </a:lnTo>
                <a:lnTo>
                  <a:pt x="813015" y="1013294"/>
                </a:lnTo>
                <a:lnTo>
                  <a:pt x="804621" y="1038453"/>
                </a:lnTo>
                <a:lnTo>
                  <a:pt x="795680" y="1064183"/>
                </a:lnTo>
                <a:lnTo>
                  <a:pt x="787463" y="1087018"/>
                </a:lnTo>
                <a:lnTo>
                  <a:pt x="823315" y="1099921"/>
                </a:lnTo>
                <a:lnTo>
                  <a:pt x="840727" y="1050607"/>
                </a:lnTo>
                <a:lnTo>
                  <a:pt x="857338" y="999705"/>
                </a:lnTo>
                <a:lnTo>
                  <a:pt x="864920" y="974750"/>
                </a:lnTo>
                <a:lnTo>
                  <a:pt x="870927" y="953884"/>
                </a:lnTo>
                <a:close/>
              </a:path>
              <a:path w="915034" h="2605404">
                <a:moveTo>
                  <a:pt x="904697" y="568858"/>
                </a:moveTo>
                <a:lnTo>
                  <a:pt x="892860" y="520585"/>
                </a:lnTo>
                <a:lnTo>
                  <a:pt x="875855" y="472922"/>
                </a:lnTo>
                <a:lnTo>
                  <a:pt x="854481" y="428409"/>
                </a:lnTo>
                <a:lnTo>
                  <a:pt x="850138" y="420789"/>
                </a:lnTo>
                <a:lnTo>
                  <a:pt x="817016" y="439610"/>
                </a:lnTo>
                <a:lnTo>
                  <a:pt x="821042" y="446709"/>
                </a:lnTo>
                <a:lnTo>
                  <a:pt x="828027" y="460044"/>
                </a:lnTo>
                <a:lnTo>
                  <a:pt x="846493" y="502208"/>
                </a:lnTo>
                <a:lnTo>
                  <a:pt x="860717" y="547154"/>
                </a:lnTo>
                <a:lnTo>
                  <a:pt x="867321" y="576262"/>
                </a:lnTo>
                <a:lnTo>
                  <a:pt x="904697" y="568858"/>
                </a:lnTo>
                <a:close/>
              </a:path>
              <a:path w="915034" h="2605404">
                <a:moveTo>
                  <a:pt x="914984" y="686473"/>
                </a:moveTo>
                <a:lnTo>
                  <a:pt x="876884" y="685990"/>
                </a:lnTo>
                <a:lnTo>
                  <a:pt x="876782" y="693572"/>
                </a:lnTo>
                <a:lnTo>
                  <a:pt x="876541" y="702208"/>
                </a:lnTo>
                <a:lnTo>
                  <a:pt x="876477" y="703656"/>
                </a:lnTo>
                <a:lnTo>
                  <a:pt x="876134" y="711860"/>
                </a:lnTo>
                <a:lnTo>
                  <a:pt x="876033" y="713854"/>
                </a:lnTo>
                <a:lnTo>
                  <a:pt x="871893" y="762393"/>
                </a:lnTo>
                <a:lnTo>
                  <a:pt x="866025" y="804075"/>
                </a:lnTo>
                <a:lnTo>
                  <a:pt x="860628" y="833831"/>
                </a:lnTo>
                <a:lnTo>
                  <a:pt x="898017" y="841184"/>
                </a:lnTo>
                <a:lnTo>
                  <a:pt x="907021" y="787971"/>
                </a:lnTo>
                <a:lnTo>
                  <a:pt x="912012" y="745020"/>
                </a:lnTo>
                <a:lnTo>
                  <a:pt x="914273" y="711860"/>
                </a:lnTo>
                <a:lnTo>
                  <a:pt x="914615" y="703656"/>
                </a:lnTo>
                <a:lnTo>
                  <a:pt x="914654" y="702208"/>
                </a:lnTo>
                <a:lnTo>
                  <a:pt x="914895" y="693572"/>
                </a:lnTo>
                <a:lnTo>
                  <a:pt x="914984" y="68647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86E2ED8-9C80-47CA-B350-C32C9E042327}"/>
              </a:ext>
            </a:extLst>
          </p:cNvPr>
          <p:cNvSpPr>
            <a:spLocks noGrp="1"/>
          </p:cNvSpPr>
          <p:nvPr/>
        </p:nvSpPr>
        <p:spPr>
          <a:xfrm>
            <a:off x="1159767" y="3178297"/>
            <a:ext cx="5486298" cy="1884273"/>
          </a:xfrm>
          <a:custGeom>
            <a:avLst/>
            <a:gdLst/>
            <a:ahLst/>
            <a:cxnLst/>
            <a:rect l="l" t="t" r="r" b="b"/>
            <a:pathLst>
              <a:path w="6234430" h="2141220">
                <a:moveTo>
                  <a:pt x="38100" y="204508"/>
                </a:moveTo>
                <a:lnTo>
                  <a:pt x="0" y="204508"/>
                </a:lnTo>
                <a:lnTo>
                  <a:pt x="0" y="356908"/>
                </a:lnTo>
                <a:lnTo>
                  <a:pt x="38100" y="356908"/>
                </a:lnTo>
                <a:lnTo>
                  <a:pt x="38100" y="204508"/>
                </a:lnTo>
                <a:close/>
              </a:path>
              <a:path w="6234430" h="2141220">
                <a:moveTo>
                  <a:pt x="100279" y="0"/>
                </a:moveTo>
                <a:lnTo>
                  <a:pt x="0" y="0"/>
                </a:lnTo>
                <a:lnTo>
                  <a:pt x="0" y="90208"/>
                </a:lnTo>
                <a:lnTo>
                  <a:pt x="38100" y="90208"/>
                </a:lnTo>
                <a:lnTo>
                  <a:pt x="38100" y="38100"/>
                </a:lnTo>
                <a:lnTo>
                  <a:pt x="100279" y="38100"/>
                </a:lnTo>
                <a:lnTo>
                  <a:pt x="100279" y="19050"/>
                </a:lnTo>
                <a:lnTo>
                  <a:pt x="100279" y="0"/>
                </a:lnTo>
                <a:close/>
              </a:path>
              <a:path w="6234430" h="2141220">
                <a:moveTo>
                  <a:pt x="285076" y="337858"/>
                </a:moveTo>
                <a:lnTo>
                  <a:pt x="132676" y="337858"/>
                </a:lnTo>
                <a:lnTo>
                  <a:pt x="132676" y="375958"/>
                </a:lnTo>
                <a:lnTo>
                  <a:pt x="285076" y="375958"/>
                </a:lnTo>
                <a:lnTo>
                  <a:pt x="285076" y="337858"/>
                </a:lnTo>
                <a:close/>
              </a:path>
              <a:path w="6234430" h="2141220">
                <a:moveTo>
                  <a:pt x="366979" y="0"/>
                </a:moveTo>
                <a:lnTo>
                  <a:pt x="214579" y="0"/>
                </a:lnTo>
                <a:lnTo>
                  <a:pt x="214579" y="38100"/>
                </a:lnTo>
                <a:lnTo>
                  <a:pt x="366979" y="38100"/>
                </a:lnTo>
                <a:lnTo>
                  <a:pt x="366979" y="0"/>
                </a:lnTo>
                <a:close/>
              </a:path>
              <a:path w="6234430" h="2141220">
                <a:moveTo>
                  <a:pt x="551776" y="337858"/>
                </a:moveTo>
                <a:lnTo>
                  <a:pt x="399376" y="337858"/>
                </a:lnTo>
                <a:lnTo>
                  <a:pt x="399376" y="375958"/>
                </a:lnTo>
                <a:lnTo>
                  <a:pt x="551776" y="375958"/>
                </a:lnTo>
                <a:lnTo>
                  <a:pt x="551776" y="337858"/>
                </a:lnTo>
                <a:close/>
              </a:path>
              <a:path w="6234430" h="2141220">
                <a:moveTo>
                  <a:pt x="557136" y="2102573"/>
                </a:moveTo>
                <a:lnTo>
                  <a:pt x="479590" y="2102573"/>
                </a:lnTo>
                <a:lnTo>
                  <a:pt x="479590" y="1969223"/>
                </a:lnTo>
                <a:lnTo>
                  <a:pt x="441490" y="1969223"/>
                </a:lnTo>
                <a:lnTo>
                  <a:pt x="441490" y="2121624"/>
                </a:lnTo>
                <a:lnTo>
                  <a:pt x="460540" y="2121624"/>
                </a:lnTo>
                <a:lnTo>
                  <a:pt x="460540" y="2140674"/>
                </a:lnTo>
                <a:lnTo>
                  <a:pt x="557136" y="2140674"/>
                </a:lnTo>
                <a:lnTo>
                  <a:pt x="557136" y="2121624"/>
                </a:lnTo>
                <a:lnTo>
                  <a:pt x="557136" y="2102573"/>
                </a:lnTo>
                <a:close/>
              </a:path>
              <a:path w="6234430" h="2141220">
                <a:moveTo>
                  <a:pt x="569455" y="1792376"/>
                </a:moveTo>
                <a:lnTo>
                  <a:pt x="441490" y="1792376"/>
                </a:lnTo>
                <a:lnTo>
                  <a:pt x="441490" y="1854923"/>
                </a:lnTo>
                <a:lnTo>
                  <a:pt x="479590" y="1854923"/>
                </a:lnTo>
                <a:lnTo>
                  <a:pt x="479590" y="1830476"/>
                </a:lnTo>
                <a:lnTo>
                  <a:pt x="569455" y="1830476"/>
                </a:lnTo>
                <a:lnTo>
                  <a:pt x="569455" y="1811426"/>
                </a:lnTo>
                <a:lnTo>
                  <a:pt x="569455" y="1792376"/>
                </a:lnTo>
                <a:close/>
              </a:path>
              <a:path w="6234430" h="2141220">
                <a:moveTo>
                  <a:pt x="633679" y="0"/>
                </a:moveTo>
                <a:lnTo>
                  <a:pt x="481279" y="0"/>
                </a:lnTo>
                <a:lnTo>
                  <a:pt x="481279" y="38100"/>
                </a:lnTo>
                <a:lnTo>
                  <a:pt x="633679" y="38100"/>
                </a:lnTo>
                <a:lnTo>
                  <a:pt x="633679" y="0"/>
                </a:lnTo>
                <a:close/>
              </a:path>
              <a:path w="6234430" h="2141220">
                <a:moveTo>
                  <a:pt x="818476" y="337858"/>
                </a:moveTo>
                <a:lnTo>
                  <a:pt x="666076" y="337858"/>
                </a:lnTo>
                <a:lnTo>
                  <a:pt x="666076" y="375958"/>
                </a:lnTo>
                <a:lnTo>
                  <a:pt x="818476" y="375958"/>
                </a:lnTo>
                <a:lnTo>
                  <a:pt x="818476" y="337858"/>
                </a:lnTo>
                <a:close/>
              </a:path>
              <a:path w="6234430" h="2141220">
                <a:moveTo>
                  <a:pt x="823836" y="2102573"/>
                </a:moveTo>
                <a:lnTo>
                  <a:pt x="671436" y="2102573"/>
                </a:lnTo>
                <a:lnTo>
                  <a:pt x="671436" y="2140674"/>
                </a:lnTo>
                <a:lnTo>
                  <a:pt x="823836" y="2140674"/>
                </a:lnTo>
                <a:lnTo>
                  <a:pt x="823836" y="2102573"/>
                </a:lnTo>
                <a:close/>
              </a:path>
              <a:path w="6234430" h="2141220">
                <a:moveTo>
                  <a:pt x="836155" y="1792376"/>
                </a:moveTo>
                <a:lnTo>
                  <a:pt x="683755" y="1792376"/>
                </a:lnTo>
                <a:lnTo>
                  <a:pt x="683755" y="1830476"/>
                </a:lnTo>
                <a:lnTo>
                  <a:pt x="836155" y="1830476"/>
                </a:lnTo>
                <a:lnTo>
                  <a:pt x="836155" y="1792376"/>
                </a:lnTo>
                <a:close/>
              </a:path>
              <a:path w="6234430" h="2141220">
                <a:moveTo>
                  <a:pt x="900379" y="0"/>
                </a:moveTo>
                <a:lnTo>
                  <a:pt x="747979" y="0"/>
                </a:lnTo>
                <a:lnTo>
                  <a:pt x="747979" y="38100"/>
                </a:lnTo>
                <a:lnTo>
                  <a:pt x="900379" y="38100"/>
                </a:lnTo>
                <a:lnTo>
                  <a:pt x="900379" y="0"/>
                </a:lnTo>
                <a:close/>
              </a:path>
              <a:path w="6234430" h="2141220">
                <a:moveTo>
                  <a:pt x="1085176" y="337858"/>
                </a:moveTo>
                <a:lnTo>
                  <a:pt x="932776" y="337858"/>
                </a:lnTo>
                <a:lnTo>
                  <a:pt x="932776" y="375958"/>
                </a:lnTo>
                <a:lnTo>
                  <a:pt x="1085176" y="375958"/>
                </a:lnTo>
                <a:lnTo>
                  <a:pt x="1085176" y="337858"/>
                </a:lnTo>
                <a:close/>
              </a:path>
              <a:path w="6234430" h="2141220">
                <a:moveTo>
                  <a:pt x="1090536" y="2102573"/>
                </a:moveTo>
                <a:lnTo>
                  <a:pt x="938136" y="2102573"/>
                </a:lnTo>
                <a:lnTo>
                  <a:pt x="938136" y="2140674"/>
                </a:lnTo>
                <a:lnTo>
                  <a:pt x="1090536" y="2140674"/>
                </a:lnTo>
                <a:lnTo>
                  <a:pt x="1090536" y="2102573"/>
                </a:lnTo>
                <a:close/>
              </a:path>
              <a:path w="6234430" h="2141220">
                <a:moveTo>
                  <a:pt x="1102855" y="1792376"/>
                </a:moveTo>
                <a:lnTo>
                  <a:pt x="950455" y="1792376"/>
                </a:lnTo>
                <a:lnTo>
                  <a:pt x="950455" y="1830476"/>
                </a:lnTo>
                <a:lnTo>
                  <a:pt x="1102855" y="1830476"/>
                </a:lnTo>
                <a:lnTo>
                  <a:pt x="1102855" y="1792376"/>
                </a:lnTo>
                <a:close/>
              </a:path>
              <a:path w="6234430" h="2141220">
                <a:moveTo>
                  <a:pt x="1167079" y="0"/>
                </a:moveTo>
                <a:lnTo>
                  <a:pt x="1014679" y="0"/>
                </a:lnTo>
                <a:lnTo>
                  <a:pt x="1014679" y="38100"/>
                </a:lnTo>
                <a:lnTo>
                  <a:pt x="1167079" y="38100"/>
                </a:lnTo>
                <a:lnTo>
                  <a:pt x="1167079" y="0"/>
                </a:lnTo>
                <a:close/>
              </a:path>
              <a:path w="6234430" h="2141220">
                <a:moveTo>
                  <a:pt x="1351876" y="337858"/>
                </a:moveTo>
                <a:lnTo>
                  <a:pt x="1199476" y="337858"/>
                </a:lnTo>
                <a:lnTo>
                  <a:pt x="1199476" y="375958"/>
                </a:lnTo>
                <a:lnTo>
                  <a:pt x="1351876" y="375958"/>
                </a:lnTo>
                <a:lnTo>
                  <a:pt x="1351876" y="337858"/>
                </a:lnTo>
                <a:close/>
              </a:path>
              <a:path w="6234430" h="2141220">
                <a:moveTo>
                  <a:pt x="1357236" y="2102573"/>
                </a:moveTo>
                <a:lnTo>
                  <a:pt x="1204836" y="2102573"/>
                </a:lnTo>
                <a:lnTo>
                  <a:pt x="1204836" y="2140674"/>
                </a:lnTo>
                <a:lnTo>
                  <a:pt x="1357236" y="2140674"/>
                </a:lnTo>
                <a:lnTo>
                  <a:pt x="1357236" y="2102573"/>
                </a:lnTo>
                <a:close/>
              </a:path>
              <a:path w="6234430" h="2141220">
                <a:moveTo>
                  <a:pt x="1369555" y="1792376"/>
                </a:moveTo>
                <a:lnTo>
                  <a:pt x="1217155" y="1792376"/>
                </a:lnTo>
                <a:lnTo>
                  <a:pt x="1217155" y="1830476"/>
                </a:lnTo>
                <a:lnTo>
                  <a:pt x="1369555" y="1830476"/>
                </a:lnTo>
                <a:lnTo>
                  <a:pt x="1369555" y="1792376"/>
                </a:lnTo>
                <a:close/>
              </a:path>
              <a:path w="6234430" h="2141220">
                <a:moveTo>
                  <a:pt x="1433779" y="0"/>
                </a:moveTo>
                <a:lnTo>
                  <a:pt x="1281379" y="0"/>
                </a:lnTo>
                <a:lnTo>
                  <a:pt x="1281379" y="38100"/>
                </a:lnTo>
                <a:lnTo>
                  <a:pt x="1433779" y="38100"/>
                </a:lnTo>
                <a:lnTo>
                  <a:pt x="1433779" y="0"/>
                </a:lnTo>
                <a:close/>
              </a:path>
              <a:path w="6234430" h="2141220">
                <a:moveTo>
                  <a:pt x="1618576" y="337858"/>
                </a:moveTo>
                <a:lnTo>
                  <a:pt x="1466176" y="337858"/>
                </a:lnTo>
                <a:lnTo>
                  <a:pt x="1466176" y="375958"/>
                </a:lnTo>
                <a:lnTo>
                  <a:pt x="1618576" y="375958"/>
                </a:lnTo>
                <a:lnTo>
                  <a:pt x="1618576" y="337858"/>
                </a:lnTo>
                <a:close/>
              </a:path>
              <a:path w="6234430" h="2141220">
                <a:moveTo>
                  <a:pt x="1623936" y="2102573"/>
                </a:moveTo>
                <a:lnTo>
                  <a:pt x="1471536" y="2102573"/>
                </a:lnTo>
                <a:lnTo>
                  <a:pt x="1471536" y="2140674"/>
                </a:lnTo>
                <a:lnTo>
                  <a:pt x="1623936" y="2140674"/>
                </a:lnTo>
                <a:lnTo>
                  <a:pt x="1623936" y="2102573"/>
                </a:lnTo>
                <a:close/>
              </a:path>
              <a:path w="6234430" h="2141220">
                <a:moveTo>
                  <a:pt x="1636255" y="1792376"/>
                </a:moveTo>
                <a:lnTo>
                  <a:pt x="1483855" y="1792376"/>
                </a:lnTo>
                <a:lnTo>
                  <a:pt x="1483855" y="1830476"/>
                </a:lnTo>
                <a:lnTo>
                  <a:pt x="1636255" y="1830476"/>
                </a:lnTo>
                <a:lnTo>
                  <a:pt x="1636255" y="1792376"/>
                </a:lnTo>
                <a:close/>
              </a:path>
              <a:path w="6234430" h="2141220">
                <a:moveTo>
                  <a:pt x="1700479" y="0"/>
                </a:moveTo>
                <a:lnTo>
                  <a:pt x="1548079" y="0"/>
                </a:lnTo>
                <a:lnTo>
                  <a:pt x="1548079" y="38100"/>
                </a:lnTo>
                <a:lnTo>
                  <a:pt x="1700479" y="38100"/>
                </a:lnTo>
                <a:lnTo>
                  <a:pt x="1700479" y="0"/>
                </a:lnTo>
                <a:close/>
              </a:path>
              <a:path w="6234430" h="2141220">
                <a:moveTo>
                  <a:pt x="1885276" y="337858"/>
                </a:moveTo>
                <a:lnTo>
                  <a:pt x="1732876" y="337858"/>
                </a:lnTo>
                <a:lnTo>
                  <a:pt x="1732876" y="375958"/>
                </a:lnTo>
                <a:lnTo>
                  <a:pt x="1885276" y="375958"/>
                </a:lnTo>
                <a:lnTo>
                  <a:pt x="1885276" y="337858"/>
                </a:lnTo>
                <a:close/>
              </a:path>
              <a:path w="6234430" h="2141220">
                <a:moveTo>
                  <a:pt x="1890636" y="2102573"/>
                </a:moveTo>
                <a:lnTo>
                  <a:pt x="1738236" y="2102573"/>
                </a:lnTo>
                <a:lnTo>
                  <a:pt x="1738236" y="2140674"/>
                </a:lnTo>
                <a:lnTo>
                  <a:pt x="1890636" y="2140674"/>
                </a:lnTo>
                <a:lnTo>
                  <a:pt x="1890636" y="2102573"/>
                </a:lnTo>
                <a:close/>
              </a:path>
              <a:path w="6234430" h="2141220">
                <a:moveTo>
                  <a:pt x="1902955" y="1792376"/>
                </a:moveTo>
                <a:lnTo>
                  <a:pt x="1750555" y="1792376"/>
                </a:lnTo>
                <a:lnTo>
                  <a:pt x="1750555" y="1830476"/>
                </a:lnTo>
                <a:lnTo>
                  <a:pt x="1902955" y="1830476"/>
                </a:lnTo>
                <a:lnTo>
                  <a:pt x="1902955" y="1792376"/>
                </a:lnTo>
                <a:close/>
              </a:path>
              <a:path w="6234430" h="2141220">
                <a:moveTo>
                  <a:pt x="1967179" y="0"/>
                </a:moveTo>
                <a:lnTo>
                  <a:pt x="1814779" y="0"/>
                </a:lnTo>
                <a:lnTo>
                  <a:pt x="1814779" y="38100"/>
                </a:lnTo>
                <a:lnTo>
                  <a:pt x="1967179" y="38100"/>
                </a:lnTo>
                <a:lnTo>
                  <a:pt x="1967179" y="0"/>
                </a:lnTo>
                <a:close/>
              </a:path>
              <a:path w="6234430" h="2141220">
                <a:moveTo>
                  <a:pt x="2151977" y="337858"/>
                </a:moveTo>
                <a:lnTo>
                  <a:pt x="1999576" y="337858"/>
                </a:lnTo>
                <a:lnTo>
                  <a:pt x="1999576" y="375958"/>
                </a:lnTo>
                <a:lnTo>
                  <a:pt x="2151977" y="375958"/>
                </a:lnTo>
                <a:lnTo>
                  <a:pt x="2151977" y="337858"/>
                </a:lnTo>
                <a:close/>
              </a:path>
              <a:path w="6234430" h="2141220">
                <a:moveTo>
                  <a:pt x="2157336" y="2102573"/>
                </a:moveTo>
                <a:lnTo>
                  <a:pt x="2004936" y="2102573"/>
                </a:lnTo>
                <a:lnTo>
                  <a:pt x="2004936" y="2140674"/>
                </a:lnTo>
                <a:lnTo>
                  <a:pt x="2157336" y="2140674"/>
                </a:lnTo>
                <a:lnTo>
                  <a:pt x="2157336" y="2102573"/>
                </a:lnTo>
                <a:close/>
              </a:path>
              <a:path w="6234430" h="2141220">
                <a:moveTo>
                  <a:pt x="2169655" y="1792376"/>
                </a:moveTo>
                <a:lnTo>
                  <a:pt x="2017255" y="1792376"/>
                </a:lnTo>
                <a:lnTo>
                  <a:pt x="2017255" y="1830476"/>
                </a:lnTo>
                <a:lnTo>
                  <a:pt x="2169655" y="1830476"/>
                </a:lnTo>
                <a:lnTo>
                  <a:pt x="2169655" y="1792376"/>
                </a:lnTo>
                <a:close/>
              </a:path>
              <a:path w="6234430" h="2141220">
                <a:moveTo>
                  <a:pt x="2233879" y="0"/>
                </a:moveTo>
                <a:lnTo>
                  <a:pt x="2081479" y="0"/>
                </a:lnTo>
                <a:lnTo>
                  <a:pt x="2081479" y="38100"/>
                </a:lnTo>
                <a:lnTo>
                  <a:pt x="2233879" y="38100"/>
                </a:lnTo>
                <a:lnTo>
                  <a:pt x="2233879" y="0"/>
                </a:lnTo>
                <a:close/>
              </a:path>
              <a:path w="6234430" h="2141220">
                <a:moveTo>
                  <a:pt x="2418677" y="337858"/>
                </a:moveTo>
                <a:lnTo>
                  <a:pt x="2266277" y="337858"/>
                </a:lnTo>
                <a:lnTo>
                  <a:pt x="2266277" y="375958"/>
                </a:lnTo>
                <a:lnTo>
                  <a:pt x="2418677" y="375958"/>
                </a:lnTo>
                <a:lnTo>
                  <a:pt x="2418677" y="337858"/>
                </a:lnTo>
                <a:close/>
              </a:path>
              <a:path w="6234430" h="2141220">
                <a:moveTo>
                  <a:pt x="2424036" y="2102573"/>
                </a:moveTo>
                <a:lnTo>
                  <a:pt x="2271636" y="2102573"/>
                </a:lnTo>
                <a:lnTo>
                  <a:pt x="2271636" y="2140674"/>
                </a:lnTo>
                <a:lnTo>
                  <a:pt x="2424036" y="2140674"/>
                </a:lnTo>
                <a:lnTo>
                  <a:pt x="2424036" y="2102573"/>
                </a:lnTo>
                <a:close/>
              </a:path>
              <a:path w="6234430" h="2141220">
                <a:moveTo>
                  <a:pt x="2436355" y="1792376"/>
                </a:moveTo>
                <a:lnTo>
                  <a:pt x="2283955" y="1792376"/>
                </a:lnTo>
                <a:lnTo>
                  <a:pt x="2283955" y="1830476"/>
                </a:lnTo>
                <a:lnTo>
                  <a:pt x="2436355" y="1830476"/>
                </a:lnTo>
                <a:lnTo>
                  <a:pt x="2436355" y="1792376"/>
                </a:lnTo>
                <a:close/>
              </a:path>
              <a:path w="6234430" h="2141220">
                <a:moveTo>
                  <a:pt x="2500579" y="0"/>
                </a:moveTo>
                <a:lnTo>
                  <a:pt x="2348179" y="0"/>
                </a:lnTo>
                <a:lnTo>
                  <a:pt x="2348179" y="38100"/>
                </a:lnTo>
                <a:lnTo>
                  <a:pt x="2500579" y="38100"/>
                </a:lnTo>
                <a:lnTo>
                  <a:pt x="2500579" y="0"/>
                </a:lnTo>
                <a:close/>
              </a:path>
              <a:path w="6234430" h="2141220">
                <a:moveTo>
                  <a:pt x="2685377" y="337858"/>
                </a:moveTo>
                <a:lnTo>
                  <a:pt x="2532977" y="337858"/>
                </a:lnTo>
                <a:lnTo>
                  <a:pt x="2532977" y="375958"/>
                </a:lnTo>
                <a:lnTo>
                  <a:pt x="2685377" y="375958"/>
                </a:lnTo>
                <a:lnTo>
                  <a:pt x="2685377" y="337858"/>
                </a:lnTo>
                <a:close/>
              </a:path>
              <a:path w="6234430" h="2141220">
                <a:moveTo>
                  <a:pt x="2690736" y="2102573"/>
                </a:moveTo>
                <a:lnTo>
                  <a:pt x="2538336" y="2102573"/>
                </a:lnTo>
                <a:lnTo>
                  <a:pt x="2538336" y="2140674"/>
                </a:lnTo>
                <a:lnTo>
                  <a:pt x="2690736" y="2140674"/>
                </a:lnTo>
                <a:lnTo>
                  <a:pt x="2690736" y="2102573"/>
                </a:lnTo>
                <a:close/>
              </a:path>
              <a:path w="6234430" h="2141220">
                <a:moveTo>
                  <a:pt x="2703055" y="1792376"/>
                </a:moveTo>
                <a:lnTo>
                  <a:pt x="2550655" y="1792376"/>
                </a:lnTo>
                <a:lnTo>
                  <a:pt x="2550655" y="1830476"/>
                </a:lnTo>
                <a:lnTo>
                  <a:pt x="2703055" y="1830476"/>
                </a:lnTo>
                <a:lnTo>
                  <a:pt x="2703055" y="1792376"/>
                </a:lnTo>
                <a:close/>
              </a:path>
              <a:path w="6234430" h="2141220">
                <a:moveTo>
                  <a:pt x="2767279" y="0"/>
                </a:moveTo>
                <a:lnTo>
                  <a:pt x="2614879" y="0"/>
                </a:lnTo>
                <a:lnTo>
                  <a:pt x="2614879" y="38100"/>
                </a:lnTo>
                <a:lnTo>
                  <a:pt x="2767279" y="38100"/>
                </a:lnTo>
                <a:lnTo>
                  <a:pt x="2767279" y="0"/>
                </a:lnTo>
                <a:close/>
              </a:path>
              <a:path w="6234430" h="2141220">
                <a:moveTo>
                  <a:pt x="2952077" y="337858"/>
                </a:moveTo>
                <a:lnTo>
                  <a:pt x="2799677" y="337858"/>
                </a:lnTo>
                <a:lnTo>
                  <a:pt x="2799677" y="375958"/>
                </a:lnTo>
                <a:lnTo>
                  <a:pt x="2952077" y="375958"/>
                </a:lnTo>
                <a:lnTo>
                  <a:pt x="2952077" y="337858"/>
                </a:lnTo>
                <a:close/>
              </a:path>
              <a:path w="6234430" h="2141220">
                <a:moveTo>
                  <a:pt x="2957436" y="2102573"/>
                </a:moveTo>
                <a:lnTo>
                  <a:pt x="2805036" y="2102573"/>
                </a:lnTo>
                <a:lnTo>
                  <a:pt x="2805036" y="2140674"/>
                </a:lnTo>
                <a:lnTo>
                  <a:pt x="2957436" y="2140674"/>
                </a:lnTo>
                <a:lnTo>
                  <a:pt x="2957436" y="2102573"/>
                </a:lnTo>
                <a:close/>
              </a:path>
              <a:path w="6234430" h="2141220">
                <a:moveTo>
                  <a:pt x="2969755" y="1792376"/>
                </a:moveTo>
                <a:lnTo>
                  <a:pt x="2817355" y="1792376"/>
                </a:lnTo>
                <a:lnTo>
                  <a:pt x="2817355" y="1830476"/>
                </a:lnTo>
                <a:lnTo>
                  <a:pt x="2969755" y="1830476"/>
                </a:lnTo>
                <a:lnTo>
                  <a:pt x="2969755" y="1792376"/>
                </a:lnTo>
                <a:close/>
              </a:path>
              <a:path w="6234430" h="2141220">
                <a:moveTo>
                  <a:pt x="3033979" y="0"/>
                </a:moveTo>
                <a:lnTo>
                  <a:pt x="2881579" y="0"/>
                </a:lnTo>
                <a:lnTo>
                  <a:pt x="2881579" y="38100"/>
                </a:lnTo>
                <a:lnTo>
                  <a:pt x="3033979" y="38100"/>
                </a:lnTo>
                <a:lnTo>
                  <a:pt x="3033979" y="0"/>
                </a:lnTo>
                <a:close/>
              </a:path>
              <a:path w="6234430" h="2141220">
                <a:moveTo>
                  <a:pt x="3218777" y="337858"/>
                </a:moveTo>
                <a:lnTo>
                  <a:pt x="3066377" y="337858"/>
                </a:lnTo>
                <a:lnTo>
                  <a:pt x="3066377" y="375958"/>
                </a:lnTo>
                <a:lnTo>
                  <a:pt x="3218777" y="375958"/>
                </a:lnTo>
                <a:lnTo>
                  <a:pt x="3218777" y="337858"/>
                </a:lnTo>
                <a:close/>
              </a:path>
              <a:path w="6234430" h="2141220">
                <a:moveTo>
                  <a:pt x="3224136" y="2102573"/>
                </a:moveTo>
                <a:lnTo>
                  <a:pt x="3071736" y="2102573"/>
                </a:lnTo>
                <a:lnTo>
                  <a:pt x="3071736" y="2140674"/>
                </a:lnTo>
                <a:lnTo>
                  <a:pt x="3224136" y="2140674"/>
                </a:lnTo>
                <a:lnTo>
                  <a:pt x="3224136" y="2102573"/>
                </a:lnTo>
                <a:close/>
              </a:path>
              <a:path w="6234430" h="2141220">
                <a:moveTo>
                  <a:pt x="3236455" y="1792376"/>
                </a:moveTo>
                <a:lnTo>
                  <a:pt x="3084055" y="1792376"/>
                </a:lnTo>
                <a:lnTo>
                  <a:pt x="3084055" y="1830476"/>
                </a:lnTo>
                <a:lnTo>
                  <a:pt x="3236455" y="1830476"/>
                </a:lnTo>
                <a:lnTo>
                  <a:pt x="3236455" y="1792376"/>
                </a:lnTo>
                <a:close/>
              </a:path>
              <a:path w="6234430" h="2141220">
                <a:moveTo>
                  <a:pt x="3300679" y="0"/>
                </a:moveTo>
                <a:lnTo>
                  <a:pt x="3148279" y="0"/>
                </a:lnTo>
                <a:lnTo>
                  <a:pt x="3148279" y="38100"/>
                </a:lnTo>
                <a:lnTo>
                  <a:pt x="3300679" y="38100"/>
                </a:lnTo>
                <a:lnTo>
                  <a:pt x="3300679" y="0"/>
                </a:lnTo>
                <a:close/>
              </a:path>
              <a:path w="6234430" h="2141220">
                <a:moveTo>
                  <a:pt x="3485477" y="337858"/>
                </a:moveTo>
                <a:lnTo>
                  <a:pt x="3333077" y="337858"/>
                </a:lnTo>
                <a:lnTo>
                  <a:pt x="3333077" y="375958"/>
                </a:lnTo>
                <a:lnTo>
                  <a:pt x="3485477" y="375958"/>
                </a:lnTo>
                <a:lnTo>
                  <a:pt x="3485477" y="337858"/>
                </a:lnTo>
                <a:close/>
              </a:path>
              <a:path w="6234430" h="2141220">
                <a:moveTo>
                  <a:pt x="3490836" y="2102573"/>
                </a:moveTo>
                <a:lnTo>
                  <a:pt x="3338436" y="2102573"/>
                </a:lnTo>
                <a:lnTo>
                  <a:pt x="3338436" y="2140674"/>
                </a:lnTo>
                <a:lnTo>
                  <a:pt x="3490836" y="2140674"/>
                </a:lnTo>
                <a:lnTo>
                  <a:pt x="3490836" y="2102573"/>
                </a:lnTo>
                <a:close/>
              </a:path>
              <a:path w="6234430" h="2141220">
                <a:moveTo>
                  <a:pt x="3503155" y="1792376"/>
                </a:moveTo>
                <a:lnTo>
                  <a:pt x="3350755" y="1792376"/>
                </a:lnTo>
                <a:lnTo>
                  <a:pt x="3350755" y="1830476"/>
                </a:lnTo>
                <a:lnTo>
                  <a:pt x="3503155" y="1830476"/>
                </a:lnTo>
                <a:lnTo>
                  <a:pt x="3503155" y="1792376"/>
                </a:lnTo>
                <a:close/>
              </a:path>
              <a:path w="6234430" h="2141220">
                <a:moveTo>
                  <a:pt x="3567379" y="0"/>
                </a:moveTo>
                <a:lnTo>
                  <a:pt x="3414979" y="0"/>
                </a:lnTo>
                <a:lnTo>
                  <a:pt x="3414979" y="38100"/>
                </a:lnTo>
                <a:lnTo>
                  <a:pt x="3567379" y="38100"/>
                </a:lnTo>
                <a:lnTo>
                  <a:pt x="3567379" y="0"/>
                </a:lnTo>
                <a:close/>
              </a:path>
              <a:path w="6234430" h="2141220">
                <a:moveTo>
                  <a:pt x="3752177" y="337858"/>
                </a:moveTo>
                <a:lnTo>
                  <a:pt x="3599777" y="337858"/>
                </a:lnTo>
                <a:lnTo>
                  <a:pt x="3599777" y="375958"/>
                </a:lnTo>
                <a:lnTo>
                  <a:pt x="3752177" y="375958"/>
                </a:lnTo>
                <a:lnTo>
                  <a:pt x="3752177" y="337858"/>
                </a:lnTo>
                <a:close/>
              </a:path>
              <a:path w="6234430" h="2141220">
                <a:moveTo>
                  <a:pt x="3757536" y="2102573"/>
                </a:moveTo>
                <a:lnTo>
                  <a:pt x="3605136" y="2102573"/>
                </a:lnTo>
                <a:lnTo>
                  <a:pt x="3605136" y="2140674"/>
                </a:lnTo>
                <a:lnTo>
                  <a:pt x="3757536" y="2140674"/>
                </a:lnTo>
                <a:lnTo>
                  <a:pt x="3757536" y="2102573"/>
                </a:lnTo>
                <a:close/>
              </a:path>
              <a:path w="6234430" h="2141220">
                <a:moveTo>
                  <a:pt x="3769855" y="1792376"/>
                </a:moveTo>
                <a:lnTo>
                  <a:pt x="3617455" y="1792376"/>
                </a:lnTo>
                <a:lnTo>
                  <a:pt x="3617455" y="1830476"/>
                </a:lnTo>
                <a:lnTo>
                  <a:pt x="3769855" y="1830476"/>
                </a:lnTo>
                <a:lnTo>
                  <a:pt x="3769855" y="1792376"/>
                </a:lnTo>
                <a:close/>
              </a:path>
              <a:path w="6234430" h="2141220">
                <a:moveTo>
                  <a:pt x="3834079" y="0"/>
                </a:moveTo>
                <a:lnTo>
                  <a:pt x="3681679" y="0"/>
                </a:lnTo>
                <a:lnTo>
                  <a:pt x="3681679" y="38100"/>
                </a:lnTo>
                <a:lnTo>
                  <a:pt x="3834079" y="38100"/>
                </a:lnTo>
                <a:lnTo>
                  <a:pt x="3834079" y="0"/>
                </a:lnTo>
                <a:close/>
              </a:path>
              <a:path w="6234430" h="2141220">
                <a:moveTo>
                  <a:pt x="4018877" y="337858"/>
                </a:moveTo>
                <a:lnTo>
                  <a:pt x="3866477" y="337858"/>
                </a:lnTo>
                <a:lnTo>
                  <a:pt x="3866477" y="375958"/>
                </a:lnTo>
                <a:lnTo>
                  <a:pt x="4018877" y="375958"/>
                </a:lnTo>
                <a:lnTo>
                  <a:pt x="4018877" y="337858"/>
                </a:lnTo>
                <a:close/>
              </a:path>
              <a:path w="6234430" h="2141220">
                <a:moveTo>
                  <a:pt x="4024236" y="2102573"/>
                </a:moveTo>
                <a:lnTo>
                  <a:pt x="3871836" y="2102573"/>
                </a:lnTo>
                <a:lnTo>
                  <a:pt x="3871836" y="2140674"/>
                </a:lnTo>
                <a:lnTo>
                  <a:pt x="4024236" y="2140674"/>
                </a:lnTo>
                <a:lnTo>
                  <a:pt x="4024236" y="2102573"/>
                </a:lnTo>
                <a:close/>
              </a:path>
              <a:path w="6234430" h="2141220">
                <a:moveTo>
                  <a:pt x="4036555" y="1792376"/>
                </a:moveTo>
                <a:lnTo>
                  <a:pt x="3884155" y="1792376"/>
                </a:lnTo>
                <a:lnTo>
                  <a:pt x="3884155" y="1830476"/>
                </a:lnTo>
                <a:lnTo>
                  <a:pt x="4036555" y="1830476"/>
                </a:lnTo>
                <a:lnTo>
                  <a:pt x="4036555" y="1792376"/>
                </a:lnTo>
                <a:close/>
              </a:path>
              <a:path w="6234430" h="2141220">
                <a:moveTo>
                  <a:pt x="4100779" y="0"/>
                </a:moveTo>
                <a:lnTo>
                  <a:pt x="3948379" y="0"/>
                </a:lnTo>
                <a:lnTo>
                  <a:pt x="3948379" y="38100"/>
                </a:lnTo>
                <a:lnTo>
                  <a:pt x="4100779" y="38100"/>
                </a:lnTo>
                <a:lnTo>
                  <a:pt x="4100779" y="0"/>
                </a:lnTo>
                <a:close/>
              </a:path>
              <a:path w="6234430" h="2141220">
                <a:moveTo>
                  <a:pt x="4285577" y="337858"/>
                </a:moveTo>
                <a:lnTo>
                  <a:pt x="4133177" y="337858"/>
                </a:lnTo>
                <a:lnTo>
                  <a:pt x="4133177" y="375958"/>
                </a:lnTo>
                <a:lnTo>
                  <a:pt x="4285577" y="375958"/>
                </a:lnTo>
                <a:lnTo>
                  <a:pt x="4285577" y="337858"/>
                </a:lnTo>
                <a:close/>
              </a:path>
              <a:path w="6234430" h="2141220">
                <a:moveTo>
                  <a:pt x="4290936" y="2102573"/>
                </a:moveTo>
                <a:lnTo>
                  <a:pt x="4138536" y="2102573"/>
                </a:lnTo>
                <a:lnTo>
                  <a:pt x="4138536" y="2140674"/>
                </a:lnTo>
                <a:lnTo>
                  <a:pt x="4290936" y="2140674"/>
                </a:lnTo>
                <a:lnTo>
                  <a:pt x="4290936" y="2102573"/>
                </a:lnTo>
                <a:close/>
              </a:path>
              <a:path w="6234430" h="2141220">
                <a:moveTo>
                  <a:pt x="4303255" y="1792376"/>
                </a:moveTo>
                <a:lnTo>
                  <a:pt x="4150855" y="1792376"/>
                </a:lnTo>
                <a:lnTo>
                  <a:pt x="4150855" y="1830476"/>
                </a:lnTo>
                <a:lnTo>
                  <a:pt x="4303255" y="1830476"/>
                </a:lnTo>
                <a:lnTo>
                  <a:pt x="4303255" y="1792376"/>
                </a:lnTo>
                <a:close/>
              </a:path>
              <a:path w="6234430" h="2141220">
                <a:moveTo>
                  <a:pt x="4367479" y="0"/>
                </a:moveTo>
                <a:lnTo>
                  <a:pt x="4215079" y="0"/>
                </a:lnTo>
                <a:lnTo>
                  <a:pt x="4215079" y="38100"/>
                </a:lnTo>
                <a:lnTo>
                  <a:pt x="4367479" y="38100"/>
                </a:lnTo>
                <a:lnTo>
                  <a:pt x="4367479" y="0"/>
                </a:lnTo>
                <a:close/>
              </a:path>
              <a:path w="6234430" h="2141220">
                <a:moveTo>
                  <a:pt x="4552277" y="337858"/>
                </a:moveTo>
                <a:lnTo>
                  <a:pt x="4399877" y="337858"/>
                </a:lnTo>
                <a:lnTo>
                  <a:pt x="4399877" y="375958"/>
                </a:lnTo>
                <a:lnTo>
                  <a:pt x="4552277" y="375958"/>
                </a:lnTo>
                <a:lnTo>
                  <a:pt x="4552277" y="337858"/>
                </a:lnTo>
                <a:close/>
              </a:path>
              <a:path w="6234430" h="2141220">
                <a:moveTo>
                  <a:pt x="4557636" y="2102573"/>
                </a:moveTo>
                <a:lnTo>
                  <a:pt x="4405236" y="2102573"/>
                </a:lnTo>
                <a:lnTo>
                  <a:pt x="4405236" y="2140674"/>
                </a:lnTo>
                <a:lnTo>
                  <a:pt x="4557636" y="2140674"/>
                </a:lnTo>
                <a:lnTo>
                  <a:pt x="4557636" y="2102573"/>
                </a:lnTo>
                <a:close/>
              </a:path>
              <a:path w="6234430" h="2141220">
                <a:moveTo>
                  <a:pt x="4569955" y="1792376"/>
                </a:moveTo>
                <a:lnTo>
                  <a:pt x="4417555" y="1792376"/>
                </a:lnTo>
                <a:lnTo>
                  <a:pt x="4417555" y="1830476"/>
                </a:lnTo>
                <a:lnTo>
                  <a:pt x="4569955" y="1830476"/>
                </a:lnTo>
                <a:lnTo>
                  <a:pt x="4569955" y="1792376"/>
                </a:lnTo>
                <a:close/>
              </a:path>
              <a:path w="6234430" h="2141220">
                <a:moveTo>
                  <a:pt x="4634179" y="0"/>
                </a:moveTo>
                <a:lnTo>
                  <a:pt x="4481779" y="0"/>
                </a:lnTo>
                <a:lnTo>
                  <a:pt x="4481779" y="38100"/>
                </a:lnTo>
                <a:lnTo>
                  <a:pt x="4634179" y="38100"/>
                </a:lnTo>
                <a:lnTo>
                  <a:pt x="4634179" y="0"/>
                </a:lnTo>
                <a:close/>
              </a:path>
              <a:path w="6234430" h="2141220">
                <a:moveTo>
                  <a:pt x="4818977" y="337858"/>
                </a:moveTo>
                <a:lnTo>
                  <a:pt x="4666577" y="337858"/>
                </a:lnTo>
                <a:lnTo>
                  <a:pt x="4666577" y="375958"/>
                </a:lnTo>
                <a:lnTo>
                  <a:pt x="4818977" y="375958"/>
                </a:lnTo>
                <a:lnTo>
                  <a:pt x="4818977" y="337858"/>
                </a:lnTo>
                <a:close/>
              </a:path>
              <a:path w="6234430" h="2141220">
                <a:moveTo>
                  <a:pt x="4824336" y="2102573"/>
                </a:moveTo>
                <a:lnTo>
                  <a:pt x="4671936" y="2102573"/>
                </a:lnTo>
                <a:lnTo>
                  <a:pt x="4671936" y="2140674"/>
                </a:lnTo>
                <a:lnTo>
                  <a:pt x="4824336" y="2140674"/>
                </a:lnTo>
                <a:lnTo>
                  <a:pt x="4824336" y="2102573"/>
                </a:lnTo>
                <a:close/>
              </a:path>
              <a:path w="6234430" h="2141220">
                <a:moveTo>
                  <a:pt x="4836655" y="1792376"/>
                </a:moveTo>
                <a:lnTo>
                  <a:pt x="4684255" y="1792376"/>
                </a:lnTo>
                <a:lnTo>
                  <a:pt x="4684255" y="1830476"/>
                </a:lnTo>
                <a:lnTo>
                  <a:pt x="4836655" y="1830476"/>
                </a:lnTo>
                <a:lnTo>
                  <a:pt x="4836655" y="1792376"/>
                </a:lnTo>
                <a:close/>
              </a:path>
              <a:path w="6234430" h="2141220">
                <a:moveTo>
                  <a:pt x="4900879" y="0"/>
                </a:moveTo>
                <a:lnTo>
                  <a:pt x="4748479" y="0"/>
                </a:lnTo>
                <a:lnTo>
                  <a:pt x="4748479" y="38100"/>
                </a:lnTo>
                <a:lnTo>
                  <a:pt x="4900879" y="38100"/>
                </a:lnTo>
                <a:lnTo>
                  <a:pt x="4900879" y="0"/>
                </a:lnTo>
                <a:close/>
              </a:path>
              <a:path w="6234430" h="2141220">
                <a:moveTo>
                  <a:pt x="5085677" y="337858"/>
                </a:moveTo>
                <a:lnTo>
                  <a:pt x="4933277" y="337858"/>
                </a:lnTo>
                <a:lnTo>
                  <a:pt x="4933277" y="375958"/>
                </a:lnTo>
                <a:lnTo>
                  <a:pt x="5085677" y="375958"/>
                </a:lnTo>
                <a:lnTo>
                  <a:pt x="5085677" y="337858"/>
                </a:lnTo>
                <a:close/>
              </a:path>
              <a:path w="6234430" h="2141220">
                <a:moveTo>
                  <a:pt x="5091036" y="2102573"/>
                </a:moveTo>
                <a:lnTo>
                  <a:pt x="4938636" y="2102573"/>
                </a:lnTo>
                <a:lnTo>
                  <a:pt x="4938636" y="2140674"/>
                </a:lnTo>
                <a:lnTo>
                  <a:pt x="5091036" y="2140674"/>
                </a:lnTo>
                <a:lnTo>
                  <a:pt x="5091036" y="2102573"/>
                </a:lnTo>
                <a:close/>
              </a:path>
              <a:path w="6234430" h="2141220">
                <a:moveTo>
                  <a:pt x="5103355" y="1792376"/>
                </a:moveTo>
                <a:lnTo>
                  <a:pt x="4950955" y="1792376"/>
                </a:lnTo>
                <a:lnTo>
                  <a:pt x="4950955" y="1830476"/>
                </a:lnTo>
                <a:lnTo>
                  <a:pt x="5103355" y="1830476"/>
                </a:lnTo>
                <a:lnTo>
                  <a:pt x="5103355" y="1792376"/>
                </a:lnTo>
                <a:close/>
              </a:path>
              <a:path w="6234430" h="2141220">
                <a:moveTo>
                  <a:pt x="5167579" y="0"/>
                </a:moveTo>
                <a:lnTo>
                  <a:pt x="5015179" y="0"/>
                </a:lnTo>
                <a:lnTo>
                  <a:pt x="5015179" y="38100"/>
                </a:lnTo>
                <a:lnTo>
                  <a:pt x="5167579" y="38100"/>
                </a:lnTo>
                <a:lnTo>
                  <a:pt x="5167579" y="0"/>
                </a:lnTo>
                <a:close/>
              </a:path>
              <a:path w="6234430" h="2141220">
                <a:moveTo>
                  <a:pt x="5352377" y="337858"/>
                </a:moveTo>
                <a:lnTo>
                  <a:pt x="5199977" y="337858"/>
                </a:lnTo>
                <a:lnTo>
                  <a:pt x="5199977" y="375958"/>
                </a:lnTo>
                <a:lnTo>
                  <a:pt x="5352377" y="375958"/>
                </a:lnTo>
                <a:lnTo>
                  <a:pt x="5352377" y="337858"/>
                </a:lnTo>
                <a:close/>
              </a:path>
              <a:path w="6234430" h="2141220">
                <a:moveTo>
                  <a:pt x="5357736" y="2102573"/>
                </a:moveTo>
                <a:lnTo>
                  <a:pt x="5205336" y="2102573"/>
                </a:lnTo>
                <a:lnTo>
                  <a:pt x="5205336" y="2140674"/>
                </a:lnTo>
                <a:lnTo>
                  <a:pt x="5357736" y="2140674"/>
                </a:lnTo>
                <a:lnTo>
                  <a:pt x="5357736" y="2102573"/>
                </a:lnTo>
                <a:close/>
              </a:path>
              <a:path w="6234430" h="2141220">
                <a:moveTo>
                  <a:pt x="5370055" y="1792376"/>
                </a:moveTo>
                <a:lnTo>
                  <a:pt x="5217655" y="1792376"/>
                </a:lnTo>
                <a:lnTo>
                  <a:pt x="5217655" y="1830476"/>
                </a:lnTo>
                <a:lnTo>
                  <a:pt x="5370055" y="1830476"/>
                </a:lnTo>
                <a:lnTo>
                  <a:pt x="5370055" y="1792376"/>
                </a:lnTo>
                <a:close/>
              </a:path>
              <a:path w="6234430" h="2141220">
                <a:moveTo>
                  <a:pt x="5434279" y="0"/>
                </a:moveTo>
                <a:lnTo>
                  <a:pt x="5281879" y="0"/>
                </a:lnTo>
                <a:lnTo>
                  <a:pt x="5281879" y="38100"/>
                </a:lnTo>
                <a:lnTo>
                  <a:pt x="5434279" y="38100"/>
                </a:lnTo>
                <a:lnTo>
                  <a:pt x="5434279" y="0"/>
                </a:lnTo>
                <a:close/>
              </a:path>
              <a:path w="6234430" h="2141220">
                <a:moveTo>
                  <a:pt x="5619077" y="337858"/>
                </a:moveTo>
                <a:lnTo>
                  <a:pt x="5466677" y="337858"/>
                </a:lnTo>
                <a:lnTo>
                  <a:pt x="5466677" y="375958"/>
                </a:lnTo>
                <a:lnTo>
                  <a:pt x="5619077" y="375958"/>
                </a:lnTo>
                <a:lnTo>
                  <a:pt x="5619077" y="337858"/>
                </a:lnTo>
                <a:close/>
              </a:path>
              <a:path w="6234430" h="2141220">
                <a:moveTo>
                  <a:pt x="5624436" y="2102573"/>
                </a:moveTo>
                <a:lnTo>
                  <a:pt x="5472036" y="2102573"/>
                </a:lnTo>
                <a:lnTo>
                  <a:pt x="5472036" y="2140674"/>
                </a:lnTo>
                <a:lnTo>
                  <a:pt x="5624436" y="2140674"/>
                </a:lnTo>
                <a:lnTo>
                  <a:pt x="5624436" y="2102573"/>
                </a:lnTo>
                <a:close/>
              </a:path>
              <a:path w="6234430" h="2141220">
                <a:moveTo>
                  <a:pt x="5636755" y="1792376"/>
                </a:moveTo>
                <a:lnTo>
                  <a:pt x="5484342" y="1792376"/>
                </a:lnTo>
                <a:lnTo>
                  <a:pt x="5484342" y="1830476"/>
                </a:lnTo>
                <a:lnTo>
                  <a:pt x="5636755" y="1830476"/>
                </a:lnTo>
                <a:lnTo>
                  <a:pt x="5636755" y="1792376"/>
                </a:lnTo>
                <a:close/>
              </a:path>
              <a:path w="6234430" h="2141220">
                <a:moveTo>
                  <a:pt x="5700979" y="0"/>
                </a:moveTo>
                <a:lnTo>
                  <a:pt x="5548579" y="0"/>
                </a:lnTo>
                <a:lnTo>
                  <a:pt x="5548579" y="38100"/>
                </a:lnTo>
                <a:lnTo>
                  <a:pt x="5700979" y="38100"/>
                </a:lnTo>
                <a:lnTo>
                  <a:pt x="5700979" y="0"/>
                </a:lnTo>
                <a:close/>
              </a:path>
              <a:path w="6234430" h="2141220">
                <a:moveTo>
                  <a:pt x="5885777" y="337858"/>
                </a:moveTo>
                <a:lnTo>
                  <a:pt x="5733377" y="337858"/>
                </a:lnTo>
                <a:lnTo>
                  <a:pt x="5733377" y="375958"/>
                </a:lnTo>
                <a:lnTo>
                  <a:pt x="5885777" y="375958"/>
                </a:lnTo>
                <a:lnTo>
                  <a:pt x="5885777" y="337858"/>
                </a:lnTo>
                <a:close/>
              </a:path>
              <a:path w="6234430" h="2141220">
                <a:moveTo>
                  <a:pt x="5891136" y="2102573"/>
                </a:moveTo>
                <a:lnTo>
                  <a:pt x="5738736" y="2102573"/>
                </a:lnTo>
                <a:lnTo>
                  <a:pt x="5738736" y="2140674"/>
                </a:lnTo>
                <a:lnTo>
                  <a:pt x="5891136" y="2140674"/>
                </a:lnTo>
                <a:lnTo>
                  <a:pt x="5891136" y="2102573"/>
                </a:lnTo>
                <a:close/>
              </a:path>
              <a:path w="6234430" h="2141220">
                <a:moveTo>
                  <a:pt x="5903455" y="1792376"/>
                </a:moveTo>
                <a:lnTo>
                  <a:pt x="5751055" y="1792376"/>
                </a:lnTo>
                <a:lnTo>
                  <a:pt x="5751055" y="1830476"/>
                </a:lnTo>
                <a:lnTo>
                  <a:pt x="5903455" y="1830476"/>
                </a:lnTo>
                <a:lnTo>
                  <a:pt x="5903455" y="1792376"/>
                </a:lnTo>
                <a:close/>
              </a:path>
              <a:path w="6234430" h="2141220">
                <a:moveTo>
                  <a:pt x="5951753" y="1896478"/>
                </a:moveTo>
                <a:lnTo>
                  <a:pt x="5913653" y="1896478"/>
                </a:lnTo>
                <a:lnTo>
                  <a:pt x="5913653" y="2048878"/>
                </a:lnTo>
                <a:lnTo>
                  <a:pt x="5951753" y="2048878"/>
                </a:lnTo>
                <a:lnTo>
                  <a:pt x="5951753" y="1896478"/>
                </a:lnTo>
                <a:close/>
              </a:path>
              <a:path w="6234430" h="2141220">
                <a:moveTo>
                  <a:pt x="5967679" y="0"/>
                </a:moveTo>
                <a:lnTo>
                  <a:pt x="5815279" y="0"/>
                </a:lnTo>
                <a:lnTo>
                  <a:pt x="5815279" y="38100"/>
                </a:lnTo>
                <a:lnTo>
                  <a:pt x="5967679" y="38100"/>
                </a:lnTo>
                <a:lnTo>
                  <a:pt x="5967679" y="0"/>
                </a:lnTo>
                <a:close/>
              </a:path>
              <a:path w="6234430" h="2141220">
                <a:moveTo>
                  <a:pt x="6152477" y="337858"/>
                </a:moveTo>
                <a:lnTo>
                  <a:pt x="6000077" y="337858"/>
                </a:lnTo>
                <a:lnTo>
                  <a:pt x="6000077" y="375958"/>
                </a:lnTo>
                <a:lnTo>
                  <a:pt x="6152477" y="375958"/>
                </a:lnTo>
                <a:lnTo>
                  <a:pt x="6152477" y="337858"/>
                </a:lnTo>
                <a:close/>
              </a:path>
              <a:path w="6234430" h="2141220">
                <a:moveTo>
                  <a:pt x="6234049" y="152730"/>
                </a:moveTo>
                <a:lnTo>
                  <a:pt x="6195949" y="152730"/>
                </a:lnTo>
                <a:lnTo>
                  <a:pt x="6195949" y="305130"/>
                </a:lnTo>
                <a:lnTo>
                  <a:pt x="6234049" y="305130"/>
                </a:lnTo>
                <a:lnTo>
                  <a:pt x="6234049" y="152730"/>
                </a:lnTo>
                <a:close/>
              </a:path>
              <a:path w="6234430" h="2141220">
                <a:moveTo>
                  <a:pt x="6234049" y="0"/>
                </a:moveTo>
                <a:lnTo>
                  <a:pt x="6081979" y="0"/>
                </a:lnTo>
                <a:lnTo>
                  <a:pt x="6081979" y="38100"/>
                </a:lnTo>
                <a:lnTo>
                  <a:pt x="6195949" y="38100"/>
                </a:lnTo>
                <a:lnTo>
                  <a:pt x="6195949" y="38430"/>
                </a:lnTo>
                <a:lnTo>
                  <a:pt x="6234049" y="38430"/>
                </a:lnTo>
                <a:lnTo>
                  <a:pt x="6234049" y="38100"/>
                </a:lnTo>
                <a:lnTo>
                  <a:pt x="6234049" y="19050"/>
                </a:lnTo>
                <a:lnTo>
                  <a:pt x="62340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5" name="곱하기 기호 4">
            <a:extLst>
              <a:ext uri="{FF2B5EF4-FFF2-40B4-BE49-F238E27FC236}">
                <a16:creationId xmlns:a16="http://schemas.microsoft.com/office/drawing/2014/main" id="{159EAB0F-4BE3-78BE-9923-D8544E8A1D45}"/>
              </a:ext>
            </a:extLst>
          </p:cNvPr>
          <p:cNvSpPr/>
          <p:nvPr/>
        </p:nvSpPr>
        <p:spPr>
          <a:xfrm>
            <a:off x="6788022" y="3662082"/>
            <a:ext cx="212651" cy="249497"/>
          </a:xfrm>
          <a:prstGeom prst="mathMultiply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곱하기 기호 11">
            <a:extLst>
              <a:ext uri="{FF2B5EF4-FFF2-40B4-BE49-F238E27FC236}">
                <a16:creationId xmlns:a16="http://schemas.microsoft.com/office/drawing/2014/main" id="{AB4DDE9F-1332-9CEF-FF7E-34A063871F41}"/>
              </a:ext>
            </a:extLst>
          </p:cNvPr>
          <p:cNvSpPr/>
          <p:nvPr/>
        </p:nvSpPr>
        <p:spPr>
          <a:xfrm>
            <a:off x="7011340" y="3911579"/>
            <a:ext cx="212651" cy="249497"/>
          </a:xfrm>
          <a:prstGeom prst="mathMultiply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9B5D26E-E9C1-D99F-C094-2828BF71ED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919" y="3861370"/>
            <a:ext cx="3337206" cy="12012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D456C69-943E-C8A5-15DF-27E13C9026B1}"/>
              </a:ext>
            </a:extLst>
          </p:cNvPr>
          <p:cNvSpPr txBox="1"/>
          <p:nvPr/>
        </p:nvSpPr>
        <p:spPr>
          <a:xfrm>
            <a:off x="8029708" y="4879197"/>
            <a:ext cx="2900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Faster MW generation time than</a:t>
            </a:r>
            <a:r>
              <a:rPr lang="ko-KR" altLang="en-US" sz="1400" dirty="0"/>
              <a:t> </a:t>
            </a:r>
            <a:r>
              <a:rPr lang="en-US" altLang="ko-KR" sz="1400" dirty="0"/>
              <a:t>MR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10602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DBEB5A-C054-47D1-A805-863CBC8B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b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One-sided DM Allocation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27AD01-EFFA-46B2-AF34-3B014E0A6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88"/>
              </a:spcBef>
              <a:buNone/>
            </a:pPr>
            <a:r>
              <a:rPr lang="en-US" altLang="ko-KR" sz="2400" b="1" u="heavy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Strawman Solution</a:t>
            </a:r>
            <a:r>
              <a:rPr lang="en-US" altLang="ko-KR" sz="2400" b="1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altLang="ko-KR" sz="2400" b="1" u="heavy" dirty="0">
                <a:latin typeface="Calibri"/>
                <a:ea typeface="Calibri"/>
                <a:cs typeface="Calibri"/>
              </a:rPr>
              <a:t>One Chunk per Entry (8B)</a:t>
            </a:r>
            <a:endParaRPr lang="en-US" altLang="ko-KR" sz="2400" dirty="0">
              <a:latin typeface="Calibri"/>
              <a:ea typeface="Calibri"/>
              <a:cs typeface="Calibri"/>
            </a:endParaRPr>
          </a:p>
          <a:p>
            <a:r>
              <a:rPr lang="en-US" altLang="ko-KR" sz="2400" dirty="0">
                <a:latin typeface="Calibri"/>
                <a:ea typeface="Calibri"/>
                <a:cs typeface="Calibri"/>
              </a:rPr>
              <a:t>One RDMA Compare-And-Swap (CAS) update to occupy one chunk</a:t>
            </a:r>
          </a:p>
          <a:p>
            <a:r>
              <a:rPr lang="en-US" altLang="ko-KR" sz="2400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Variant-size Allocation Challenge</a:t>
            </a:r>
            <a:endParaRPr lang="en-US" altLang="ko-KR" sz="2400" dirty="0">
              <a:latin typeface="Calibri"/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buNone/>
            </a:pPr>
            <a:r>
              <a:rPr lang="en-US" altLang="ko-KR" sz="2400" dirty="0">
                <a:latin typeface="Calibri"/>
                <a:ea typeface="Calibri"/>
                <a:cs typeface="Calibri"/>
              </a:rPr>
              <a:t>E.g., 4KB base chunk, 2MB allocation requires 512 CAS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9AB5E7-0425-49B0-8C69-AC1E12F2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E6866-E34D-4E06-BAB9-9F03A619B226}"/>
              </a:ext>
            </a:extLst>
          </p:cNvPr>
          <p:cNvSpPr>
            <a:spLocks noGrp="1"/>
          </p:cNvSpPr>
          <p:nvPr/>
        </p:nvSpPr>
        <p:spPr>
          <a:xfrm>
            <a:off x="838200" y="291955"/>
            <a:ext cx="23797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0C0"/>
                </a:solidFill>
              </a:rPr>
              <a:t>FineMem Design</a:t>
            </a: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D8814CB5-4E5D-4CF5-A4B9-9FD850A38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631" y="3429000"/>
            <a:ext cx="5408737" cy="357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25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BAE781-152A-4DAE-BD0A-64561C611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0" dirty="0" err="1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FineMem</a:t>
            </a:r>
            <a:r>
              <a:rPr lang="en-US" altLang="ko-KR" sz="3200" dirty="0"/>
              <a:t>:</a:t>
            </a:r>
            <a:r>
              <a:rPr lang="en-US" altLang="ko-KR" sz="3200" b="0" dirty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 One-sided DM Allocation With Two-Layer Bitmap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5E79A4-3628-4B6D-A5B7-0F4A0596C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700"/>
            <a:ext cx="10515600" cy="4640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400" b="1" u="heavy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FineMem</a:t>
            </a:r>
            <a:r>
              <a:rPr lang="en-US" altLang="ko-KR" sz="2400" b="1" u="heavy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Solution:</a:t>
            </a:r>
            <a:r>
              <a:rPr lang="en-US" altLang="ko-KR" sz="2400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ko-KR" sz="2400" b="1" u="heavy" dirty="0">
                <a:latin typeface="Calibri"/>
                <a:ea typeface="Calibri"/>
                <a:cs typeface="Calibri"/>
              </a:rPr>
              <a:t>Two-Layer Bitmap</a:t>
            </a:r>
            <a:endParaRPr lang="en-US" altLang="ko-KR" sz="2400" dirty="0">
              <a:latin typeface="Calibri"/>
              <a:ea typeface="Calibri"/>
              <a:cs typeface="Calibri"/>
            </a:endParaRPr>
          </a:p>
          <a:p>
            <a:r>
              <a:rPr lang="en-US" altLang="ko-KR" sz="2400" dirty="0">
                <a:latin typeface="Calibri"/>
                <a:ea typeface="Calibri"/>
                <a:cs typeface="Calibri"/>
              </a:rPr>
              <a:t>[First-Layer] Section: 32-bit bitmap (16 spans, 2-bit per span) + 32-bit redo-log</a:t>
            </a:r>
          </a:p>
          <a:p>
            <a:r>
              <a:rPr lang="en-US" altLang="ko-KR" sz="2400" dirty="0">
                <a:latin typeface="Calibri"/>
                <a:ea typeface="Calibri"/>
                <a:cs typeface="Calibri"/>
              </a:rPr>
              <a:t>[Second-Layer] Span: 32-bit bitmap (32 chunks, 1-bit per chunk) + 32-bit redo-log</a:t>
            </a:r>
          </a:p>
          <a:p>
            <a:r>
              <a:rPr lang="en-US" altLang="ko-KR" sz="2400" dirty="0">
                <a:latin typeface="Calibri"/>
                <a:ea typeface="Calibri"/>
                <a:cs typeface="Calibri"/>
              </a:rPr>
              <a:t>[Base-Block] Chunk</a:t>
            </a:r>
          </a:p>
          <a:p>
            <a:pPr marL="0" indent="0">
              <a:buNone/>
            </a:pPr>
            <a:endParaRPr lang="ko-KR" altLang="en-US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4E80A3-C997-4F0A-9D4E-59375D22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EB320-00A7-48D5-8C61-FBEFE9214F01}"/>
              </a:ext>
            </a:extLst>
          </p:cNvPr>
          <p:cNvSpPr>
            <a:spLocks noGrp="1"/>
          </p:cNvSpPr>
          <p:nvPr/>
        </p:nvSpPr>
        <p:spPr>
          <a:xfrm>
            <a:off x="838200" y="291955"/>
            <a:ext cx="23797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0C0"/>
                </a:solidFill>
              </a:rPr>
              <a:t>FineMem Design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0144FA68-5707-4B06-863B-1B3C6FEFA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75443"/>
            <a:ext cx="4829338" cy="2777462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EAD021E0-0C98-4CC6-BA35-8507ABDF5BED}"/>
              </a:ext>
            </a:extLst>
          </p:cNvPr>
          <p:cNvSpPr>
            <a:spLocks noGrp="1"/>
          </p:cNvSpPr>
          <p:nvPr/>
        </p:nvSpPr>
        <p:spPr>
          <a:xfrm>
            <a:off x="6094091" y="3294862"/>
            <a:ext cx="5065842" cy="1169551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251460" indent="-251460">
              <a:buFont typeface="Arial"/>
              <a:buChar char="•"/>
              <a:defRPr/>
            </a:lvl1pPr>
            <a:lvl2pPr marL="603504" indent="-201168">
              <a:buSzPct val="80000"/>
              <a:buFont typeface="Arial"/>
              <a:buChar char="•"/>
              <a:defRPr/>
            </a:lvl2pPr>
            <a:lvl3pPr marL="955548" indent="-201168">
              <a:buSzPct val="65000"/>
              <a:buFont typeface="Arial"/>
              <a:buChar char="•"/>
              <a:defRPr/>
            </a:lvl3pPr>
            <a:lvl4pPr marL="1307592" indent="-201168">
              <a:buSzPct val="55000"/>
              <a:buFont typeface="Arial"/>
              <a:buChar char="•"/>
              <a:defRPr/>
            </a:lvl4pPr>
            <a:lvl5pPr marL="1659636" indent="-201168">
              <a:buSzPct val="50000"/>
              <a:buFont typeface="Arial"/>
              <a:buChar char="•"/>
              <a:defRPr/>
            </a:lvl5pPr>
          </a:lstStyle>
          <a:p>
            <a:pPr marL="0" indent="0">
              <a:lnSpc>
                <a:spcPct val="100000"/>
              </a:lnSpc>
              <a:buNone/>
            </a:pPr>
            <a:r>
              <a:rPr sz="2000" dirty="0">
                <a:latin typeface="Calibri"/>
                <a:ea typeface="Calibri"/>
                <a:cs typeface="Calibri"/>
              </a:rPr>
              <a:t>One-layer bitmap: limited to 64 chunks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2000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Two-layer bitmap</a:t>
            </a:r>
            <a:r>
              <a:rPr sz="2000" dirty="0">
                <a:latin typeface="Calibri"/>
                <a:ea typeface="Calibri"/>
                <a:cs typeface="Calibri"/>
              </a:rPr>
              <a:t>:</a:t>
            </a:r>
          </a:p>
          <a:p>
            <a:pPr lvl="1"/>
            <a:r>
              <a:rPr dirty="0">
                <a:latin typeface="Calibri"/>
                <a:ea typeface="Calibri"/>
                <a:cs typeface="Calibri"/>
              </a:rPr>
              <a:t>Search/allocate 512 (16*32) chunks with up to 2 RDMA request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4A211ACE-4FD0-4A03-9854-68653840FA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800287"/>
              </p:ext>
            </p:extLst>
          </p:nvPr>
        </p:nvGraphicFramePr>
        <p:xfrm>
          <a:off x="6094091" y="4658745"/>
          <a:ext cx="3645610" cy="16701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9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6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4"/>
                        </a:spcBef>
                        <a:buNone/>
                      </a:pPr>
                      <a:r>
                        <a:rPr sz="1584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Span bits</a:t>
                      </a:r>
                      <a:endParaRPr sz="1584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4"/>
                        </a:spcBef>
                        <a:buNone/>
                      </a:pPr>
                      <a:r>
                        <a:rPr sz="1584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Span status</a:t>
                      </a:r>
                      <a:endParaRPr sz="1584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"/>
                        </a:spcBef>
                        <a:buNone/>
                      </a:pPr>
                      <a:r>
                        <a:rPr sz="1584" dirty="0">
                          <a:latin typeface="Calibri"/>
                          <a:ea typeface="Calibri"/>
                          <a:cs typeface="Calibri"/>
                        </a:rPr>
                        <a:t>00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"/>
                        </a:spcBef>
                        <a:buNone/>
                      </a:pPr>
                      <a:r>
                        <a:rPr sz="1584">
                          <a:latin typeface="Calibri"/>
                          <a:ea typeface="Calibri"/>
                          <a:cs typeface="Calibri"/>
                        </a:rPr>
                        <a:t>Empty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4"/>
                        </a:spcBef>
                        <a:buNone/>
                      </a:pPr>
                      <a:r>
                        <a:rPr sz="1584" dirty="0">
                          <a:latin typeface="Calibri"/>
                          <a:ea typeface="Calibri"/>
                          <a:cs typeface="Calibri"/>
                        </a:rPr>
                        <a:t>01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4"/>
                        </a:spcBef>
                        <a:buNone/>
                      </a:pPr>
                      <a:r>
                        <a:rPr sz="1584">
                          <a:latin typeface="Calibri"/>
                          <a:ea typeface="Calibri"/>
                          <a:cs typeface="Calibri"/>
                        </a:rPr>
                        <a:t>Partially Allocated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8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4"/>
                        </a:spcBef>
                        <a:buNone/>
                      </a:pPr>
                      <a:r>
                        <a:rPr sz="1584"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4"/>
                        </a:spcBef>
                        <a:buNone/>
                      </a:pPr>
                      <a:r>
                        <a:rPr sz="1584">
                          <a:latin typeface="Calibri"/>
                          <a:ea typeface="Calibri"/>
                          <a:cs typeface="Calibri"/>
                        </a:rPr>
                        <a:t>Contended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8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4"/>
                        </a:spcBef>
                        <a:buNone/>
                      </a:pPr>
                      <a:r>
                        <a:rPr sz="1584"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4"/>
                        </a:spcBef>
                        <a:buNone/>
                      </a:pPr>
                      <a:r>
                        <a:rPr sz="1584" dirty="0">
                          <a:latin typeface="Calibri"/>
                          <a:ea typeface="Calibri"/>
                          <a:cs typeface="Calibri"/>
                        </a:rPr>
                        <a:t>Full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B521003-C2A3-4B32-AB51-7DD746FF560B}"/>
              </a:ext>
            </a:extLst>
          </p:cNvPr>
          <p:cNvCxnSpPr>
            <a:cxnSpLocks/>
          </p:cNvCxnSpPr>
          <p:nvPr/>
        </p:nvCxnSpPr>
        <p:spPr>
          <a:xfrm>
            <a:off x="9637351" y="5449040"/>
            <a:ext cx="0" cy="38228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1389687-07AB-4B5C-964E-6C109881CE9F}"/>
              </a:ext>
            </a:extLst>
          </p:cNvPr>
          <p:cNvSpPr txBox="1"/>
          <p:nvPr/>
        </p:nvSpPr>
        <p:spPr>
          <a:xfrm>
            <a:off x="9739701" y="5444336"/>
            <a:ext cx="2220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Contention Threshold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7564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04C2D-1CBC-4585-89C3-794D1A9B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lt"/>
              </a:rPr>
              <a:t>Compute Node Failure Recovery via Redo-Log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266E78-5E12-47E2-AE10-972CE5A02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1" u="sng" dirty="0">
                <a:solidFill>
                  <a:srgbClr val="00B050"/>
                </a:solidFill>
              </a:rPr>
              <a:t>Strawman Solution:</a:t>
            </a:r>
            <a:r>
              <a:rPr lang="en-US" altLang="ko-KR" sz="2400" b="1" dirty="0"/>
              <a:t> </a:t>
            </a:r>
            <a:r>
              <a:rPr lang="en-US" altLang="ko-KR" sz="2400" b="1" u="sng" dirty="0"/>
              <a:t>Recovery Memory Chunks using Redo-Log</a:t>
            </a:r>
          </a:p>
          <a:p>
            <a:r>
              <a:rPr lang="en-US" altLang="ko-KR" sz="2400" dirty="0"/>
              <a:t>Redo logging on memory nodes, written by compute nodes via one-sided RDMA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C11DC6-7D1D-4D0C-B4EB-B3ECA8ED7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CA7A1-9868-44AD-8531-0186521499AC}"/>
              </a:ext>
            </a:extLst>
          </p:cNvPr>
          <p:cNvSpPr txBox="1"/>
          <p:nvPr/>
        </p:nvSpPr>
        <p:spPr>
          <a:xfrm>
            <a:off x="838200" y="291955"/>
            <a:ext cx="10978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</a:rPr>
              <a:t>Challenges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E7F786C-BA5F-4AC3-939C-7073FBEA820C}"/>
              </a:ext>
            </a:extLst>
          </p:cNvPr>
          <p:cNvGrpSpPr/>
          <p:nvPr/>
        </p:nvGrpSpPr>
        <p:grpSpPr>
          <a:xfrm>
            <a:off x="1921304" y="2958049"/>
            <a:ext cx="8349392" cy="3246653"/>
            <a:chOff x="1045997" y="2147595"/>
            <a:chExt cx="10186441" cy="4095246"/>
          </a:xfrm>
        </p:grpSpPr>
        <p:grpSp>
          <p:nvGrpSpPr>
            <p:cNvPr id="6" name="object 11">
              <a:extLst>
                <a:ext uri="{FF2B5EF4-FFF2-40B4-BE49-F238E27FC236}">
                  <a16:creationId xmlns:a16="http://schemas.microsoft.com/office/drawing/2014/main" id="{C818BC8B-CC16-4D3C-BC9D-F1CBC8E3367C}"/>
                </a:ext>
              </a:extLst>
            </p:cNvPr>
            <p:cNvGrpSpPr/>
            <p:nvPr/>
          </p:nvGrpSpPr>
          <p:grpSpPr>
            <a:xfrm>
              <a:off x="4126598" y="2147595"/>
              <a:ext cx="2012314" cy="1346200"/>
              <a:chOff x="4126598" y="2147595"/>
              <a:chExt cx="2012314" cy="1346200"/>
            </a:xfrm>
          </p:grpSpPr>
          <p:sp>
            <p:nvSpPr>
              <p:cNvPr id="7" name="object 12">
                <a:extLst>
                  <a:ext uri="{FF2B5EF4-FFF2-40B4-BE49-F238E27FC236}">
                    <a16:creationId xmlns:a16="http://schemas.microsoft.com/office/drawing/2014/main" id="{142E767E-C0C6-453F-91A3-F7DD4FE029D4}"/>
                  </a:ext>
                </a:extLst>
              </p:cNvPr>
              <p:cNvSpPr/>
              <p:nvPr/>
            </p:nvSpPr>
            <p:spPr>
              <a:xfrm>
                <a:off x="4126598" y="2147595"/>
                <a:ext cx="1747520" cy="1346200"/>
              </a:xfrm>
              <a:custGeom>
                <a:avLst/>
                <a:gdLst/>
                <a:ahLst/>
                <a:cxnLst/>
                <a:rect l="l" t="t" r="r" b="b"/>
                <a:pathLst>
                  <a:path w="1747520" h="1346200">
                    <a:moveTo>
                      <a:pt x="1592884" y="12700"/>
                    </a:moveTo>
                    <a:lnTo>
                      <a:pt x="154089" y="12700"/>
                    </a:lnTo>
                    <a:lnTo>
                      <a:pt x="165011" y="0"/>
                    </a:lnTo>
                    <a:lnTo>
                      <a:pt x="1581962" y="0"/>
                    </a:lnTo>
                    <a:lnTo>
                      <a:pt x="1592884" y="12700"/>
                    </a:lnTo>
                    <a:close/>
                  </a:path>
                  <a:path w="1747520" h="1346200">
                    <a:moveTo>
                      <a:pt x="223926" y="25400"/>
                    </a:moveTo>
                    <a:lnTo>
                      <a:pt x="122872" y="25400"/>
                    </a:lnTo>
                    <a:lnTo>
                      <a:pt x="133007" y="12700"/>
                    </a:lnTo>
                    <a:lnTo>
                      <a:pt x="229628" y="12700"/>
                    </a:lnTo>
                    <a:lnTo>
                      <a:pt x="223926" y="25400"/>
                    </a:lnTo>
                    <a:close/>
                  </a:path>
                  <a:path w="1747520" h="1346200">
                    <a:moveTo>
                      <a:pt x="229311" y="25400"/>
                    </a:moveTo>
                    <a:lnTo>
                      <a:pt x="229628" y="12700"/>
                    </a:lnTo>
                    <a:lnTo>
                      <a:pt x="235038" y="12700"/>
                    </a:lnTo>
                    <a:lnTo>
                      <a:pt x="229311" y="25400"/>
                    </a:lnTo>
                    <a:close/>
                  </a:path>
                  <a:path w="1747520" h="1346200">
                    <a:moveTo>
                      <a:pt x="1517675" y="25400"/>
                    </a:moveTo>
                    <a:lnTo>
                      <a:pt x="1511935" y="12700"/>
                    </a:lnTo>
                    <a:lnTo>
                      <a:pt x="1517357" y="12700"/>
                    </a:lnTo>
                    <a:lnTo>
                      <a:pt x="1517675" y="25400"/>
                    </a:lnTo>
                    <a:close/>
                  </a:path>
                  <a:path w="1747520" h="1346200">
                    <a:moveTo>
                      <a:pt x="1624114" y="25400"/>
                    </a:moveTo>
                    <a:lnTo>
                      <a:pt x="1523060" y="25400"/>
                    </a:lnTo>
                    <a:lnTo>
                      <a:pt x="1517357" y="12700"/>
                    </a:lnTo>
                    <a:lnTo>
                      <a:pt x="1613979" y="12700"/>
                    </a:lnTo>
                    <a:lnTo>
                      <a:pt x="1624114" y="25400"/>
                    </a:lnTo>
                    <a:close/>
                  </a:path>
                  <a:path w="1747520" h="1346200">
                    <a:moveTo>
                      <a:pt x="153022" y="38100"/>
                    </a:moveTo>
                    <a:lnTo>
                      <a:pt x="103505" y="38100"/>
                    </a:lnTo>
                    <a:lnTo>
                      <a:pt x="113030" y="25400"/>
                    </a:lnTo>
                    <a:lnTo>
                      <a:pt x="163118" y="25400"/>
                    </a:lnTo>
                    <a:lnTo>
                      <a:pt x="153022" y="38100"/>
                    </a:lnTo>
                    <a:close/>
                  </a:path>
                  <a:path w="1747520" h="1346200">
                    <a:moveTo>
                      <a:pt x="162534" y="38100"/>
                    </a:moveTo>
                    <a:lnTo>
                      <a:pt x="163118" y="25400"/>
                    </a:lnTo>
                    <a:lnTo>
                      <a:pt x="172859" y="25400"/>
                    </a:lnTo>
                    <a:lnTo>
                      <a:pt x="162534" y="38100"/>
                    </a:lnTo>
                    <a:close/>
                  </a:path>
                  <a:path w="1747520" h="1346200">
                    <a:moveTo>
                      <a:pt x="1584452" y="38100"/>
                    </a:moveTo>
                    <a:lnTo>
                      <a:pt x="1574126" y="25400"/>
                    </a:lnTo>
                    <a:lnTo>
                      <a:pt x="1583867" y="25400"/>
                    </a:lnTo>
                    <a:lnTo>
                      <a:pt x="1584452" y="38100"/>
                    </a:lnTo>
                    <a:close/>
                  </a:path>
                  <a:path w="1747520" h="1346200">
                    <a:moveTo>
                      <a:pt x="1643481" y="38100"/>
                    </a:moveTo>
                    <a:lnTo>
                      <a:pt x="1593964" y="38100"/>
                    </a:lnTo>
                    <a:lnTo>
                      <a:pt x="1583867" y="25400"/>
                    </a:lnTo>
                    <a:lnTo>
                      <a:pt x="1633943" y="25400"/>
                    </a:lnTo>
                    <a:lnTo>
                      <a:pt x="1643481" y="38100"/>
                    </a:lnTo>
                    <a:close/>
                  </a:path>
                  <a:path w="1747520" h="1346200">
                    <a:moveTo>
                      <a:pt x="125958" y="50800"/>
                    </a:moveTo>
                    <a:lnTo>
                      <a:pt x="85420" y="50800"/>
                    </a:lnTo>
                    <a:lnTo>
                      <a:pt x="94297" y="38100"/>
                    </a:lnTo>
                    <a:lnTo>
                      <a:pt x="135267" y="38100"/>
                    </a:lnTo>
                    <a:lnTo>
                      <a:pt x="125958" y="50800"/>
                    </a:lnTo>
                    <a:close/>
                  </a:path>
                  <a:path w="1747520" h="1346200">
                    <a:moveTo>
                      <a:pt x="1661566" y="50800"/>
                    </a:moveTo>
                    <a:lnTo>
                      <a:pt x="1621028" y="50800"/>
                    </a:lnTo>
                    <a:lnTo>
                      <a:pt x="1611718" y="38100"/>
                    </a:lnTo>
                    <a:lnTo>
                      <a:pt x="1652689" y="38100"/>
                    </a:lnTo>
                    <a:lnTo>
                      <a:pt x="1661566" y="50800"/>
                    </a:lnTo>
                    <a:close/>
                  </a:path>
                  <a:path w="1747520" h="1346200">
                    <a:moveTo>
                      <a:pt x="93751" y="76200"/>
                    </a:moveTo>
                    <a:lnTo>
                      <a:pt x="60960" y="76200"/>
                    </a:lnTo>
                    <a:lnTo>
                      <a:pt x="68732" y="63500"/>
                    </a:lnTo>
                    <a:lnTo>
                      <a:pt x="76898" y="50800"/>
                    </a:lnTo>
                    <a:lnTo>
                      <a:pt x="117970" y="50800"/>
                    </a:lnTo>
                    <a:lnTo>
                      <a:pt x="109258" y="63500"/>
                    </a:lnTo>
                    <a:lnTo>
                      <a:pt x="101815" y="63500"/>
                    </a:lnTo>
                    <a:lnTo>
                      <a:pt x="93751" y="76200"/>
                    </a:lnTo>
                    <a:close/>
                  </a:path>
                  <a:path w="1747520" h="1346200">
                    <a:moveTo>
                      <a:pt x="1686026" y="76200"/>
                    </a:moveTo>
                    <a:lnTo>
                      <a:pt x="1653235" y="76200"/>
                    </a:lnTo>
                    <a:lnTo>
                      <a:pt x="1645170" y="63500"/>
                    </a:lnTo>
                    <a:lnTo>
                      <a:pt x="1637728" y="63500"/>
                    </a:lnTo>
                    <a:lnTo>
                      <a:pt x="1629016" y="50800"/>
                    </a:lnTo>
                    <a:lnTo>
                      <a:pt x="1670088" y="50800"/>
                    </a:lnTo>
                    <a:lnTo>
                      <a:pt x="1678254" y="63500"/>
                    </a:lnTo>
                    <a:lnTo>
                      <a:pt x="1686026" y="76200"/>
                    </a:lnTo>
                    <a:close/>
                  </a:path>
                  <a:path w="1747520" h="1346200">
                    <a:moveTo>
                      <a:pt x="66763" y="101600"/>
                    </a:moveTo>
                    <a:lnTo>
                      <a:pt x="40055" y="101600"/>
                    </a:lnTo>
                    <a:lnTo>
                      <a:pt x="46596" y="88900"/>
                    </a:lnTo>
                    <a:lnTo>
                      <a:pt x="53581" y="76200"/>
                    </a:lnTo>
                    <a:lnTo>
                      <a:pt x="86906" y="76200"/>
                    </a:lnTo>
                    <a:lnTo>
                      <a:pt x="79552" y="88900"/>
                    </a:lnTo>
                    <a:lnTo>
                      <a:pt x="73355" y="88900"/>
                    </a:lnTo>
                    <a:lnTo>
                      <a:pt x="66763" y="101600"/>
                    </a:lnTo>
                    <a:close/>
                  </a:path>
                  <a:path w="1747520" h="1346200">
                    <a:moveTo>
                      <a:pt x="1706930" y="101600"/>
                    </a:moveTo>
                    <a:lnTo>
                      <a:pt x="1680222" y="101600"/>
                    </a:lnTo>
                    <a:lnTo>
                      <a:pt x="1673631" y="88900"/>
                    </a:lnTo>
                    <a:lnTo>
                      <a:pt x="1667433" y="88900"/>
                    </a:lnTo>
                    <a:lnTo>
                      <a:pt x="1660067" y="76200"/>
                    </a:lnTo>
                    <a:lnTo>
                      <a:pt x="1693405" y="76200"/>
                    </a:lnTo>
                    <a:lnTo>
                      <a:pt x="1700377" y="88900"/>
                    </a:lnTo>
                    <a:lnTo>
                      <a:pt x="1706930" y="101600"/>
                    </a:lnTo>
                    <a:close/>
                  </a:path>
                  <a:path w="1747520" h="1346200">
                    <a:moveTo>
                      <a:pt x="72974" y="101600"/>
                    </a:moveTo>
                    <a:lnTo>
                      <a:pt x="73355" y="88900"/>
                    </a:lnTo>
                    <a:lnTo>
                      <a:pt x="79959" y="88900"/>
                    </a:lnTo>
                    <a:lnTo>
                      <a:pt x="72974" y="101600"/>
                    </a:lnTo>
                    <a:close/>
                  </a:path>
                  <a:path w="1747520" h="1346200">
                    <a:moveTo>
                      <a:pt x="1674012" y="101600"/>
                    </a:moveTo>
                    <a:lnTo>
                      <a:pt x="1667027" y="88900"/>
                    </a:lnTo>
                    <a:lnTo>
                      <a:pt x="1673631" y="88900"/>
                    </a:lnTo>
                    <a:lnTo>
                      <a:pt x="1674012" y="101600"/>
                    </a:lnTo>
                    <a:close/>
                  </a:path>
                  <a:path w="1747520" h="1346200">
                    <a:moveTo>
                      <a:pt x="41656" y="152400"/>
                    </a:moveTo>
                    <a:lnTo>
                      <a:pt x="14173" y="152400"/>
                    </a:lnTo>
                    <a:lnTo>
                      <a:pt x="18389" y="139700"/>
                    </a:lnTo>
                    <a:lnTo>
                      <a:pt x="23088" y="127000"/>
                    </a:lnTo>
                    <a:lnTo>
                      <a:pt x="28282" y="114300"/>
                    </a:lnTo>
                    <a:lnTo>
                      <a:pt x="33947" y="101600"/>
                    </a:lnTo>
                    <a:lnTo>
                      <a:pt x="67119" y="101600"/>
                    </a:lnTo>
                    <a:lnTo>
                      <a:pt x="60934" y="114300"/>
                    </a:lnTo>
                    <a:lnTo>
                      <a:pt x="55803" y="114300"/>
                    </a:lnTo>
                    <a:lnTo>
                      <a:pt x="50457" y="127000"/>
                    </a:lnTo>
                    <a:lnTo>
                      <a:pt x="50749" y="127000"/>
                    </a:lnTo>
                    <a:lnTo>
                      <a:pt x="45847" y="139700"/>
                    </a:lnTo>
                    <a:lnTo>
                      <a:pt x="46113" y="139700"/>
                    </a:lnTo>
                    <a:lnTo>
                      <a:pt x="41656" y="152400"/>
                    </a:lnTo>
                    <a:close/>
                  </a:path>
                  <a:path w="1747520" h="1346200">
                    <a:moveTo>
                      <a:pt x="1732813" y="152400"/>
                    </a:moveTo>
                    <a:lnTo>
                      <a:pt x="1705330" y="152400"/>
                    </a:lnTo>
                    <a:lnTo>
                      <a:pt x="1700872" y="139700"/>
                    </a:lnTo>
                    <a:lnTo>
                      <a:pt x="1701139" y="139700"/>
                    </a:lnTo>
                    <a:lnTo>
                      <a:pt x="1696237" y="127000"/>
                    </a:lnTo>
                    <a:lnTo>
                      <a:pt x="1696529" y="127000"/>
                    </a:lnTo>
                    <a:lnTo>
                      <a:pt x="1691182" y="114300"/>
                    </a:lnTo>
                    <a:lnTo>
                      <a:pt x="1686052" y="114300"/>
                    </a:lnTo>
                    <a:lnTo>
                      <a:pt x="1679854" y="101600"/>
                    </a:lnTo>
                    <a:lnTo>
                      <a:pt x="1713039" y="101600"/>
                    </a:lnTo>
                    <a:lnTo>
                      <a:pt x="1718703" y="114300"/>
                    </a:lnTo>
                    <a:lnTo>
                      <a:pt x="1723898" y="127000"/>
                    </a:lnTo>
                    <a:lnTo>
                      <a:pt x="1728597" y="139700"/>
                    </a:lnTo>
                    <a:lnTo>
                      <a:pt x="1732813" y="152400"/>
                    </a:lnTo>
                    <a:close/>
                  </a:path>
                  <a:path w="1747520" h="1346200">
                    <a:moveTo>
                      <a:pt x="29603" y="190500"/>
                    </a:moveTo>
                    <a:lnTo>
                      <a:pt x="3594" y="190500"/>
                    </a:lnTo>
                    <a:lnTo>
                      <a:pt x="4711" y="177800"/>
                    </a:lnTo>
                    <a:lnTo>
                      <a:pt x="7315" y="165100"/>
                    </a:lnTo>
                    <a:lnTo>
                      <a:pt x="10477" y="152400"/>
                    </a:lnTo>
                    <a:lnTo>
                      <a:pt x="38138" y="152400"/>
                    </a:lnTo>
                    <a:lnTo>
                      <a:pt x="34645" y="165100"/>
                    </a:lnTo>
                    <a:lnTo>
                      <a:pt x="34823" y="165100"/>
                    </a:lnTo>
                    <a:lnTo>
                      <a:pt x="31838" y="177800"/>
                    </a:lnTo>
                    <a:lnTo>
                      <a:pt x="31991" y="177800"/>
                    </a:lnTo>
                    <a:lnTo>
                      <a:pt x="29603" y="190500"/>
                    </a:lnTo>
                    <a:close/>
                  </a:path>
                  <a:path w="1747520" h="1346200">
                    <a:moveTo>
                      <a:pt x="1743392" y="190500"/>
                    </a:moveTo>
                    <a:lnTo>
                      <a:pt x="1717471" y="190500"/>
                    </a:lnTo>
                    <a:lnTo>
                      <a:pt x="1714995" y="177800"/>
                    </a:lnTo>
                    <a:lnTo>
                      <a:pt x="1715147" y="177800"/>
                    </a:lnTo>
                    <a:lnTo>
                      <a:pt x="1712150" y="165100"/>
                    </a:lnTo>
                    <a:lnTo>
                      <a:pt x="1712341" y="165100"/>
                    </a:lnTo>
                    <a:lnTo>
                      <a:pt x="1708848" y="152400"/>
                    </a:lnTo>
                    <a:lnTo>
                      <a:pt x="1736509" y="152400"/>
                    </a:lnTo>
                    <a:lnTo>
                      <a:pt x="1739671" y="165100"/>
                    </a:lnTo>
                    <a:lnTo>
                      <a:pt x="1742274" y="177800"/>
                    </a:lnTo>
                    <a:lnTo>
                      <a:pt x="1743392" y="190500"/>
                    </a:lnTo>
                    <a:close/>
                  </a:path>
                  <a:path w="1747520" h="1346200">
                    <a:moveTo>
                      <a:pt x="27025" y="203200"/>
                    </a:moveTo>
                    <a:lnTo>
                      <a:pt x="1803" y="203200"/>
                    </a:lnTo>
                    <a:lnTo>
                      <a:pt x="2628" y="190500"/>
                    </a:lnTo>
                    <a:lnTo>
                      <a:pt x="27762" y="190500"/>
                    </a:lnTo>
                    <a:lnTo>
                      <a:pt x="27025" y="203200"/>
                    </a:lnTo>
                    <a:close/>
                  </a:path>
                  <a:path w="1747520" h="1346200">
                    <a:moveTo>
                      <a:pt x="1745183" y="203200"/>
                    </a:moveTo>
                    <a:lnTo>
                      <a:pt x="1719999" y="203200"/>
                    </a:lnTo>
                    <a:lnTo>
                      <a:pt x="1719275" y="190500"/>
                    </a:lnTo>
                    <a:lnTo>
                      <a:pt x="1744357" y="190500"/>
                    </a:lnTo>
                    <a:lnTo>
                      <a:pt x="1745183" y="203200"/>
                    </a:lnTo>
                    <a:close/>
                  </a:path>
                  <a:path w="1747520" h="1346200">
                    <a:moveTo>
                      <a:pt x="25946" y="215900"/>
                    </a:moveTo>
                    <a:lnTo>
                      <a:pt x="609" y="215900"/>
                    </a:lnTo>
                    <a:lnTo>
                      <a:pt x="1130" y="203200"/>
                    </a:lnTo>
                    <a:lnTo>
                      <a:pt x="26416" y="203200"/>
                    </a:lnTo>
                    <a:lnTo>
                      <a:pt x="25946" y="215900"/>
                    </a:lnTo>
                    <a:close/>
                  </a:path>
                  <a:path w="1747520" h="1346200">
                    <a:moveTo>
                      <a:pt x="1746377" y="215900"/>
                    </a:moveTo>
                    <a:lnTo>
                      <a:pt x="1721065" y="215900"/>
                    </a:lnTo>
                    <a:lnTo>
                      <a:pt x="1720596" y="203200"/>
                    </a:lnTo>
                    <a:lnTo>
                      <a:pt x="1745856" y="203200"/>
                    </a:lnTo>
                    <a:lnTo>
                      <a:pt x="1746377" y="215900"/>
                    </a:lnTo>
                    <a:close/>
                  </a:path>
                  <a:path w="1747520" h="1346200">
                    <a:moveTo>
                      <a:pt x="25577" y="1130300"/>
                    </a:moveTo>
                    <a:lnTo>
                      <a:pt x="228" y="1130300"/>
                    </a:lnTo>
                    <a:lnTo>
                      <a:pt x="0" y="1117600"/>
                    </a:lnTo>
                    <a:lnTo>
                      <a:pt x="0" y="228600"/>
                    </a:lnTo>
                    <a:lnTo>
                      <a:pt x="228" y="215900"/>
                    </a:lnTo>
                    <a:lnTo>
                      <a:pt x="25603" y="215900"/>
                    </a:lnTo>
                    <a:lnTo>
                      <a:pt x="25323" y="228600"/>
                    </a:lnTo>
                    <a:lnTo>
                      <a:pt x="25387" y="1117600"/>
                    </a:lnTo>
                    <a:lnTo>
                      <a:pt x="25577" y="1130300"/>
                    </a:lnTo>
                    <a:close/>
                  </a:path>
                  <a:path w="1747520" h="1346200">
                    <a:moveTo>
                      <a:pt x="1746758" y="1130300"/>
                    </a:moveTo>
                    <a:lnTo>
                      <a:pt x="1721383" y="1130300"/>
                    </a:lnTo>
                    <a:lnTo>
                      <a:pt x="1721662" y="1117600"/>
                    </a:lnTo>
                    <a:lnTo>
                      <a:pt x="1721599" y="228600"/>
                    </a:lnTo>
                    <a:lnTo>
                      <a:pt x="1721396" y="215900"/>
                    </a:lnTo>
                    <a:lnTo>
                      <a:pt x="1746758" y="215900"/>
                    </a:lnTo>
                    <a:lnTo>
                      <a:pt x="1746986" y="228600"/>
                    </a:lnTo>
                    <a:lnTo>
                      <a:pt x="1746986" y="1117600"/>
                    </a:lnTo>
                    <a:lnTo>
                      <a:pt x="1746758" y="1130300"/>
                    </a:lnTo>
                    <a:close/>
                  </a:path>
                  <a:path w="1747520" h="1346200">
                    <a:moveTo>
                      <a:pt x="26390" y="1143000"/>
                    </a:moveTo>
                    <a:lnTo>
                      <a:pt x="1130" y="1143000"/>
                    </a:lnTo>
                    <a:lnTo>
                      <a:pt x="609" y="1130300"/>
                    </a:lnTo>
                    <a:lnTo>
                      <a:pt x="25920" y="1130300"/>
                    </a:lnTo>
                    <a:lnTo>
                      <a:pt x="26390" y="1143000"/>
                    </a:lnTo>
                    <a:close/>
                  </a:path>
                  <a:path w="1747520" h="1346200">
                    <a:moveTo>
                      <a:pt x="1745856" y="1143000"/>
                    </a:moveTo>
                    <a:lnTo>
                      <a:pt x="1720570" y="1143000"/>
                    </a:lnTo>
                    <a:lnTo>
                      <a:pt x="1721040" y="1130300"/>
                    </a:lnTo>
                    <a:lnTo>
                      <a:pt x="1746377" y="1130300"/>
                    </a:lnTo>
                    <a:lnTo>
                      <a:pt x="1745856" y="1143000"/>
                    </a:lnTo>
                    <a:close/>
                  </a:path>
                  <a:path w="1747520" h="1346200">
                    <a:moveTo>
                      <a:pt x="27762" y="1155700"/>
                    </a:moveTo>
                    <a:lnTo>
                      <a:pt x="2628" y="1155700"/>
                    </a:lnTo>
                    <a:lnTo>
                      <a:pt x="1803" y="1143000"/>
                    </a:lnTo>
                    <a:lnTo>
                      <a:pt x="26987" y="1143000"/>
                    </a:lnTo>
                    <a:lnTo>
                      <a:pt x="27762" y="1155700"/>
                    </a:lnTo>
                    <a:close/>
                  </a:path>
                  <a:path w="1747520" h="1346200">
                    <a:moveTo>
                      <a:pt x="28562" y="1155700"/>
                    </a:moveTo>
                    <a:lnTo>
                      <a:pt x="27762" y="1155700"/>
                    </a:lnTo>
                    <a:lnTo>
                      <a:pt x="27711" y="1143000"/>
                    </a:lnTo>
                    <a:lnTo>
                      <a:pt x="28562" y="1155700"/>
                    </a:lnTo>
                    <a:close/>
                  </a:path>
                  <a:path w="1747520" h="1346200">
                    <a:moveTo>
                      <a:pt x="1719224" y="1155700"/>
                    </a:moveTo>
                    <a:lnTo>
                      <a:pt x="1718360" y="1155700"/>
                    </a:lnTo>
                    <a:lnTo>
                      <a:pt x="1719275" y="1143000"/>
                    </a:lnTo>
                    <a:lnTo>
                      <a:pt x="1719224" y="1155700"/>
                    </a:lnTo>
                    <a:close/>
                  </a:path>
                  <a:path w="1747520" h="1346200">
                    <a:moveTo>
                      <a:pt x="1744357" y="1155700"/>
                    </a:moveTo>
                    <a:lnTo>
                      <a:pt x="1719224" y="1155700"/>
                    </a:lnTo>
                    <a:lnTo>
                      <a:pt x="1719961" y="1143000"/>
                    </a:lnTo>
                    <a:lnTo>
                      <a:pt x="1745183" y="1143000"/>
                    </a:lnTo>
                    <a:lnTo>
                      <a:pt x="1744357" y="1155700"/>
                    </a:lnTo>
                    <a:close/>
                  </a:path>
                  <a:path w="1747520" h="1346200">
                    <a:moveTo>
                      <a:pt x="34823" y="1181100"/>
                    </a:moveTo>
                    <a:lnTo>
                      <a:pt x="7315" y="1181100"/>
                    </a:lnTo>
                    <a:lnTo>
                      <a:pt x="4711" y="1168400"/>
                    </a:lnTo>
                    <a:lnTo>
                      <a:pt x="3594" y="1155700"/>
                    </a:lnTo>
                    <a:lnTo>
                      <a:pt x="29514" y="1155700"/>
                    </a:lnTo>
                    <a:lnTo>
                      <a:pt x="31991" y="1168400"/>
                    </a:lnTo>
                    <a:lnTo>
                      <a:pt x="31838" y="1168400"/>
                    </a:lnTo>
                    <a:lnTo>
                      <a:pt x="34823" y="1181100"/>
                    </a:lnTo>
                    <a:close/>
                  </a:path>
                  <a:path w="1747520" h="1346200">
                    <a:moveTo>
                      <a:pt x="1739671" y="1181100"/>
                    </a:moveTo>
                    <a:lnTo>
                      <a:pt x="1712150" y="1181100"/>
                    </a:lnTo>
                    <a:lnTo>
                      <a:pt x="1715147" y="1168400"/>
                    </a:lnTo>
                    <a:lnTo>
                      <a:pt x="1714995" y="1168400"/>
                    </a:lnTo>
                    <a:lnTo>
                      <a:pt x="1717382" y="1155700"/>
                    </a:lnTo>
                    <a:lnTo>
                      <a:pt x="1743392" y="1155700"/>
                    </a:lnTo>
                    <a:lnTo>
                      <a:pt x="1742274" y="1168400"/>
                    </a:lnTo>
                    <a:lnTo>
                      <a:pt x="1739671" y="1181100"/>
                    </a:lnTo>
                    <a:close/>
                  </a:path>
                  <a:path w="1747520" h="1346200">
                    <a:moveTo>
                      <a:pt x="67119" y="1244600"/>
                    </a:moveTo>
                    <a:lnTo>
                      <a:pt x="33947" y="1244600"/>
                    </a:lnTo>
                    <a:lnTo>
                      <a:pt x="28282" y="1231900"/>
                    </a:lnTo>
                    <a:lnTo>
                      <a:pt x="23088" y="1219200"/>
                    </a:lnTo>
                    <a:lnTo>
                      <a:pt x="18389" y="1206500"/>
                    </a:lnTo>
                    <a:lnTo>
                      <a:pt x="14173" y="1193800"/>
                    </a:lnTo>
                    <a:lnTo>
                      <a:pt x="10477" y="1181100"/>
                    </a:lnTo>
                    <a:lnTo>
                      <a:pt x="34645" y="1181100"/>
                    </a:lnTo>
                    <a:lnTo>
                      <a:pt x="38138" y="1193800"/>
                    </a:lnTo>
                    <a:lnTo>
                      <a:pt x="41656" y="1193800"/>
                    </a:lnTo>
                    <a:lnTo>
                      <a:pt x="46113" y="1206500"/>
                    </a:lnTo>
                    <a:lnTo>
                      <a:pt x="45847" y="1206500"/>
                    </a:lnTo>
                    <a:lnTo>
                      <a:pt x="50749" y="1219200"/>
                    </a:lnTo>
                    <a:lnTo>
                      <a:pt x="50457" y="1219200"/>
                    </a:lnTo>
                    <a:lnTo>
                      <a:pt x="55803" y="1231900"/>
                    </a:lnTo>
                    <a:lnTo>
                      <a:pt x="60934" y="1231900"/>
                    </a:lnTo>
                    <a:lnTo>
                      <a:pt x="67119" y="1244600"/>
                    </a:lnTo>
                    <a:close/>
                  </a:path>
                  <a:path w="1747520" h="1346200">
                    <a:moveTo>
                      <a:pt x="1713039" y="1244600"/>
                    </a:moveTo>
                    <a:lnTo>
                      <a:pt x="1679854" y="1244600"/>
                    </a:lnTo>
                    <a:lnTo>
                      <a:pt x="1686052" y="1231900"/>
                    </a:lnTo>
                    <a:lnTo>
                      <a:pt x="1691182" y="1231900"/>
                    </a:lnTo>
                    <a:lnTo>
                      <a:pt x="1696529" y="1219200"/>
                    </a:lnTo>
                    <a:lnTo>
                      <a:pt x="1696237" y="1219200"/>
                    </a:lnTo>
                    <a:lnTo>
                      <a:pt x="1701139" y="1206500"/>
                    </a:lnTo>
                    <a:lnTo>
                      <a:pt x="1700872" y="1206500"/>
                    </a:lnTo>
                    <a:lnTo>
                      <a:pt x="1705330" y="1193800"/>
                    </a:lnTo>
                    <a:lnTo>
                      <a:pt x="1708848" y="1193800"/>
                    </a:lnTo>
                    <a:lnTo>
                      <a:pt x="1712341" y="1181100"/>
                    </a:lnTo>
                    <a:lnTo>
                      <a:pt x="1736509" y="1181100"/>
                    </a:lnTo>
                    <a:lnTo>
                      <a:pt x="1732813" y="1193800"/>
                    </a:lnTo>
                    <a:lnTo>
                      <a:pt x="1728597" y="1206500"/>
                    </a:lnTo>
                    <a:lnTo>
                      <a:pt x="1723898" y="1219200"/>
                    </a:lnTo>
                    <a:lnTo>
                      <a:pt x="1718703" y="1231900"/>
                    </a:lnTo>
                    <a:lnTo>
                      <a:pt x="1713039" y="1244600"/>
                    </a:lnTo>
                    <a:close/>
                  </a:path>
                  <a:path w="1747520" h="1346200">
                    <a:moveTo>
                      <a:pt x="86906" y="1270000"/>
                    </a:moveTo>
                    <a:lnTo>
                      <a:pt x="53581" y="1270000"/>
                    </a:lnTo>
                    <a:lnTo>
                      <a:pt x="46596" y="1257300"/>
                    </a:lnTo>
                    <a:lnTo>
                      <a:pt x="40055" y="1244600"/>
                    </a:lnTo>
                    <a:lnTo>
                      <a:pt x="66763" y="1244600"/>
                    </a:lnTo>
                    <a:lnTo>
                      <a:pt x="73355" y="1257300"/>
                    </a:lnTo>
                    <a:lnTo>
                      <a:pt x="79552" y="1257300"/>
                    </a:lnTo>
                    <a:lnTo>
                      <a:pt x="86906" y="1270000"/>
                    </a:lnTo>
                    <a:close/>
                  </a:path>
                  <a:path w="1747520" h="1346200">
                    <a:moveTo>
                      <a:pt x="79959" y="1257300"/>
                    </a:moveTo>
                    <a:lnTo>
                      <a:pt x="73355" y="1257300"/>
                    </a:lnTo>
                    <a:lnTo>
                      <a:pt x="72974" y="1244600"/>
                    </a:lnTo>
                    <a:lnTo>
                      <a:pt x="79959" y="1257300"/>
                    </a:lnTo>
                    <a:close/>
                  </a:path>
                  <a:path w="1747520" h="1346200">
                    <a:moveTo>
                      <a:pt x="1673631" y="1257300"/>
                    </a:moveTo>
                    <a:lnTo>
                      <a:pt x="1667027" y="1257300"/>
                    </a:lnTo>
                    <a:lnTo>
                      <a:pt x="1674012" y="1244600"/>
                    </a:lnTo>
                    <a:lnTo>
                      <a:pt x="1673631" y="1257300"/>
                    </a:lnTo>
                    <a:close/>
                  </a:path>
                  <a:path w="1747520" h="1346200">
                    <a:moveTo>
                      <a:pt x="1693405" y="1270000"/>
                    </a:moveTo>
                    <a:lnTo>
                      <a:pt x="1660067" y="1270000"/>
                    </a:lnTo>
                    <a:lnTo>
                      <a:pt x="1667433" y="1257300"/>
                    </a:lnTo>
                    <a:lnTo>
                      <a:pt x="1673631" y="1257300"/>
                    </a:lnTo>
                    <a:lnTo>
                      <a:pt x="1680222" y="1244600"/>
                    </a:lnTo>
                    <a:lnTo>
                      <a:pt x="1706930" y="1244600"/>
                    </a:lnTo>
                    <a:lnTo>
                      <a:pt x="1700377" y="1257300"/>
                    </a:lnTo>
                    <a:lnTo>
                      <a:pt x="1693405" y="1270000"/>
                    </a:lnTo>
                    <a:close/>
                  </a:path>
                  <a:path w="1747520" h="1346200">
                    <a:moveTo>
                      <a:pt x="117970" y="1295400"/>
                    </a:moveTo>
                    <a:lnTo>
                      <a:pt x="76898" y="1295400"/>
                    </a:lnTo>
                    <a:lnTo>
                      <a:pt x="68732" y="1282700"/>
                    </a:lnTo>
                    <a:lnTo>
                      <a:pt x="60960" y="1270000"/>
                    </a:lnTo>
                    <a:lnTo>
                      <a:pt x="93751" y="1270000"/>
                    </a:lnTo>
                    <a:lnTo>
                      <a:pt x="101815" y="1282700"/>
                    </a:lnTo>
                    <a:lnTo>
                      <a:pt x="109258" y="1282700"/>
                    </a:lnTo>
                    <a:lnTo>
                      <a:pt x="117970" y="1295400"/>
                    </a:lnTo>
                    <a:close/>
                  </a:path>
                  <a:path w="1747520" h="1346200">
                    <a:moveTo>
                      <a:pt x="1670088" y="1295400"/>
                    </a:moveTo>
                    <a:lnTo>
                      <a:pt x="1629016" y="1295400"/>
                    </a:lnTo>
                    <a:lnTo>
                      <a:pt x="1637728" y="1282700"/>
                    </a:lnTo>
                    <a:lnTo>
                      <a:pt x="1645170" y="1282700"/>
                    </a:lnTo>
                    <a:lnTo>
                      <a:pt x="1653235" y="1270000"/>
                    </a:lnTo>
                    <a:lnTo>
                      <a:pt x="1686026" y="1270000"/>
                    </a:lnTo>
                    <a:lnTo>
                      <a:pt x="1678254" y="1282700"/>
                    </a:lnTo>
                    <a:lnTo>
                      <a:pt x="1670088" y="1295400"/>
                    </a:lnTo>
                    <a:close/>
                  </a:path>
                  <a:path w="1747520" h="1346200">
                    <a:moveTo>
                      <a:pt x="135267" y="1308100"/>
                    </a:moveTo>
                    <a:lnTo>
                      <a:pt x="94297" y="1308100"/>
                    </a:lnTo>
                    <a:lnTo>
                      <a:pt x="85420" y="1295400"/>
                    </a:lnTo>
                    <a:lnTo>
                      <a:pt x="125958" y="1295400"/>
                    </a:lnTo>
                    <a:lnTo>
                      <a:pt x="135267" y="1308100"/>
                    </a:lnTo>
                    <a:close/>
                  </a:path>
                  <a:path w="1747520" h="1346200">
                    <a:moveTo>
                      <a:pt x="144310" y="1308100"/>
                    </a:moveTo>
                    <a:lnTo>
                      <a:pt x="135267" y="1308100"/>
                    </a:lnTo>
                    <a:lnTo>
                      <a:pt x="134734" y="1295400"/>
                    </a:lnTo>
                    <a:lnTo>
                      <a:pt x="144310" y="1308100"/>
                    </a:lnTo>
                    <a:close/>
                  </a:path>
                  <a:path w="1747520" h="1346200">
                    <a:moveTo>
                      <a:pt x="1611718" y="1308100"/>
                    </a:moveTo>
                    <a:lnTo>
                      <a:pt x="1602676" y="1308100"/>
                    </a:lnTo>
                    <a:lnTo>
                      <a:pt x="1612252" y="1295400"/>
                    </a:lnTo>
                    <a:lnTo>
                      <a:pt x="1611718" y="1308100"/>
                    </a:lnTo>
                    <a:close/>
                  </a:path>
                  <a:path w="1747520" h="1346200">
                    <a:moveTo>
                      <a:pt x="1652689" y="1308100"/>
                    </a:moveTo>
                    <a:lnTo>
                      <a:pt x="1611718" y="1308100"/>
                    </a:lnTo>
                    <a:lnTo>
                      <a:pt x="1621028" y="1295400"/>
                    </a:lnTo>
                    <a:lnTo>
                      <a:pt x="1661566" y="1295400"/>
                    </a:lnTo>
                    <a:lnTo>
                      <a:pt x="1652689" y="1308100"/>
                    </a:lnTo>
                    <a:close/>
                  </a:path>
                  <a:path w="1747520" h="1346200">
                    <a:moveTo>
                      <a:pt x="163118" y="1320800"/>
                    </a:moveTo>
                    <a:lnTo>
                      <a:pt x="113030" y="1320800"/>
                    </a:lnTo>
                    <a:lnTo>
                      <a:pt x="103505" y="1308100"/>
                    </a:lnTo>
                    <a:lnTo>
                      <a:pt x="153022" y="1308100"/>
                    </a:lnTo>
                    <a:lnTo>
                      <a:pt x="163118" y="1320800"/>
                    </a:lnTo>
                    <a:close/>
                  </a:path>
                  <a:path w="1747520" h="1346200">
                    <a:moveTo>
                      <a:pt x="172859" y="1320800"/>
                    </a:moveTo>
                    <a:lnTo>
                      <a:pt x="163118" y="1320800"/>
                    </a:lnTo>
                    <a:lnTo>
                      <a:pt x="162534" y="1308100"/>
                    </a:lnTo>
                    <a:lnTo>
                      <a:pt x="172859" y="1320800"/>
                    </a:lnTo>
                    <a:close/>
                  </a:path>
                  <a:path w="1747520" h="1346200">
                    <a:moveTo>
                      <a:pt x="1583867" y="1320800"/>
                    </a:moveTo>
                    <a:lnTo>
                      <a:pt x="1574126" y="1320800"/>
                    </a:lnTo>
                    <a:lnTo>
                      <a:pt x="1584452" y="1308100"/>
                    </a:lnTo>
                    <a:lnTo>
                      <a:pt x="1583867" y="1320800"/>
                    </a:lnTo>
                    <a:close/>
                  </a:path>
                  <a:path w="1747520" h="1346200">
                    <a:moveTo>
                      <a:pt x="1633943" y="1320800"/>
                    </a:moveTo>
                    <a:lnTo>
                      <a:pt x="1583867" y="1320800"/>
                    </a:lnTo>
                    <a:lnTo>
                      <a:pt x="1593964" y="1308100"/>
                    </a:lnTo>
                    <a:lnTo>
                      <a:pt x="1643481" y="1308100"/>
                    </a:lnTo>
                    <a:lnTo>
                      <a:pt x="1633943" y="1320800"/>
                    </a:lnTo>
                    <a:close/>
                  </a:path>
                  <a:path w="1747520" h="1346200">
                    <a:moveTo>
                      <a:pt x="1613979" y="1333500"/>
                    </a:moveTo>
                    <a:lnTo>
                      <a:pt x="133007" y="1333500"/>
                    </a:lnTo>
                    <a:lnTo>
                      <a:pt x="122872" y="1320800"/>
                    </a:lnTo>
                    <a:lnTo>
                      <a:pt x="1624114" y="1320800"/>
                    </a:lnTo>
                    <a:lnTo>
                      <a:pt x="1613979" y="1333500"/>
                    </a:lnTo>
                    <a:close/>
                  </a:path>
                  <a:path w="1747520" h="1346200">
                    <a:moveTo>
                      <a:pt x="1581962" y="1346200"/>
                    </a:moveTo>
                    <a:lnTo>
                      <a:pt x="165011" y="1346200"/>
                    </a:lnTo>
                    <a:lnTo>
                      <a:pt x="154089" y="1333500"/>
                    </a:lnTo>
                    <a:lnTo>
                      <a:pt x="1592884" y="1333500"/>
                    </a:lnTo>
                    <a:lnTo>
                      <a:pt x="1581962" y="13462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" name="object 13">
                <a:extLst>
                  <a:ext uri="{FF2B5EF4-FFF2-40B4-BE49-F238E27FC236}">
                    <a16:creationId xmlns:a16="http://schemas.microsoft.com/office/drawing/2014/main" id="{8335F087-DDAF-4320-8B8F-EF13CE901888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263783" y="2253462"/>
                <a:ext cx="412457" cy="412457"/>
              </a:xfrm>
              <a:prstGeom prst="rect">
                <a:avLst/>
              </a:prstGeom>
            </p:spPr>
          </p:pic>
          <p:pic>
            <p:nvPicPr>
              <p:cNvPr id="9" name="object 14">
                <a:extLst>
                  <a:ext uri="{FF2B5EF4-FFF2-40B4-BE49-F238E27FC236}">
                    <a16:creationId xmlns:a16="http://schemas.microsoft.com/office/drawing/2014/main" id="{D8B59174-97A3-4ABC-AE48-7C401C2A3040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800498" y="3070098"/>
                <a:ext cx="412457" cy="370014"/>
              </a:xfrm>
              <a:prstGeom prst="rect">
                <a:avLst/>
              </a:prstGeom>
            </p:spPr>
          </p:pic>
          <p:pic>
            <p:nvPicPr>
              <p:cNvPr id="10" name="object 15">
                <a:extLst>
                  <a:ext uri="{FF2B5EF4-FFF2-40B4-BE49-F238E27FC236}">
                    <a16:creationId xmlns:a16="http://schemas.microsoft.com/office/drawing/2014/main" id="{395C8B8D-14C7-4955-B7EA-A6AB77CA0CDA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337212" y="2253462"/>
                <a:ext cx="412457" cy="412457"/>
              </a:xfrm>
              <a:prstGeom prst="rect">
                <a:avLst/>
              </a:prstGeom>
            </p:spPr>
          </p:pic>
          <p:pic>
            <p:nvPicPr>
              <p:cNvPr id="11" name="object 16">
                <a:extLst>
                  <a:ext uri="{FF2B5EF4-FFF2-40B4-BE49-F238E27FC236}">
                    <a16:creationId xmlns:a16="http://schemas.microsoft.com/office/drawing/2014/main" id="{07BD7B7E-6C8A-4413-8C2E-24368A9C9162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800498" y="2262530"/>
                <a:ext cx="412457" cy="821867"/>
              </a:xfrm>
              <a:prstGeom prst="rect">
                <a:avLst/>
              </a:prstGeom>
            </p:spPr>
          </p:pic>
          <p:pic>
            <p:nvPicPr>
              <p:cNvPr id="12" name="object 17">
                <a:extLst>
                  <a:ext uri="{FF2B5EF4-FFF2-40B4-BE49-F238E27FC236}">
                    <a16:creationId xmlns:a16="http://schemas.microsoft.com/office/drawing/2014/main" id="{B9752231-AF00-4063-A536-C05E2CB08FA4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263783" y="2688323"/>
                <a:ext cx="412457" cy="412457"/>
              </a:xfrm>
              <a:prstGeom prst="rect">
                <a:avLst/>
              </a:prstGeom>
            </p:spPr>
          </p:pic>
          <p:pic>
            <p:nvPicPr>
              <p:cNvPr id="13" name="object 18">
                <a:extLst>
                  <a:ext uri="{FF2B5EF4-FFF2-40B4-BE49-F238E27FC236}">
                    <a16:creationId xmlns:a16="http://schemas.microsoft.com/office/drawing/2014/main" id="{BF64FE64-874B-4CCD-A0BA-D835610487E0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5337212" y="2688323"/>
                <a:ext cx="412457" cy="412457"/>
              </a:xfrm>
              <a:prstGeom prst="rect">
                <a:avLst/>
              </a:prstGeom>
            </p:spPr>
          </p:pic>
          <p:sp>
            <p:nvSpPr>
              <p:cNvPr id="14" name="object 19">
                <a:extLst>
                  <a:ext uri="{FF2B5EF4-FFF2-40B4-BE49-F238E27FC236}">
                    <a16:creationId xmlns:a16="http://schemas.microsoft.com/office/drawing/2014/main" id="{66AD609C-BD5E-4248-94DA-4EC0B26C5A1D}"/>
                  </a:ext>
                </a:extLst>
              </p:cNvPr>
              <p:cNvSpPr/>
              <p:nvPr/>
            </p:nvSpPr>
            <p:spPr>
              <a:xfrm>
                <a:off x="5640323" y="2409444"/>
                <a:ext cx="498475" cy="753110"/>
              </a:xfrm>
              <a:custGeom>
                <a:avLst/>
                <a:gdLst/>
                <a:ahLst/>
                <a:cxnLst/>
                <a:rect l="l" t="t" r="r" b="b"/>
                <a:pathLst>
                  <a:path w="498475" h="753110">
                    <a:moveTo>
                      <a:pt x="195072" y="752855"/>
                    </a:moveTo>
                    <a:lnTo>
                      <a:pt x="178308" y="545591"/>
                    </a:lnTo>
                    <a:lnTo>
                      <a:pt x="109727" y="614171"/>
                    </a:lnTo>
                    <a:lnTo>
                      <a:pt x="131063" y="486155"/>
                    </a:lnTo>
                    <a:lnTo>
                      <a:pt x="3048" y="509015"/>
                    </a:lnTo>
                    <a:lnTo>
                      <a:pt x="85343" y="411479"/>
                    </a:lnTo>
                    <a:lnTo>
                      <a:pt x="0" y="301751"/>
                    </a:lnTo>
                    <a:lnTo>
                      <a:pt x="106679" y="266699"/>
                    </a:lnTo>
                    <a:lnTo>
                      <a:pt x="9143" y="80771"/>
                    </a:lnTo>
                    <a:lnTo>
                      <a:pt x="169163" y="220979"/>
                    </a:lnTo>
                    <a:lnTo>
                      <a:pt x="192024" y="80771"/>
                    </a:lnTo>
                    <a:lnTo>
                      <a:pt x="248412" y="202691"/>
                    </a:lnTo>
                    <a:lnTo>
                      <a:pt x="335279" y="0"/>
                    </a:lnTo>
                    <a:lnTo>
                      <a:pt x="326136" y="185927"/>
                    </a:lnTo>
                    <a:lnTo>
                      <a:pt x="423672" y="155447"/>
                    </a:lnTo>
                    <a:lnTo>
                      <a:pt x="384048" y="256031"/>
                    </a:lnTo>
                    <a:lnTo>
                      <a:pt x="486155" y="284987"/>
                    </a:lnTo>
                    <a:lnTo>
                      <a:pt x="405384" y="365759"/>
                    </a:lnTo>
                    <a:lnTo>
                      <a:pt x="498348" y="463295"/>
                    </a:lnTo>
                    <a:lnTo>
                      <a:pt x="388620" y="451103"/>
                    </a:lnTo>
                    <a:lnTo>
                      <a:pt x="417575" y="630935"/>
                    </a:lnTo>
                    <a:lnTo>
                      <a:pt x="323088" y="504443"/>
                    </a:lnTo>
                    <a:lnTo>
                      <a:pt x="304800" y="688847"/>
                    </a:lnTo>
                    <a:lnTo>
                      <a:pt x="242315" y="521207"/>
                    </a:lnTo>
                    <a:lnTo>
                      <a:pt x="195072" y="752855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5" name="object 2">
              <a:extLst>
                <a:ext uri="{FF2B5EF4-FFF2-40B4-BE49-F238E27FC236}">
                  <a16:creationId xmlns:a16="http://schemas.microsoft.com/office/drawing/2014/main" id="{E42F3D4E-2920-49BE-BC8D-ABB8D3036DEA}"/>
                </a:ext>
              </a:extLst>
            </p:cNvPr>
            <p:cNvGrpSpPr/>
            <p:nvPr/>
          </p:nvGrpSpPr>
          <p:grpSpPr>
            <a:xfrm>
              <a:off x="1045997" y="3644809"/>
              <a:ext cx="9964361" cy="2598032"/>
              <a:chOff x="1045997" y="3644809"/>
              <a:chExt cx="9964361" cy="2598032"/>
            </a:xfrm>
          </p:grpSpPr>
          <p:pic>
            <p:nvPicPr>
              <p:cNvPr id="16" name="object 3">
                <a:extLst>
                  <a:ext uri="{FF2B5EF4-FFF2-40B4-BE49-F238E27FC236}">
                    <a16:creationId xmlns:a16="http://schemas.microsoft.com/office/drawing/2014/main" id="{6EE222E5-4143-4E0A-B5B2-C6F129B46FCE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3794935" y="4665052"/>
                <a:ext cx="7215423" cy="1577789"/>
              </a:xfrm>
              <a:prstGeom prst="rect">
                <a:avLst/>
              </a:prstGeom>
            </p:spPr>
          </p:pic>
          <p:sp>
            <p:nvSpPr>
              <p:cNvPr id="17" name="object 4">
                <a:extLst>
                  <a:ext uri="{FF2B5EF4-FFF2-40B4-BE49-F238E27FC236}">
                    <a16:creationId xmlns:a16="http://schemas.microsoft.com/office/drawing/2014/main" id="{60AFA781-3747-455D-BC23-66FE03B064BE}"/>
                  </a:ext>
                </a:extLst>
              </p:cNvPr>
              <p:cNvSpPr/>
              <p:nvPr/>
            </p:nvSpPr>
            <p:spPr>
              <a:xfrm>
                <a:off x="3760965" y="5152796"/>
                <a:ext cx="4657090" cy="798195"/>
              </a:xfrm>
              <a:custGeom>
                <a:avLst/>
                <a:gdLst/>
                <a:ahLst/>
                <a:cxnLst/>
                <a:rect l="l" t="t" r="r" b="b"/>
                <a:pathLst>
                  <a:path w="4657090" h="798195">
                    <a:moveTo>
                      <a:pt x="4657090" y="797839"/>
                    </a:moveTo>
                    <a:lnTo>
                      <a:pt x="0" y="797839"/>
                    </a:lnTo>
                    <a:lnTo>
                      <a:pt x="0" y="0"/>
                    </a:lnTo>
                    <a:lnTo>
                      <a:pt x="4657090" y="0"/>
                    </a:lnTo>
                    <a:lnTo>
                      <a:pt x="4657090" y="14287"/>
                    </a:lnTo>
                    <a:lnTo>
                      <a:pt x="28575" y="14287"/>
                    </a:lnTo>
                    <a:lnTo>
                      <a:pt x="14287" y="28575"/>
                    </a:lnTo>
                    <a:lnTo>
                      <a:pt x="28575" y="28575"/>
                    </a:lnTo>
                    <a:lnTo>
                      <a:pt x="28575" y="769264"/>
                    </a:lnTo>
                    <a:lnTo>
                      <a:pt x="14287" y="769264"/>
                    </a:lnTo>
                    <a:lnTo>
                      <a:pt x="28575" y="783551"/>
                    </a:lnTo>
                    <a:lnTo>
                      <a:pt x="4657090" y="783551"/>
                    </a:lnTo>
                    <a:lnTo>
                      <a:pt x="4657090" y="797839"/>
                    </a:lnTo>
                    <a:close/>
                  </a:path>
                  <a:path w="4657090" h="798195">
                    <a:moveTo>
                      <a:pt x="28575" y="28575"/>
                    </a:moveTo>
                    <a:lnTo>
                      <a:pt x="14287" y="28575"/>
                    </a:lnTo>
                    <a:lnTo>
                      <a:pt x="28575" y="14287"/>
                    </a:lnTo>
                    <a:lnTo>
                      <a:pt x="28575" y="28575"/>
                    </a:lnTo>
                    <a:close/>
                  </a:path>
                  <a:path w="4657090" h="798195">
                    <a:moveTo>
                      <a:pt x="4628515" y="28575"/>
                    </a:moveTo>
                    <a:lnTo>
                      <a:pt x="28575" y="28575"/>
                    </a:lnTo>
                    <a:lnTo>
                      <a:pt x="28575" y="14287"/>
                    </a:lnTo>
                    <a:lnTo>
                      <a:pt x="4628515" y="14287"/>
                    </a:lnTo>
                    <a:lnTo>
                      <a:pt x="4628515" y="28575"/>
                    </a:lnTo>
                    <a:close/>
                  </a:path>
                  <a:path w="4657090" h="798195">
                    <a:moveTo>
                      <a:pt x="4628515" y="783551"/>
                    </a:moveTo>
                    <a:lnTo>
                      <a:pt x="4628515" y="14287"/>
                    </a:lnTo>
                    <a:lnTo>
                      <a:pt x="4642802" y="28575"/>
                    </a:lnTo>
                    <a:lnTo>
                      <a:pt x="4657090" y="28575"/>
                    </a:lnTo>
                    <a:lnTo>
                      <a:pt x="4657090" y="769264"/>
                    </a:lnTo>
                    <a:lnTo>
                      <a:pt x="4642802" y="769264"/>
                    </a:lnTo>
                    <a:lnTo>
                      <a:pt x="4628515" y="783551"/>
                    </a:lnTo>
                    <a:close/>
                  </a:path>
                  <a:path w="4657090" h="798195">
                    <a:moveTo>
                      <a:pt x="4657090" y="28575"/>
                    </a:moveTo>
                    <a:lnTo>
                      <a:pt x="4642802" y="28575"/>
                    </a:lnTo>
                    <a:lnTo>
                      <a:pt x="4628515" y="14287"/>
                    </a:lnTo>
                    <a:lnTo>
                      <a:pt x="4657090" y="14287"/>
                    </a:lnTo>
                    <a:lnTo>
                      <a:pt x="4657090" y="28575"/>
                    </a:lnTo>
                    <a:close/>
                  </a:path>
                  <a:path w="4657090" h="798195">
                    <a:moveTo>
                      <a:pt x="28575" y="783551"/>
                    </a:moveTo>
                    <a:lnTo>
                      <a:pt x="14287" y="769264"/>
                    </a:lnTo>
                    <a:lnTo>
                      <a:pt x="28575" y="769264"/>
                    </a:lnTo>
                    <a:lnTo>
                      <a:pt x="28575" y="783551"/>
                    </a:lnTo>
                    <a:close/>
                  </a:path>
                  <a:path w="4657090" h="798195">
                    <a:moveTo>
                      <a:pt x="4628515" y="783551"/>
                    </a:moveTo>
                    <a:lnTo>
                      <a:pt x="28575" y="783551"/>
                    </a:lnTo>
                    <a:lnTo>
                      <a:pt x="28575" y="769264"/>
                    </a:lnTo>
                    <a:lnTo>
                      <a:pt x="4628515" y="769264"/>
                    </a:lnTo>
                    <a:lnTo>
                      <a:pt x="4628515" y="783551"/>
                    </a:lnTo>
                    <a:close/>
                  </a:path>
                  <a:path w="4657090" h="798195">
                    <a:moveTo>
                      <a:pt x="4657090" y="783551"/>
                    </a:moveTo>
                    <a:lnTo>
                      <a:pt x="4628515" y="783551"/>
                    </a:lnTo>
                    <a:lnTo>
                      <a:pt x="4642802" y="769264"/>
                    </a:lnTo>
                    <a:lnTo>
                      <a:pt x="4657090" y="769264"/>
                    </a:lnTo>
                    <a:lnTo>
                      <a:pt x="4657090" y="783551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5BBAEEE3-037F-43A4-AC2A-18319359701A}"/>
                  </a:ext>
                </a:extLst>
              </p:cNvPr>
              <p:cNvSpPr/>
              <p:nvPr/>
            </p:nvSpPr>
            <p:spPr>
              <a:xfrm>
                <a:off x="4058411" y="3672840"/>
                <a:ext cx="536575" cy="957580"/>
              </a:xfrm>
              <a:custGeom>
                <a:avLst/>
                <a:gdLst/>
                <a:ahLst/>
                <a:cxnLst/>
                <a:rect l="l" t="t" r="r" b="b"/>
                <a:pathLst>
                  <a:path w="536575" h="957579">
                    <a:moveTo>
                      <a:pt x="268224" y="957072"/>
                    </a:moveTo>
                    <a:lnTo>
                      <a:pt x="0" y="688848"/>
                    </a:lnTo>
                    <a:lnTo>
                      <a:pt x="134112" y="688848"/>
                    </a:lnTo>
                    <a:lnTo>
                      <a:pt x="134112" y="0"/>
                    </a:lnTo>
                    <a:lnTo>
                      <a:pt x="402336" y="0"/>
                    </a:lnTo>
                    <a:lnTo>
                      <a:pt x="402336" y="688848"/>
                    </a:lnTo>
                    <a:lnTo>
                      <a:pt x="536448" y="688848"/>
                    </a:lnTo>
                    <a:lnTo>
                      <a:pt x="268224" y="957072"/>
                    </a:lnTo>
                    <a:close/>
                  </a:path>
                </a:pathLst>
              </a:custGeom>
              <a:solidFill>
                <a:srgbClr val="E1EFD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6">
                <a:extLst>
                  <a:ext uri="{FF2B5EF4-FFF2-40B4-BE49-F238E27FC236}">
                    <a16:creationId xmlns:a16="http://schemas.microsoft.com/office/drawing/2014/main" id="{4ACEEE66-F7EB-49A5-B3D9-2BEB6AF16D0C}"/>
                  </a:ext>
                </a:extLst>
              </p:cNvPr>
              <p:cNvSpPr/>
              <p:nvPr/>
            </p:nvSpPr>
            <p:spPr>
              <a:xfrm>
                <a:off x="4042587" y="3666109"/>
                <a:ext cx="567690" cy="973455"/>
              </a:xfrm>
              <a:custGeom>
                <a:avLst/>
                <a:gdLst/>
                <a:ahLst/>
                <a:cxnLst/>
                <a:rect l="l" t="t" r="r" b="b"/>
                <a:pathLst>
                  <a:path w="567689" h="973454">
                    <a:moveTo>
                      <a:pt x="143154" y="695591"/>
                    </a:moveTo>
                    <a:lnTo>
                      <a:pt x="143154" y="0"/>
                    </a:lnTo>
                    <a:lnTo>
                      <a:pt x="424218" y="0"/>
                    </a:lnTo>
                    <a:lnTo>
                      <a:pt x="424218" y="6350"/>
                    </a:lnTo>
                    <a:lnTo>
                      <a:pt x="155854" y="6350"/>
                    </a:lnTo>
                    <a:lnTo>
                      <a:pt x="149504" y="12700"/>
                    </a:lnTo>
                    <a:lnTo>
                      <a:pt x="155854" y="12700"/>
                    </a:lnTo>
                    <a:lnTo>
                      <a:pt x="155854" y="689241"/>
                    </a:lnTo>
                    <a:lnTo>
                      <a:pt x="149504" y="689241"/>
                    </a:lnTo>
                    <a:lnTo>
                      <a:pt x="143154" y="695591"/>
                    </a:lnTo>
                    <a:close/>
                  </a:path>
                  <a:path w="567689" h="973454">
                    <a:moveTo>
                      <a:pt x="155854" y="12700"/>
                    </a:moveTo>
                    <a:lnTo>
                      <a:pt x="149504" y="12700"/>
                    </a:lnTo>
                    <a:lnTo>
                      <a:pt x="155854" y="6350"/>
                    </a:lnTo>
                    <a:lnTo>
                      <a:pt x="155854" y="12700"/>
                    </a:lnTo>
                    <a:close/>
                  </a:path>
                  <a:path w="567689" h="973454">
                    <a:moveTo>
                      <a:pt x="411518" y="12700"/>
                    </a:moveTo>
                    <a:lnTo>
                      <a:pt x="155854" y="12700"/>
                    </a:lnTo>
                    <a:lnTo>
                      <a:pt x="155854" y="6350"/>
                    </a:lnTo>
                    <a:lnTo>
                      <a:pt x="411518" y="6350"/>
                    </a:lnTo>
                    <a:lnTo>
                      <a:pt x="411518" y="12700"/>
                    </a:lnTo>
                    <a:close/>
                  </a:path>
                  <a:path w="567689" h="973454">
                    <a:moveTo>
                      <a:pt x="536714" y="701941"/>
                    </a:moveTo>
                    <a:lnTo>
                      <a:pt x="411518" y="701941"/>
                    </a:lnTo>
                    <a:lnTo>
                      <a:pt x="411518" y="6350"/>
                    </a:lnTo>
                    <a:lnTo>
                      <a:pt x="417868" y="12700"/>
                    </a:lnTo>
                    <a:lnTo>
                      <a:pt x="424218" y="12700"/>
                    </a:lnTo>
                    <a:lnTo>
                      <a:pt x="424218" y="689241"/>
                    </a:lnTo>
                    <a:lnTo>
                      <a:pt x="417868" y="689241"/>
                    </a:lnTo>
                    <a:lnTo>
                      <a:pt x="424218" y="695591"/>
                    </a:lnTo>
                    <a:lnTo>
                      <a:pt x="543064" y="695591"/>
                    </a:lnTo>
                    <a:lnTo>
                      <a:pt x="536714" y="701941"/>
                    </a:lnTo>
                    <a:close/>
                  </a:path>
                  <a:path w="567689" h="973454">
                    <a:moveTo>
                      <a:pt x="424218" y="12700"/>
                    </a:moveTo>
                    <a:lnTo>
                      <a:pt x="417868" y="12700"/>
                    </a:lnTo>
                    <a:lnTo>
                      <a:pt x="411518" y="6350"/>
                    </a:lnTo>
                    <a:lnTo>
                      <a:pt x="424218" y="6350"/>
                    </a:lnTo>
                    <a:lnTo>
                      <a:pt x="424218" y="12700"/>
                    </a:lnTo>
                    <a:close/>
                  </a:path>
                  <a:path w="567689" h="973454">
                    <a:moveTo>
                      <a:pt x="283692" y="972934"/>
                    </a:moveTo>
                    <a:lnTo>
                      <a:pt x="0" y="689241"/>
                    </a:lnTo>
                    <a:lnTo>
                      <a:pt x="143154" y="689241"/>
                    </a:lnTo>
                    <a:lnTo>
                      <a:pt x="143154" y="691095"/>
                    </a:lnTo>
                    <a:lnTo>
                      <a:pt x="19824" y="691095"/>
                    </a:lnTo>
                    <a:lnTo>
                      <a:pt x="15328" y="701941"/>
                    </a:lnTo>
                    <a:lnTo>
                      <a:pt x="30669" y="701941"/>
                    </a:lnTo>
                    <a:lnTo>
                      <a:pt x="283686" y="954970"/>
                    </a:lnTo>
                    <a:lnTo>
                      <a:pt x="279196" y="959459"/>
                    </a:lnTo>
                    <a:lnTo>
                      <a:pt x="297166" y="959459"/>
                    </a:lnTo>
                    <a:lnTo>
                      <a:pt x="283692" y="972934"/>
                    </a:lnTo>
                    <a:close/>
                  </a:path>
                  <a:path w="567689" h="973454">
                    <a:moveTo>
                      <a:pt x="155854" y="695591"/>
                    </a:moveTo>
                    <a:lnTo>
                      <a:pt x="143154" y="695591"/>
                    </a:lnTo>
                    <a:lnTo>
                      <a:pt x="149504" y="689241"/>
                    </a:lnTo>
                    <a:lnTo>
                      <a:pt x="155854" y="689241"/>
                    </a:lnTo>
                    <a:lnTo>
                      <a:pt x="155854" y="695591"/>
                    </a:lnTo>
                    <a:close/>
                  </a:path>
                  <a:path w="567689" h="973454">
                    <a:moveTo>
                      <a:pt x="424218" y="695591"/>
                    </a:moveTo>
                    <a:lnTo>
                      <a:pt x="417868" y="689241"/>
                    </a:lnTo>
                    <a:lnTo>
                      <a:pt x="424218" y="689241"/>
                    </a:lnTo>
                    <a:lnTo>
                      <a:pt x="424218" y="695591"/>
                    </a:lnTo>
                    <a:close/>
                  </a:path>
                  <a:path w="567689" h="973454">
                    <a:moveTo>
                      <a:pt x="543064" y="695591"/>
                    </a:moveTo>
                    <a:lnTo>
                      <a:pt x="424218" y="695591"/>
                    </a:lnTo>
                    <a:lnTo>
                      <a:pt x="424218" y="689241"/>
                    </a:lnTo>
                    <a:lnTo>
                      <a:pt x="567372" y="689241"/>
                    </a:lnTo>
                    <a:lnTo>
                      <a:pt x="565518" y="691095"/>
                    </a:lnTo>
                    <a:lnTo>
                      <a:pt x="547560" y="691095"/>
                    </a:lnTo>
                    <a:lnTo>
                      <a:pt x="543064" y="695591"/>
                    </a:lnTo>
                    <a:close/>
                  </a:path>
                  <a:path w="567689" h="973454">
                    <a:moveTo>
                      <a:pt x="30669" y="701941"/>
                    </a:moveTo>
                    <a:lnTo>
                      <a:pt x="15328" y="701941"/>
                    </a:lnTo>
                    <a:lnTo>
                      <a:pt x="19824" y="691095"/>
                    </a:lnTo>
                    <a:lnTo>
                      <a:pt x="30669" y="701941"/>
                    </a:lnTo>
                    <a:close/>
                  </a:path>
                  <a:path w="567689" h="973454">
                    <a:moveTo>
                      <a:pt x="155854" y="701941"/>
                    </a:moveTo>
                    <a:lnTo>
                      <a:pt x="30669" y="701941"/>
                    </a:lnTo>
                    <a:lnTo>
                      <a:pt x="19824" y="691095"/>
                    </a:lnTo>
                    <a:lnTo>
                      <a:pt x="143154" y="691095"/>
                    </a:lnTo>
                    <a:lnTo>
                      <a:pt x="143154" y="695591"/>
                    </a:lnTo>
                    <a:lnTo>
                      <a:pt x="155854" y="695591"/>
                    </a:lnTo>
                    <a:lnTo>
                      <a:pt x="155854" y="701941"/>
                    </a:lnTo>
                    <a:close/>
                  </a:path>
                  <a:path w="567689" h="973454">
                    <a:moveTo>
                      <a:pt x="297166" y="959459"/>
                    </a:moveTo>
                    <a:lnTo>
                      <a:pt x="288175" y="959459"/>
                    </a:lnTo>
                    <a:lnTo>
                      <a:pt x="283686" y="954970"/>
                    </a:lnTo>
                    <a:lnTo>
                      <a:pt x="547560" y="691095"/>
                    </a:lnTo>
                    <a:lnTo>
                      <a:pt x="552043" y="701941"/>
                    </a:lnTo>
                    <a:lnTo>
                      <a:pt x="554673" y="701941"/>
                    </a:lnTo>
                    <a:lnTo>
                      <a:pt x="297166" y="959459"/>
                    </a:lnTo>
                    <a:close/>
                  </a:path>
                  <a:path w="567689" h="973454">
                    <a:moveTo>
                      <a:pt x="554673" y="701941"/>
                    </a:moveTo>
                    <a:lnTo>
                      <a:pt x="552043" y="701941"/>
                    </a:lnTo>
                    <a:lnTo>
                      <a:pt x="547560" y="691095"/>
                    </a:lnTo>
                    <a:lnTo>
                      <a:pt x="565518" y="691095"/>
                    </a:lnTo>
                    <a:lnTo>
                      <a:pt x="554673" y="701941"/>
                    </a:lnTo>
                    <a:close/>
                  </a:path>
                  <a:path w="567689" h="973454">
                    <a:moveTo>
                      <a:pt x="288175" y="959459"/>
                    </a:moveTo>
                    <a:lnTo>
                      <a:pt x="279196" y="959459"/>
                    </a:lnTo>
                    <a:lnTo>
                      <a:pt x="283686" y="954970"/>
                    </a:lnTo>
                    <a:lnTo>
                      <a:pt x="288175" y="9594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7">
                <a:extLst>
                  <a:ext uri="{FF2B5EF4-FFF2-40B4-BE49-F238E27FC236}">
                    <a16:creationId xmlns:a16="http://schemas.microsoft.com/office/drawing/2014/main" id="{45AB0DA0-10AE-4A59-8F79-DD1EDBF37769}"/>
                  </a:ext>
                </a:extLst>
              </p:cNvPr>
              <p:cNvSpPr/>
              <p:nvPr/>
            </p:nvSpPr>
            <p:spPr>
              <a:xfrm>
                <a:off x="5466841" y="3654488"/>
                <a:ext cx="628015" cy="1039494"/>
              </a:xfrm>
              <a:custGeom>
                <a:avLst/>
                <a:gdLst/>
                <a:ahLst/>
                <a:cxnLst/>
                <a:rect l="l" t="t" r="r" b="b"/>
                <a:pathLst>
                  <a:path w="628014" h="1039495">
                    <a:moveTo>
                      <a:pt x="470915" y="1039368"/>
                    </a:moveTo>
                    <a:lnTo>
                      <a:pt x="156972" y="1039368"/>
                    </a:lnTo>
                    <a:lnTo>
                      <a:pt x="156972" y="312420"/>
                    </a:lnTo>
                    <a:lnTo>
                      <a:pt x="0" y="312420"/>
                    </a:lnTo>
                    <a:lnTo>
                      <a:pt x="313943" y="0"/>
                    </a:lnTo>
                    <a:lnTo>
                      <a:pt x="627888" y="312420"/>
                    </a:lnTo>
                    <a:lnTo>
                      <a:pt x="470915" y="312420"/>
                    </a:lnTo>
                    <a:lnTo>
                      <a:pt x="470915" y="1039368"/>
                    </a:lnTo>
                    <a:close/>
                  </a:path>
                </a:pathLst>
              </a:custGeom>
              <a:solidFill>
                <a:srgbClr val="FAE4D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8">
                <a:extLst>
                  <a:ext uri="{FF2B5EF4-FFF2-40B4-BE49-F238E27FC236}">
                    <a16:creationId xmlns:a16="http://schemas.microsoft.com/office/drawing/2014/main" id="{1933A5F0-90C6-47EF-8A1D-798CC385125D}"/>
                  </a:ext>
                </a:extLst>
              </p:cNvPr>
              <p:cNvSpPr/>
              <p:nvPr/>
            </p:nvSpPr>
            <p:spPr>
              <a:xfrm>
                <a:off x="5451868" y="3644809"/>
                <a:ext cx="658495" cy="1056005"/>
              </a:xfrm>
              <a:custGeom>
                <a:avLst/>
                <a:gdLst/>
                <a:ahLst/>
                <a:cxnLst/>
                <a:rect l="l" t="t" r="r" b="b"/>
                <a:pathLst>
                  <a:path w="658495" h="1056004">
                    <a:moveTo>
                      <a:pt x="165862" y="329095"/>
                    </a:moveTo>
                    <a:lnTo>
                      <a:pt x="0" y="329095"/>
                    </a:lnTo>
                    <a:lnTo>
                      <a:pt x="329095" y="0"/>
                    </a:lnTo>
                    <a:lnTo>
                      <a:pt x="342569" y="13474"/>
                    </a:lnTo>
                    <a:lnTo>
                      <a:pt x="324612" y="13474"/>
                    </a:lnTo>
                    <a:lnTo>
                      <a:pt x="329101" y="17964"/>
                    </a:lnTo>
                    <a:lnTo>
                      <a:pt x="30658" y="316395"/>
                    </a:lnTo>
                    <a:lnTo>
                      <a:pt x="15341" y="316395"/>
                    </a:lnTo>
                    <a:lnTo>
                      <a:pt x="19824" y="327228"/>
                    </a:lnTo>
                    <a:lnTo>
                      <a:pt x="165862" y="327228"/>
                    </a:lnTo>
                    <a:lnTo>
                      <a:pt x="165862" y="329095"/>
                    </a:lnTo>
                    <a:close/>
                  </a:path>
                  <a:path w="658495" h="1056004">
                    <a:moveTo>
                      <a:pt x="329101" y="17964"/>
                    </a:moveTo>
                    <a:lnTo>
                      <a:pt x="324612" y="13474"/>
                    </a:lnTo>
                    <a:lnTo>
                      <a:pt x="333590" y="13474"/>
                    </a:lnTo>
                    <a:lnTo>
                      <a:pt x="329101" y="17964"/>
                    </a:lnTo>
                    <a:close/>
                  </a:path>
                  <a:path w="658495" h="1056004">
                    <a:moveTo>
                      <a:pt x="638365" y="327228"/>
                    </a:moveTo>
                    <a:lnTo>
                      <a:pt x="329101" y="17964"/>
                    </a:lnTo>
                    <a:lnTo>
                      <a:pt x="333590" y="13474"/>
                    </a:lnTo>
                    <a:lnTo>
                      <a:pt x="342569" y="13474"/>
                    </a:lnTo>
                    <a:lnTo>
                      <a:pt x="645490" y="316395"/>
                    </a:lnTo>
                    <a:lnTo>
                      <a:pt x="642861" y="316395"/>
                    </a:lnTo>
                    <a:lnTo>
                      <a:pt x="638365" y="327228"/>
                    </a:lnTo>
                    <a:close/>
                  </a:path>
                  <a:path w="658495" h="1056004">
                    <a:moveTo>
                      <a:pt x="19824" y="327228"/>
                    </a:moveTo>
                    <a:lnTo>
                      <a:pt x="15341" y="316395"/>
                    </a:lnTo>
                    <a:lnTo>
                      <a:pt x="30658" y="316395"/>
                    </a:lnTo>
                    <a:lnTo>
                      <a:pt x="19824" y="327228"/>
                    </a:lnTo>
                    <a:close/>
                  </a:path>
                  <a:path w="658495" h="1056004">
                    <a:moveTo>
                      <a:pt x="165862" y="327228"/>
                    </a:moveTo>
                    <a:lnTo>
                      <a:pt x="19824" y="327228"/>
                    </a:lnTo>
                    <a:lnTo>
                      <a:pt x="30658" y="316395"/>
                    </a:lnTo>
                    <a:lnTo>
                      <a:pt x="178562" y="316395"/>
                    </a:lnTo>
                    <a:lnTo>
                      <a:pt x="178562" y="322745"/>
                    </a:lnTo>
                    <a:lnTo>
                      <a:pt x="165862" y="322745"/>
                    </a:lnTo>
                    <a:lnTo>
                      <a:pt x="165862" y="327228"/>
                    </a:lnTo>
                    <a:close/>
                  </a:path>
                  <a:path w="658495" h="1056004">
                    <a:moveTo>
                      <a:pt x="479628" y="1049578"/>
                    </a:moveTo>
                    <a:lnTo>
                      <a:pt x="479628" y="316395"/>
                    </a:lnTo>
                    <a:lnTo>
                      <a:pt x="627532" y="316395"/>
                    </a:lnTo>
                    <a:lnTo>
                      <a:pt x="633882" y="322745"/>
                    </a:lnTo>
                    <a:lnTo>
                      <a:pt x="492328" y="322745"/>
                    </a:lnTo>
                    <a:lnTo>
                      <a:pt x="485978" y="329095"/>
                    </a:lnTo>
                    <a:lnTo>
                      <a:pt x="492328" y="329095"/>
                    </a:lnTo>
                    <a:lnTo>
                      <a:pt x="492328" y="1043228"/>
                    </a:lnTo>
                    <a:lnTo>
                      <a:pt x="485978" y="1043228"/>
                    </a:lnTo>
                    <a:lnTo>
                      <a:pt x="479628" y="1049578"/>
                    </a:lnTo>
                    <a:close/>
                  </a:path>
                  <a:path w="658495" h="1056004">
                    <a:moveTo>
                      <a:pt x="656323" y="327228"/>
                    </a:moveTo>
                    <a:lnTo>
                      <a:pt x="638365" y="327228"/>
                    </a:lnTo>
                    <a:lnTo>
                      <a:pt x="642861" y="316395"/>
                    </a:lnTo>
                    <a:lnTo>
                      <a:pt x="645490" y="316395"/>
                    </a:lnTo>
                    <a:lnTo>
                      <a:pt x="656323" y="327228"/>
                    </a:lnTo>
                    <a:close/>
                  </a:path>
                  <a:path w="658495" h="1056004">
                    <a:moveTo>
                      <a:pt x="492328" y="1055928"/>
                    </a:moveTo>
                    <a:lnTo>
                      <a:pt x="165862" y="1055928"/>
                    </a:lnTo>
                    <a:lnTo>
                      <a:pt x="165862" y="322745"/>
                    </a:lnTo>
                    <a:lnTo>
                      <a:pt x="172212" y="329095"/>
                    </a:lnTo>
                    <a:lnTo>
                      <a:pt x="178562" y="329095"/>
                    </a:lnTo>
                    <a:lnTo>
                      <a:pt x="178562" y="1043228"/>
                    </a:lnTo>
                    <a:lnTo>
                      <a:pt x="172212" y="1043228"/>
                    </a:lnTo>
                    <a:lnTo>
                      <a:pt x="178562" y="1049578"/>
                    </a:lnTo>
                    <a:lnTo>
                      <a:pt x="492328" y="1049578"/>
                    </a:lnTo>
                    <a:lnTo>
                      <a:pt x="492328" y="1055928"/>
                    </a:lnTo>
                    <a:close/>
                  </a:path>
                  <a:path w="658495" h="1056004">
                    <a:moveTo>
                      <a:pt x="178562" y="329095"/>
                    </a:moveTo>
                    <a:lnTo>
                      <a:pt x="172212" y="329095"/>
                    </a:lnTo>
                    <a:lnTo>
                      <a:pt x="165862" y="322745"/>
                    </a:lnTo>
                    <a:lnTo>
                      <a:pt x="178562" y="322745"/>
                    </a:lnTo>
                    <a:lnTo>
                      <a:pt x="178562" y="329095"/>
                    </a:lnTo>
                    <a:close/>
                  </a:path>
                  <a:path w="658495" h="1056004">
                    <a:moveTo>
                      <a:pt x="492328" y="329095"/>
                    </a:moveTo>
                    <a:lnTo>
                      <a:pt x="485978" y="329095"/>
                    </a:lnTo>
                    <a:lnTo>
                      <a:pt x="492328" y="322745"/>
                    </a:lnTo>
                    <a:lnTo>
                      <a:pt x="492328" y="329095"/>
                    </a:lnTo>
                    <a:close/>
                  </a:path>
                  <a:path w="658495" h="1056004">
                    <a:moveTo>
                      <a:pt x="658190" y="329095"/>
                    </a:moveTo>
                    <a:lnTo>
                      <a:pt x="492328" y="329095"/>
                    </a:lnTo>
                    <a:lnTo>
                      <a:pt x="492328" y="322745"/>
                    </a:lnTo>
                    <a:lnTo>
                      <a:pt x="633882" y="322745"/>
                    </a:lnTo>
                    <a:lnTo>
                      <a:pt x="638365" y="327228"/>
                    </a:lnTo>
                    <a:lnTo>
                      <a:pt x="656323" y="327228"/>
                    </a:lnTo>
                    <a:lnTo>
                      <a:pt x="658190" y="329095"/>
                    </a:lnTo>
                    <a:close/>
                  </a:path>
                  <a:path w="658495" h="1056004">
                    <a:moveTo>
                      <a:pt x="178562" y="1049578"/>
                    </a:moveTo>
                    <a:lnTo>
                      <a:pt x="172212" y="1043228"/>
                    </a:lnTo>
                    <a:lnTo>
                      <a:pt x="178562" y="1043228"/>
                    </a:lnTo>
                    <a:lnTo>
                      <a:pt x="178562" y="1049578"/>
                    </a:lnTo>
                    <a:close/>
                  </a:path>
                  <a:path w="658495" h="1056004">
                    <a:moveTo>
                      <a:pt x="479628" y="1049578"/>
                    </a:moveTo>
                    <a:lnTo>
                      <a:pt x="178562" y="1049578"/>
                    </a:lnTo>
                    <a:lnTo>
                      <a:pt x="178562" y="1043228"/>
                    </a:lnTo>
                    <a:lnTo>
                      <a:pt x="479628" y="1043228"/>
                    </a:lnTo>
                    <a:lnTo>
                      <a:pt x="479628" y="1049578"/>
                    </a:lnTo>
                    <a:close/>
                  </a:path>
                  <a:path w="658495" h="1056004">
                    <a:moveTo>
                      <a:pt x="492328" y="1049578"/>
                    </a:moveTo>
                    <a:lnTo>
                      <a:pt x="479628" y="1049578"/>
                    </a:lnTo>
                    <a:lnTo>
                      <a:pt x="485978" y="1043228"/>
                    </a:lnTo>
                    <a:lnTo>
                      <a:pt x="492328" y="1043228"/>
                    </a:lnTo>
                    <a:lnTo>
                      <a:pt x="492328" y="104957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2" name="object 9">
                <a:extLst>
                  <a:ext uri="{FF2B5EF4-FFF2-40B4-BE49-F238E27FC236}">
                    <a16:creationId xmlns:a16="http://schemas.microsoft.com/office/drawing/2014/main" id="{ADB1729F-CC37-4680-AF61-20B33A088322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045997" y="3819525"/>
                <a:ext cx="2729077" cy="2092960"/>
              </a:xfrm>
              <a:prstGeom prst="rect">
                <a:avLst/>
              </a:prstGeom>
            </p:spPr>
          </p:pic>
        </p:grp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80D3BE83-C6DD-4584-9E72-CE3490E1F016}"/>
                </a:ext>
              </a:extLst>
            </p:cNvPr>
            <p:cNvSpPr txBox="1"/>
            <p:nvPr/>
          </p:nvSpPr>
          <p:spPr>
            <a:xfrm>
              <a:off x="6186729" y="2630868"/>
              <a:ext cx="5045709" cy="3494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sz="1800" dirty="0">
                  <a:cs typeface="Times New Roman"/>
                </a:rPr>
                <a:t>Compute node failure</a:t>
              </a:r>
              <a:endParaRPr sz="1800">
                <a:cs typeface="Times New Roman"/>
              </a:endParaRPr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3252BBA-645E-4995-9881-7B74AC378CB9}"/>
                </a:ext>
              </a:extLst>
            </p:cNvPr>
            <p:cNvSpPr txBox="1"/>
            <p:nvPr/>
          </p:nvSpPr>
          <p:spPr>
            <a:xfrm>
              <a:off x="6032977" y="4074030"/>
              <a:ext cx="1165817" cy="34714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sz="1800" dirty="0">
                  <a:cs typeface="Times New Roman"/>
                </a:rPr>
                <a:t>Recovery</a:t>
              </a:r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6266B2C4-4C97-49E0-B0D2-78E975C8E083}"/>
                </a:ext>
              </a:extLst>
            </p:cNvPr>
            <p:cNvSpPr txBox="1"/>
            <p:nvPr/>
          </p:nvSpPr>
          <p:spPr>
            <a:xfrm>
              <a:off x="1051560" y="3822191"/>
              <a:ext cx="2212848" cy="704088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800" dirty="0">
                  <a:cs typeface="Times New Roman"/>
                </a:rPr>
                <a:t>Set Chunk</a:t>
              </a:r>
              <a:br>
                <a:rPr sz="1800" dirty="0">
                  <a:cs typeface="Times New Roman"/>
                </a:rPr>
              </a:br>
              <a:r>
                <a:rPr sz="1800" dirty="0">
                  <a:cs typeface="Times New Roman"/>
                </a:rPr>
                <a:t>bit as 1</a:t>
              </a:r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C173648D-DBB5-4AB6-95EE-0C5407E9FF29}"/>
                </a:ext>
              </a:extLst>
            </p:cNvPr>
            <p:cNvSpPr txBox="1"/>
            <p:nvPr/>
          </p:nvSpPr>
          <p:spPr>
            <a:xfrm>
              <a:off x="3252379" y="3638541"/>
              <a:ext cx="868680" cy="621155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1600" dirty="0">
                  <a:cs typeface="Times New Roman"/>
                </a:rPr>
                <a:t>Write</a:t>
              </a:r>
              <a:br>
                <a:rPr sz="1600" dirty="0">
                  <a:cs typeface="Times New Roman"/>
                </a:rPr>
              </a:br>
              <a:r>
                <a:rPr sz="1600" dirty="0">
                  <a:cs typeface="Times New Roman"/>
                </a:rPr>
                <a:t>redo-log</a:t>
              </a:r>
              <a:endParaRPr sz="1800" dirty="0">
                <a:cs typeface="Times New Roman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40B30CE-3C8C-4B81-B399-2C53F76819AB}"/>
                </a:ext>
              </a:extLst>
            </p:cNvPr>
            <p:cNvSpPr txBox="1"/>
            <p:nvPr/>
          </p:nvSpPr>
          <p:spPr>
            <a:xfrm>
              <a:off x="1051560" y="5205582"/>
              <a:ext cx="2212848" cy="698799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800" dirty="0">
                  <a:cs typeface="Times New Roman"/>
                </a:rPr>
                <a:t>Write log</a:t>
              </a:r>
              <a:br>
                <a:rPr sz="1800" dirty="0">
                  <a:cs typeface="Times New Roman"/>
                </a:rPr>
              </a:br>
              <a:r>
                <a:rPr sz="1800" dirty="0">
                  <a:cs typeface="Times New Roman"/>
                </a:rPr>
                <a:t>(malloc, ID, size,...)</a:t>
              </a:r>
              <a:endParaRPr sz="1800"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5612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04C2D-1CBC-4585-89C3-794D1A9B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+mj-lt"/>
              </a:rPr>
              <a:t>Metadata Consistency during Compute Node Failure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266E78-5E12-47E2-AE10-972CE5A02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u="sng" dirty="0">
                <a:solidFill>
                  <a:srgbClr val="FF0000"/>
                </a:solidFill>
              </a:rPr>
              <a:t>Metadata Consistency Challenges: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/>
              <a:t>Crash failure</a:t>
            </a:r>
            <a:r>
              <a:rPr lang="en-US" altLang="ko-KR" sz="2400" dirty="0"/>
              <a:t>: chunk unrecoverable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/>
              <a:t>Fail-slow failure</a:t>
            </a:r>
            <a:r>
              <a:rPr lang="en-US" altLang="ko-KR" sz="2400" dirty="0"/>
              <a:t>: outdated log writing</a:t>
            </a:r>
          </a:p>
          <a:p>
            <a:endParaRPr lang="en-US" altLang="ko-KR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C11DC6-7D1D-4D0C-B4EB-B3ECA8ED7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CA7A1-9868-44AD-8531-0186521499AC}"/>
              </a:ext>
            </a:extLst>
          </p:cNvPr>
          <p:cNvSpPr txBox="1"/>
          <p:nvPr/>
        </p:nvSpPr>
        <p:spPr>
          <a:xfrm>
            <a:off x="838200" y="291955"/>
            <a:ext cx="10978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</a:rPr>
              <a:t>Challenges</a:t>
            </a:r>
          </a:p>
        </p:txBody>
      </p:sp>
      <p:pic>
        <p:nvPicPr>
          <p:cNvPr id="29" name="object 3">
            <a:extLst>
              <a:ext uri="{FF2B5EF4-FFF2-40B4-BE49-F238E27FC236}">
                <a16:creationId xmlns:a16="http://schemas.microsoft.com/office/drawing/2014/main" id="{E3ACB946-640F-474E-B686-5205571C6CC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9780" y="3199147"/>
            <a:ext cx="5957236" cy="812447"/>
          </a:xfrm>
          <a:prstGeom prst="rect">
            <a:avLst/>
          </a:prstGeom>
        </p:spPr>
      </p:pic>
      <p:sp>
        <p:nvSpPr>
          <p:cNvPr id="30" name="TextBox 9">
            <a:extLst>
              <a:ext uri="{FF2B5EF4-FFF2-40B4-BE49-F238E27FC236}">
                <a16:creationId xmlns:a16="http://schemas.microsoft.com/office/drawing/2014/main" id="{A50A3975-A84C-42C2-A98D-8F09C0241564}"/>
              </a:ext>
            </a:extLst>
          </p:cNvPr>
          <p:cNvSpPr txBox="1"/>
          <p:nvPr/>
        </p:nvSpPr>
        <p:spPr>
          <a:xfrm>
            <a:off x="1426443" y="3523907"/>
            <a:ext cx="542671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dirty="0">
                <a:cs typeface="Times New Roman"/>
              </a:rPr>
              <a:t>Case 1:</a:t>
            </a:r>
            <a:endParaRPr sz="2400">
              <a:cs typeface="Times New Roman"/>
            </a:endParaRPr>
          </a:p>
        </p:txBody>
      </p:sp>
      <p:sp>
        <p:nvSpPr>
          <p:cNvPr id="31" name="object 6">
            <a:extLst>
              <a:ext uri="{FF2B5EF4-FFF2-40B4-BE49-F238E27FC236}">
                <a16:creationId xmlns:a16="http://schemas.microsoft.com/office/drawing/2014/main" id="{2680C4EE-3D44-462A-A5D9-E6D4267CBB6D}"/>
              </a:ext>
            </a:extLst>
          </p:cNvPr>
          <p:cNvSpPr txBox="1"/>
          <p:nvPr/>
        </p:nvSpPr>
        <p:spPr>
          <a:xfrm>
            <a:off x="1413743" y="5050440"/>
            <a:ext cx="1000867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cs typeface="Times New Roman"/>
              </a:rPr>
              <a:t>Case 2:</a:t>
            </a:r>
            <a:endParaRPr sz="2400">
              <a:cs typeface="Times New Roman"/>
            </a:endParaRPr>
          </a:p>
        </p:txBody>
      </p:sp>
      <p:pic>
        <p:nvPicPr>
          <p:cNvPr id="32" name="object 5">
            <a:extLst>
              <a:ext uri="{FF2B5EF4-FFF2-40B4-BE49-F238E27FC236}">
                <a16:creationId xmlns:a16="http://schemas.microsoft.com/office/drawing/2014/main" id="{74B943E5-5EAE-4839-8CE4-115AF859BD5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81320" y="4511447"/>
            <a:ext cx="7072781" cy="157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29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89E20-AB13-4D87-A032-5A1B64C36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lt"/>
              </a:rPr>
              <a:t>Metadata Consistency in </a:t>
            </a:r>
            <a:r>
              <a:rPr lang="en-US" altLang="ko-KR" dirty="0" err="1">
                <a:latin typeface="+mj-lt"/>
              </a:rPr>
              <a:t>FineMem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34A945-68B3-44D3-B732-3E4F0A90D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u="sng" dirty="0" err="1">
                <a:solidFill>
                  <a:srgbClr val="FF0000"/>
                </a:solidFill>
              </a:rPr>
              <a:t>FineMem</a:t>
            </a:r>
            <a:r>
              <a:rPr lang="en-US" altLang="ko-KR" u="sng" dirty="0">
                <a:solidFill>
                  <a:srgbClr val="FF0000"/>
                </a:solidFill>
              </a:rPr>
              <a:t> Solution:</a:t>
            </a:r>
            <a:r>
              <a:rPr lang="en-US" altLang="ko-KR" dirty="0"/>
              <a:t> </a:t>
            </a:r>
            <a:r>
              <a:rPr lang="en-US" altLang="ko-KR" b="1" u="sng" dirty="0"/>
              <a:t>Temporary log</a:t>
            </a:r>
            <a:r>
              <a:rPr lang="en-US" altLang="ko-KR" u="sng" dirty="0"/>
              <a:t> in the section/span headers</a:t>
            </a:r>
          </a:p>
          <a:p>
            <a:pPr lvl="1"/>
            <a:r>
              <a:rPr lang="en-US" altLang="ko-KR" dirty="0"/>
              <a:t>size(Status bitmap) + size(</a:t>
            </a:r>
            <a:r>
              <a:rPr lang="en-US" altLang="ko-KR" dirty="0" err="1"/>
              <a:t>temp_log</a:t>
            </a:r>
            <a:r>
              <a:rPr lang="en-US" altLang="ko-KR" dirty="0"/>
              <a:t>) = 8B </a:t>
            </a:r>
            <a:r>
              <a:rPr lang="en-US" altLang="ko-KR" dirty="0">
                <a:sym typeface="Wingdings" panose="05000000000000000000" pitchFamily="2" charset="2"/>
              </a:rPr>
              <a:t> 1 RDMA CAS</a:t>
            </a:r>
            <a:endParaRPr lang="en-US" altLang="ko-KR" dirty="0"/>
          </a:p>
          <a:p>
            <a:pPr lvl="1"/>
            <a:r>
              <a:rPr lang="en-US" altLang="ko-KR" b="1" dirty="0"/>
              <a:t>Timestamp</a:t>
            </a:r>
            <a:r>
              <a:rPr lang="en-US" altLang="ko-KR" dirty="0"/>
              <a:t> for out-of-date detection</a:t>
            </a:r>
          </a:p>
          <a:p>
            <a:pPr lvl="1"/>
            <a:r>
              <a:rPr lang="en-US" altLang="ko-KR" dirty="0"/>
              <a:t>Flush to </a:t>
            </a:r>
            <a:r>
              <a:rPr lang="en-US" altLang="ko-KR" b="1" dirty="0"/>
              <a:t>full log</a:t>
            </a:r>
            <a:r>
              <a:rPr lang="en-US" altLang="ko-KR" dirty="0"/>
              <a:t> asynchronously (via any node)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36026D-DDC1-4258-B0FF-8DDA0A67E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003FF2-609E-495C-9E74-248567A818F3}"/>
              </a:ext>
            </a:extLst>
          </p:cNvPr>
          <p:cNvSpPr txBox="1"/>
          <p:nvPr/>
        </p:nvSpPr>
        <p:spPr>
          <a:xfrm>
            <a:off x="838200" y="291955"/>
            <a:ext cx="10978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</a:rPr>
              <a:t>Challenges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33AC30A-ABA4-4833-BF64-1F3DDB06A63F}"/>
              </a:ext>
            </a:extLst>
          </p:cNvPr>
          <p:cNvGrpSpPr/>
          <p:nvPr/>
        </p:nvGrpSpPr>
        <p:grpSpPr>
          <a:xfrm>
            <a:off x="838200" y="3595891"/>
            <a:ext cx="9812388" cy="2495764"/>
            <a:chOff x="838200" y="3681199"/>
            <a:chExt cx="9812388" cy="2495764"/>
          </a:xfrm>
        </p:grpSpPr>
        <p:grpSp>
          <p:nvGrpSpPr>
            <p:cNvPr id="6" name="object 4">
              <a:extLst>
                <a:ext uri="{FF2B5EF4-FFF2-40B4-BE49-F238E27FC236}">
                  <a16:creationId xmlns:a16="http://schemas.microsoft.com/office/drawing/2014/main" id="{A6D71F63-EC37-4CAB-B498-1EDAF8EE9587}"/>
                </a:ext>
              </a:extLst>
            </p:cNvPr>
            <p:cNvGrpSpPr/>
            <p:nvPr/>
          </p:nvGrpSpPr>
          <p:grpSpPr>
            <a:xfrm>
              <a:off x="838200" y="3681199"/>
              <a:ext cx="9812388" cy="2495764"/>
              <a:chOff x="161544" y="3236976"/>
              <a:chExt cx="11586845" cy="2856230"/>
            </a:xfrm>
          </p:grpSpPr>
          <p:pic>
            <p:nvPicPr>
              <p:cNvPr id="7" name="object 5">
                <a:extLst>
                  <a:ext uri="{FF2B5EF4-FFF2-40B4-BE49-F238E27FC236}">
                    <a16:creationId xmlns:a16="http://schemas.microsoft.com/office/drawing/2014/main" id="{93E23EC8-E268-4F1F-9E47-D49FDD8B27BF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972304" y="3428428"/>
                <a:ext cx="5758598" cy="1123341"/>
              </a:xfrm>
              <a:prstGeom prst="rect">
                <a:avLst/>
              </a:prstGeom>
            </p:spPr>
          </p:pic>
          <p:pic>
            <p:nvPicPr>
              <p:cNvPr id="8" name="object 6">
                <a:extLst>
                  <a:ext uri="{FF2B5EF4-FFF2-40B4-BE49-F238E27FC236}">
                    <a16:creationId xmlns:a16="http://schemas.microsoft.com/office/drawing/2014/main" id="{D7111E77-853E-4202-BBDB-8EFE2B541967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61544" y="3236976"/>
                <a:ext cx="5964936" cy="1531620"/>
              </a:xfrm>
              <a:prstGeom prst="rect">
                <a:avLst/>
              </a:prstGeom>
            </p:spPr>
          </p:pic>
          <p:pic>
            <p:nvPicPr>
              <p:cNvPr id="9" name="object 7">
                <a:extLst>
                  <a:ext uri="{FF2B5EF4-FFF2-40B4-BE49-F238E27FC236}">
                    <a16:creationId xmlns:a16="http://schemas.microsoft.com/office/drawing/2014/main" id="{87A8B755-B631-46F7-B14C-2F33AD1F69A0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331464" y="4556760"/>
                <a:ext cx="5477255" cy="1536191"/>
              </a:xfrm>
              <a:prstGeom prst="rect">
                <a:avLst/>
              </a:prstGeom>
            </p:spPr>
          </p:pic>
          <p:sp>
            <p:nvSpPr>
              <p:cNvPr id="10" name="object 8">
                <a:extLst>
                  <a:ext uri="{FF2B5EF4-FFF2-40B4-BE49-F238E27FC236}">
                    <a16:creationId xmlns:a16="http://schemas.microsoft.com/office/drawing/2014/main" id="{9BCD6A8B-FC54-4F7A-AFE9-50438C7D2DE1}"/>
                  </a:ext>
                </a:extLst>
              </p:cNvPr>
              <p:cNvSpPr/>
              <p:nvPr/>
            </p:nvSpPr>
            <p:spPr>
              <a:xfrm>
                <a:off x="2196109" y="3769042"/>
                <a:ext cx="9552305" cy="1641475"/>
              </a:xfrm>
              <a:custGeom>
                <a:avLst/>
                <a:gdLst/>
                <a:ahLst/>
                <a:cxnLst/>
                <a:rect l="l" t="t" r="r" b="b"/>
                <a:pathLst>
                  <a:path w="9552305" h="1641475">
                    <a:moveTo>
                      <a:pt x="3844353" y="455930"/>
                    </a:moveTo>
                    <a:lnTo>
                      <a:pt x="3844315" y="96520"/>
                    </a:lnTo>
                    <a:lnTo>
                      <a:pt x="3844213" y="95250"/>
                    </a:lnTo>
                    <a:lnTo>
                      <a:pt x="3844112" y="93980"/>
                    </a:lnTo>
                    <a:lnTo>
                      <a:pt x="3843604" y="90170"/>
                    </a:lnTo>
                    <a:lnTo>
                      <a:pt x="3843439" y="88900"/>
                    </a:lnTo>
                    <a:lnTo>
                      <a:pt x="3842740" y="85090"/>
                    </a:lnTo>
                    <a:lnTo>
                      <a:pt x="3803777" y="85090"/>
                    </a:lnTo>
                    <a:lnTo>
                      <a:pt x="3803396" y="83820"/>
                    </a:lnTo>
                    <a:lnTo>
                      <a:pt x="3803675" y="85090"/>
                    </a:lnTo>
                    <a:lnTo>
                      <a:pt x="3804564" y="87630"/>
                    </a:lnTo>
                    <a:lnTo>
                      <a:pt x="3804323" y="87630"/>
                    </a:lnTo>
                    <a:lnTo>
                      <a:pt x="3805275" y="91414"/>
                    </a:lnTo>
                    <a:lnTo>
                      <a:pt x="3805847" y="95250"/>
                    </a:lnTo>
                    <a:lnTo>
                      <a:pt x="3806063" y="96520"/>
                    </a:lnTo>
                    <a:lnTo>
                      <a:pt x="3806253" y="97790"/>
                    </a:lnTo>
                    <a:lnTo>
                      <a:pt x="3806152" y="455930"/>
                    </a:lnTo>
                    <a:lnTo>
                      <a:pt x="3805707" y="459740"/>
                    </a:lnTo>
                    <a:lnTo>
                      <a:pt x="3805097" y="462280"/>
                    </a:lnTo>
                    <a:lnTo>
                      <a:pt x="3805288" y="462280"/>
                    </a:lnTo>
                    <a:lnTo>
                      <a:pt x="3804323" y="466090"/>
                    </a:lnTo>
                    <a:lnTo>
                      <a:pt x="3804564" y="464820"/>
                    </a:lnTo>
                    <a:lnTo>
                      <a:pt x="3803396" y="468630"/>
                    </a:lnTo>
                    <a:lnTo>
                      <a:pt x="3803675" y="468630"/>
                    </a:lnTo>
                    <a:lnTo>
                      <a:pt x="3802329" y="472440"/>
                    </a:lnTo>
                    <a:lnTo>
                      <a:pt x="3802646" y="471170"/>
                    </a:lnTo>
                    <a:lnTo>
                      <a:pt x="3801110" y="474980"/>
                    </a:lnTo>
                    <a:lnTo>
                      <a:pt x="3801478" y="473710"/>
                    </a:lnTo>
                    <a:lnTo>
                      <a:pt x="3799751" y="477520"/>
                    </a:lnTo>
                    <a:lnTo>
                      <a:pt x="3800157" y="477520"/>
                    </a:lnTo>
                    <a:lnTo>
                      <a:pt x="3798252" y="481330"/>
                    </a:lnTo>
                    <a:lnTo>
                      <a:pt x="3798697" y="480060"/>
                    </a:lnTo>
                    <a:lnTo>
                      <a:pt x="3796627" y="483870"/>
                    </a:lnTo>
                    <a:lnTo>
                      <a:pt x="3797096" y="482600"/>
                    </a:lnTo>
                    <a:lnTo>
                      <a:pt x="3794861" y="486410"/>
                    </a:lnTo>
                    <a:lnTo>
                      <a:pt x="3795369" y="485140"/>
                    </a:lnTo>
                    <a:lnTo>
                      <a:pt x="3792982" y="488950"/>
                    </a:lnTo>
                    <a:lnTo>
                      <a:pt x="3793528" y="488950"/>
                    </a:lnTo>
                    <a:lnTo>
                      <a:pt x="3790962" y="491490"/>
                    </a:lnTo>
                    <a:lnTo>
                      <a:pt x="3791547" y="491490"/>
                    </a:lnTo>
                    <a:lnTo>
                      <a:pt x="3788841" y="494030"/>
                    </a:lnTo>
                    <a:lnTo>
                      <a:pt x="3789451" y="492760"/>
                    </a:lnTo>
                    <a:lnTo>
                      <a:pt x="3786606" y="496570"/>
                    </a:lnTo>
                    <a:lnTo>
                      <a:pt x="3787254" y="495300"/>
                    </a:lnTo>
                    <a:lnTo>
                      <a:pt x="3784257" y="499110"/>
                    </a:lnTo>
                    <a:lnTo>
                      <a:pt x="3784930" y="497840"/>
                    </a:lnTo>
                    <a:lnTo>
                      <a:pt x="3781806" y="500380"/>
                    </a:lnTo>
                    <a:lnTo>
                      <a:pt x="3782517" y="500380"/>
                    </a:lnTo>
                    <a:lnTo>
                      <a:pt x="3779266" y="502920"/>
                    </a:lnTo>
                    <a:lnTo>
                      <a:pt x="3779990" y="501650"/>
                    </a:lnTo>
                    <a:lnTo>
                      <a:pt x="3776624" y="504190"/>
                    </a:lnTo>
                    <a:lnTo>
                      <a:pt x="3777373" y="504190"/>
                    </a:lnTo>
                    <a:lnTo>
                      <a:pt x="3773881" y="506730"/>
                    </a:lnTo>
                    <a:lnTo>
                      <a:pt x="3774668" y="505460"/>
                    </a:lnTo>
                    <a:lnTo>
                      <a:pt x="3771074" y="508000"/>
                    </a:lnTo>
                    <a:lnTo>
                      <a:pt x="3771874" y="506730"/>
                    </a:lnTo>
                    <a:lnTo>
                      <a:pt x="3768166" y="509270"/>
                    </a:lnTo>
                    <a:lnTo>
                      <a:pt x="3769004" y="509270"/>
                    </a:lnTo>
                    <a:lnTo>
                      <a:pt x="3765194" y="510540"/>
                    </a:lnTo>
                    <a:lnTo>
                      <a:pt x="3766058" y="510540"/>
                    </a:lnTo>
                    <a:lnTo>
                      <a:pt x="3762146" y="511810"/>
                    </a:lnTo>
                    <a:lnTo>
                      <a:pt x="3763035" y="511810"/>
                    </a:lnTo>
                    <a:lnTo>
                      <a:pt x="3759035" y="513080"/>
                    </a:lnTo>
                    <a:lnTo>
                      <a:pt x="3756774" y="513080"/>
                    </a:lnTo>
                    <a:lnTo>
                      <a:pt x="3752608" y="514350"/>
                    </a:lnTo>
                    <a:lnTo>
                      <a:pt x="3750259" y="514350"/>
                    </a:lnTo>
                    <a:lnTo>
                      <a:pt x="3745941" y="515620"/>
                    </a:lnTo>
                    <a:lnTo>
                      <a:pt x="98412" y="515620"/>
                    </a:lnTo>
                    <a:lnTo>
                      <a:pt x="94107" y="514350"/>
                    </a:lnTo>
                    <a:lnTo>
                      <a:pt x="91757" y="514350"/>
                    </a:lnTo>
                    <a:lnTo>
                      <a:pt x="87591" y="513080"/>
                    </a:lnTo>
                    <a:lnTo>
                      <a:pt x="85331" y="513080"/>
                    </a:lnTo>
                    <a:lnTo>
                      <a:pt x="81330" y="511810"/>
                    </a:lnTo>
                    <a:lnTo>
                      <a:pt x="82219" y="511810"/>
                    </a:lnTo>
                    <a:lnTo>
                      <a:pt x="78308" y="510540"/>
                    </a:lnTo>
                    <a:lnTo>
                      <a:pt x="79171" y="510540"/>
                    </a:lnTo>
                    <a:lnTo>
                      <a:pt x="75361" y="509270"/>
                    </a:lnTo>
                    <a:lnTo>
                      <a:pt x="76200" y="509270"/>
                    </a:lnTo>
                    <a:lnTo>
                      <a:pt x="74333" y="508000"/>
                    </a:lnTo>
                    <a:lnTo>
                      <a:pt x="72478" y="506730"/>
                    </a:lnTo>
                    <a:lnTo>
                      <a:pt x="73291" y="508000"/>
                    </a:lnTo>
                    <a:lnTo>
                      <a:pt x="71488" y="506730"/>
                    </a:lnTo>
                    <a:lnTo>
                      <a:pt x="69697" y="505460"/>
                    </a:lnTo>
                    <a:lnTo>
                      <a:pt x="70485" y="506730"/>
                    </a:lnTo>
                    <a:lnTo>
                      <a:pt x="66992" y="504190"/>
                    </a:lnTo>
                    <a:lnTo>
                      <a:pt x="67741" y="504190"/>
                    </a:lnTo>
                    <a:lnTo>
                      <a:pt x="66052" y="502920"/>
                    </a:lnTo>
                    <a:lnTo>
                      <a:pt x="64376" y="501650"/>
                    </a:lnTo>
                    <a:lnTo>
                      <a:pt x="65100" y="502920"/>
                    </a:lnTo>
                    <a:lnTo>
                      <a:pt x="61849" y="500380"/>
                    </a:lnTo>
                    <a:lnTo>
                      <a:pt x="62560" y="500380"/>
                    </a:lnTo>
                    <a:lnTo>
                      <a:pt x="60998" y="499110"/>
                    </a:lnTo>
                    <a:lnTo>
                      <a:pt x="59436" y="497840"/>
                    </a:lnTo>
                    <a:lnTo>
                      <a:pt x="60109" y="499110"/>
                    </a:lnTo>
                    <a:lnTo>
                      <a:pt x="58102" y="496570"/>
                    </a:lnTo>
                    <a:lnTo>
                      <a:pt x="57111" y="495300"/>
                    </a:lnTo>
                    <a:lnTo>
                      <a:pt x="57759" y="496570"/>
                    </a:lnTo>
                    <a:lnTo>
                      <a:pt x="55854" y="494030"/>
                    </a:lnTo>
                    <a:lnTo>
                      <a:pt x="54914" y="492760"/>
                    </a:lnTo>
                    <a:lnTo>
                      <a:pt x="55524" y="494030"/>
                    </a:lnTo>
                    <a:lnTo>
                      <a:pt x="52819" y="491490"/>
                    </a:lnTo>
                    <a:lnTo>
                      <a:pt x="53403" y="491490"/>
                    </a:lnTo>
                    <a:lnTo>
                      <a:pt x="50838" y="488950"/>
                    </a:lnTo>
                    <a:lnTo>
                      <a:pt x="51384" y="488950"/>
                    </a:lnTo>
                    <a:lnTo>
                      <a:pt x="49784" y="486410"/>
                    </a:lnTo>
                    <a:lnTo>
                      <a:pt x="48996" y="485140"/>
                    </a:lnTo>
                    <a:lnTo>
                      <a:pt x="49504" y="486410"/>
                    </a:lnTo>
                    <a:lnTo>
                      <a:pt x="48006" y="483870"/>
                    </a:lnTo>
                    <a:lnTo>
                      <a:pt x="47269" y="482600"/>
                    </a:lnTo>
                    <a:lnTo>
                      <a:pt x="47739" y="483870"/>
                    </a:lnTo>
                    <a:lnTo>
                      <a:pt x="46355" y="481330"/>
                    </a:lnTo>
                    <a:lnTo>
                      <a:pt x="45669" y="480060"/>
                    </a:lnTo>
                    <a:lnTo>
                      <a:pt x="46113" y="481330"/>
                    </a:lnTo>
                    <a:lnTo>
                      <a:pt x="44208" y="477520"/>
                    </a:lnTo>
                    <a:lnTo>
                      <a:pt x="44615" y="477520"/>
                    </a:lnTo>
                    <a:lnTo>
                      <a:pt x="43459" y="474980"/>
                    </a:lnTo>
                    <a:lnTo>
                      <a:pt x="42887" y="473710"/>
                    </a:lnTo>
                    <a:lnTo>
                      <a:pt x="43256" y="474980"/>
                    </a:lnTo>
                    <a:lnTo>
                      <a:pt x="42227" y="472440"/>
                    </a:lnTo>
                    <a:lnTo>
                      <a:pt x="41719" y="471170"/>
                    </a:lnTo>
                    <a:lnTo>
                      <a:pt x="42037" y="472440"/>
                    </a:lnTo>
                    <a:lnTo>
                      <a:pt x="40678" y="468630"/>
                    </a:lnTo>
                    <a:lnTo>
                      <a:pt x="40970" y="468630"/>
                    </a:lnTo>
                    <a:lnTo>
                      <a:pt x="40182" y="466090"/>
                    </a:lnTo>
                    <a:lnTo>
                      <a:pt x="39801" y="464820"/>
                    </a:lnTo>
                    <a:lnTo>
                      <a:pt x="40043" y="466090"/>
                    </a:lnTo>
                    <a:lnTo>
                      <a:pt x="39077" y="462280"/>
                    </a:lnTo>
                    <a:lnTo>
                      <a:pt x="39268" y="462280"/>
                    </a:lnTo>
                    <a:lnTo>
                      <a:pt x="38658" y="459740"/>
                    </a:lnTo>
                    <a:lnTo>
                      <a:pt x="38214" y="455930"/>
                    </a:lnTo>
                    <a:lnTo>
                      <a:pt x="38290" y="96520"/>
                    </a:lnTo>
                    <a:lnTo>
                      <a:pt x="38519" y="95250"/>
                    </a:lnTo>
                    <a:lnTo>
                      <a:pt x="39077" y="91414"/>
                    </a:lnTo>
                    <a:lnTo>
                      <a:pt x="39395" y="90170"/>
                    </a:lnTo>
                    <a:lnTo>
                      <a:pt x="40043" y="87630"/>
                    </a:lnTo>
                    <a:lnTo>
                      <a:pt x="39801" y="87630"/>
                    </a:lnTo>
                    <a:lnTo>
                      <a:pt x="40678" y="85090"/>
                    </a:lnTo>
                    <a:lnTo>
                      <a:pt x="41122" y="83820"/>
                    </a:lnTo>
                    <a:lnTo>
                      <a:pt x="42037" y="81280"/>
                    </a:lnTo>
                    <a:lnTo>
                      <a:pt x="41719" y="81280"/>
                    </a:lnTo>
                    <a:lnTo>
                      <a:pt x="43256" y="77470"/>
                    </a:lnTo>
                    <a:lnTo>
                      <a:pt x="42887" y="78740"/>
                    </a:lnTo>
                    <a:lnTo>
                      <a:pt x="43459" y="77470"/>
                    </a:lnTo>
                    <a:lnTo>
                      <a:pt x="44615" y="74930"/>
                    </a:lnTo>
                    <a:lnTo>
                      <a:pt x="44208" y="76200"/>
                    </a:lnTo>
                    <a:lnTo>
                      <a:pt x="44843" y="74930"/>
                    </a:lnTo>
                    <a:lnTo>
                      <a:pt x="46113" y="72390"/>
                    </a:lnTo>
                    <a:lnTo>
                      <a:pt x="45669" y="72390"/>
                    </a:lnTo>
                    <a:lnTo>
                      <a:pt x="47739" y="69850"/>
                    </a:lnTo>
                    <a:lnTo>
                      <a:pt x="47269" y="69850"/>
                    </a:lnTo>
                    <a:lnTo>
                      <a:pt x="49504" y="66040"/>
                    </a:lnTo>
                    <a:lnTo>
                      <a:pt x="48996" y="67310"/>
                    </a:lnTo>
                    <a:lnTo>
                      <a:pt x="49784" y="66040"/>
                    </a:lnTo>
                    <a:lnTo>
                      <a:pt x="51384" y="63500"/>
                    </a:lnTo>
                    <a:lnTo>
                      <a:pt x="50838" y="64770"/>
                    </a:lnTo>
                    <a:lnTo>
                      <a:pt x="51689" y="63500"/>
                    </a:lnTo>
                    <a:lnTo>
                      <a:pt x="53403" y="60960"/>
                    </a:lnTo>
                    <a:lnTo>
                      <a:pt x="52819" y="62230"/>
                    </a:lnTo>
                    <a:lnTo>
                      <a:pt x="54165" y="60960"/>
                    </a:lnTo>
                    <a:lnTo>
                      <a:pt x="55524" y="59690"/>
                    </a:lnTo>
                    <a:lnTo>
                      <a:pt x="54914" y="59690"/>
                    </a:lnTo>
                    <a:lnTo>
                      <a:pt x="57759" y="57150"/>
                    </a:lnTo>
                    <a:lnTo>
                      <a:pt x="57111" y="57150"/>
                    </a:lnTo>
                    <a:lnTo>
                      <a:pt x="60109" y="54610"/>
                    </a:lnTo>
                    <a:lnTo>
                      <a:pt x="59436" y="54610"/>
                    </a:lnTo>
                    <a:lnTo>
                      <a:pt x="62560" y="52070"/>
                    </a:lnTo>
                    <a:lnTo>
                      <a:pt x="61849" y="53340"/>
                    </a:lnTo>
                    <a:lnTo>
                      <a:pt x="63461" y="52070"/>
                    </a:lnTo>
                    <a:lnTo>
                      <a:pt x="65100" y="50800"/>
                    </a:lnTo>
                    <a:lnTo>
                      <a:pt x="64376" y="50800"/>
                    </a:lnTo>
                    <a:lnTo>
                      <a:pt x="67741" y="48260"/>
                    </a:lnTo>
                    <a:lnTo>
                      <a:pt x="66992" y="49530"/>
                    </a:lnTo>
                    <a:lnTo>
                      <a:pt x="68732" y="48260"/>
                    </a:lnTo>
                    <a:lnTo>
                      <a:pt x="70485" y="46990"/>
                    </a:lnTo>
                    <a:lnTo>
                      <a:pt x="69697" y="46990"/>
                    </a:lnTo>
                    <a:lnTo>
                      <a:pt x="73291" y="45720"/>
                    </a:lnTo>
                    <a:lnTo>
                      <a:pt x="72478" y="45720"/>
                    </a:lnTo>
                    <a:lnTo>
                      <a:pt x="76200" y="44450"/>
                    </a:lnTo>
                    <a:lnTo>
                      <a:pt x="75361" y="44450"/>
                    </a:lnTo>
                    <a:lnTo>
                      <a:pt x="79171" y="41910"/>
                    </a:lnTo>
                    <a:lnTo>
                      <a:pt x="78308" y="43180"/>
                    </a:lnTo>
                    <a:lnTo>
                      <a:pt x="82219" y="41910"/>
                    </a:lnTo>
                    <a:lnTo>
                      <a:pt x="81330" y="41910"/>
                    </a:lnTo>
                    <a:lnTo>
                      <a:pt x="85331" y="40640"/>
                    </a:lnTo>
                    <a:lnTo>
                      <a:pt x="84429" y="40640"/>
                    </a:lnTo>
                    <a:lnTo>
                      <a:pt x="88519" y="39370"/>
                    </a:lnTo>
                    <a:lnTo>
                      <a:pt x="87591" y="39370"/>
                    </a:lnTo>
                    <a:lnTo>
                      <a:pt x="91757" y="38100"/>
                    </a:lnTo>
                    <a:lnTo>
                      <a:pt x="90817" y="39370"/>
                    </a:lnTo>
                    <a:lnTo>
                      <a:pt x="95059" y="38100"/>
                    </a:lnTo>
                    <a:lnTo>
                      <a:pt x="100863" y="38100"/>
                    </a:lnTo>
                    <a:lnTo>
                      <a:pt x="105295" y="36830"/>
                    </a:lnTo>
                    <a:lnTo>
                      <a:pt x="104813" y="38100"/>
                    </a:lnTo>
                    <a:lnTo>
                      <a:pt x="3739553" y="38100"/>
                    </a:lnTo>
                    <a:lnTo>
                      <a:pt x="3739070" y="36830"/>
                    </a:lnTo>
                    <a:lnTo>
                      <a:pt x="3743502" y="38100"/>
                    </a:lnTo>
                    <a:lnTo>
                      <a:pt x="3749306" y="38100"/>
                    </a:lnTo>
                    <a:lnTo>
                      <a:pt x="3753548" y="39370"/>
                    </a:lnTo>
                    <a:lnTo>
                      <a:pt x="3752608" y="38100"/>
                    </a:lnTo>
                    <a:lnTo>
                      <a:pt x="3756774" y="39370"/>
                    </a:lnTo>
                    <a:lnTo>
                      <a:pt x="3755847" y="39370"/>
                    </a:lnTo>
                    <a:lnTo>
                      <a:pt x="3759936" y="40640"/>
                    </a:lnTo>
                    <a:lnTo>
                      <a:pt x="3759035" y="40640"/>
                    </a:lnTo>
                    <a:lnTo>
                      <a:pt x="3763035" y="41910"/>
                    </a:lnTo>
                    <a:lnTo>
                      <a:pt x="3762146" y="41910"/>
                    </a:lnTo>
                    <a:lnTo>
                      <a:pt x="3766058" y="43180"/>
                    </a:lnTo>
                    <a:lnTo>
                      <a:pt x="3765194" y="41910"/>
                    </a:lnTo>
                    <a:lnTo>
                      <a:pt x="3769004" y="44450"/>
                    </a:lnTo>
                    <a:lnTo>
                      <a:pt x="3768166" y="44450"/>
                    </a:lnTo>
                    <a:lnTo>
                      <a:pt x="3771874" y="45720"/>
                    </a:lnTo>
                    <a:lnTo>
                      <a:pt x="3771074" y="45720"/>
                    </a:lnTo>
                    <a:lnTo>
                      <a:pt x="3774668" y="46990"/>
                    </a:lnTo>
                    <a:lnTo>
                      <a:pt x="3773881" y="46990"/>
                    </a:lnTo>
                    <a:lnTo>
                      <a:pt x="3777373" y="49530"/>
                    </a:lnTo>
                    <a:lnTo>
                      <a:pt x="3776624" y="48260"/>
                    </a:lnTo>
                    <a:lnTo>
                      <a:pt x="3779990" y="50800"/>
                    </a:lnTo>
                    <a:lnTo>
                      <a:pt x="3779266" y="50800"/>
                    </a:lnTo>
                    <a:lnTo>
                      <a:pt x="3782517" y="53340"/>
                    </a:lnTo>
                    <a:lnTo>
                      <a:pt x="3781806" y="52070"/>
                    </a:lnTo>
                    <a:lnTo>
                      <a:pt x="3784930" y="54610"/>
                    </a:lnTo>
                    <a:lnTo>
                      <a:pt x="3784257" y="54610"/>
                    </a:lnTo>
                    <a:lnTo>
                      <a:pt x="3787254" y="57150"/>
                    </a:lnTo>
                    <a:lnTo>
                      <a:pt x="3786606" y="57150"/>
                    </a:lnTo>
                    <a:lnTo>
                      <a:pt x="3789451" y="59690"/>
                    </a:lnTo>
                    <a:lnTo>
                      <a:pt x="3788841" y="59690"/>
                    </a:lnTo>
                    <a:lnTo>
                      <a:pt x="3791547" y="62230"/>
                    </a:lnTo>
                    <a:lnTo>
                      <a:pt x="3790962" y="60960"/>
                    </a:lnTo>
                    <a:lnTo>
                      <a:pt x="3793528" y="64770"/>
                    </a:lnTo>
                    <a:lnTo>
                      <a:pt x="3792982" y="63500"/>
                    </a:lnTo>
                    <a:lnTo>
                      <a:pt x="3795369" y="67310"/>
                    </a:lnTo>
                    <a:lnTo>
                      <a:pt x="3794861" y="66040"/>
                    </a:lnTo>
                    <a:lnTo>
                      <a:pt x="3797096" y="69850"/>
                    </a:lnTo>
                    <a:lnTo>
                      <a:pt x="3796627" y="69850"/>
                    </a:lnTo>
                    <a:lnTo>
                      <a:pt x="3798697" y="72390"/>
                    </a:lnTo>
                    <a:lnTo>
                      <a:pt x="3798252" y="72390"/>
                    </a:lnTo>
                    <a:lnTo>
                      <a:pt x="3800157" y="76200"/>
                    </a:lnTo>
                    <a:lnTo>
                      <a:pt x="3799751" y="74930"/>
                    </a:lnTo>
                    <a:lnTo>
                      <a:pt x="3801478" y="78740"/>
                    </a:lnTo>
                    <a:lnTo>
                      <a:pt x="3801110" y="77470"/>
                    </a:lnTo>
                    <a:lnTo>
                      <a:pt x="3802646" y="81280"/>
                    </a:lnTo>
                    <a:lnTo>
                      <a:pt x="3802329" y="81280"/>
                    </a:lnTo>
                    <a:lnTo>
                      <a:pt x="3803218" y="83820"/>
                    </a:lnTo>
                    <a:lnTo>
                      <a:pt x="3803396" y="83820"/>
                    </a:lnTo>
                    <a:lnTo>
                      <a:pt x="3842512" y="83820"/>
                    </a:lnTo>
                    <a:lnTo>
                      <a:pt x="3841343" y="78740"/>
                    </a:lnTo>
                    <a:lnTo>
                      <a:pt x="3840988" y="77470"/>
                    </a:lnTo>
                    <a:lnTo>
                      <a:pt x="3840276" y="74930"/>
                    </a:lnTo>
                    <a:lnTo>
                      <a:pt x="3839921" y="73660"/>
                    </a:lnTo>
                    <a:lnTo>
                      <a:pt x="3838270" y="68580"/>
                    </a:lnTo>
                    <a:lnTo>
                      <a:pt x="3837330" y="66040"/>
                    </a:lnTo>
                    <a:lnTo>
                      <a:pt x="3836390" y="63500"/>
                    </a:lnTo>
                    <a:lnTo>
                      <a:pt x="3835336" y="60960"/>
                    </a:lnTo>
                    <a:lnTo>
                      <a:pt x="3834282" y="58420"/>
                    </a:lnTo>
                    <a:lnTo>
                      <a:pt x="3831958" y="54610"/>
                    </a:lnTo>
                    <a:lnTo>
                      <a:pt x="3830688" y="52070"/>
                    </a:lnTo>
                    <a:lnTo>
                      <a:pt x="3829418" y="49530"/>
                    </a:lnTo>
                    <a:lnTo>
                      <a:pt x="3828504" y="48260"/>
                    </a:lnTo>
                    <a:lnTo>
                      <a:pt x="3826687" y="45720"/>
                    </a:lnTo>
                    <a:lnTo>
                      <a:pt x="3823766" y="41910"/>
                    </a:lnTo>
                    <a:lnTo>
                      <a:pt x="3820642" y="38100"/>
                    </a:lnTo>
                    <a:lnTo>
                      <a:pt x="3819537" y="36830"/>
                    </a:lnTo>
                    <a:lnTo>
                      <a:pt x="3817340" y="34290"/>
                    </a:lnTo>
                    <a:lnTo>
                      <a:pt x="3798328" y="17780"/>
                    </a:lnTo>
                    <a:lnTo>
                      <a:pt x="3794061" y="13970"/>
                    </a:lnTo>
                    <a:lnTo>
                      <a:pt x="3789654" y="11430"/>
                    </a:lnTo>
                    <a:lnTo>
                      <a:pt x="3785120" y="10160"/>
                    </a:lnTo>
                    <a:lnTo>
                      <a:pt x="3780459" y="7620"/>
                    </a:lnTo>
                    <a:lnTo>
                      <a:pt x="3775684" y="6350"/>
                    </a:lnTo>
                    <a:lnTo>
                      <a:pt x="3770795" y="3810"/>
                    </a:lnTo>
                    <a:lnTo>
                      <a:pt x="3755529" y="0"/>
                    </a:lnTo>
                    <a:lnTo>
                      <a:pt x="88836" y="0"/>
                    </a:lnTo>
                    <a:lnTo>
                      <a:pt x="73571" y="3810"/>
                    </a:lnTo>
                    <a:lnTo>
                      <a:pt x="68681" y="6350"/>
                    </a:lnTo>
                    <a:lnTo>
                      <a:pt x="63906" y="7620"/>
                    </a:lnTo>
                    <a:lnTo>
                      <a:pt x="59245" y="10160"/>
                    </a:lnTo>
                    <a:lnTo>
                      <a:pt x="54711" y="11430"/>
                    </a:lnTo>
                    <a:lnTo>
                      <a:pt x="50304" y="13970"/>
                    </a:lnTo>
                    <a:lnTo>
                      <a:pt x="46037" y="17780"/>
                    </a:lnTo>
                    <a:lnTo>
                      <a:pt x="41922" y="20320"/>
                    </a:lnTo>
                    <a:lnTo>
                      <a:pt x="37960" y="22860"/>
                    </a:lnTo>
                    <a:lnTo>
                      <a:pt x="12407" y="54610"/>
                    </a:lnTo>
                    <a:lnTo>
                      <a:pt x="10083" y="58420"/>
                    </a:lnTo>
                    <a:lnTo>
                      <a:pt x="152" y="95250"/>
                    </a:lnTo>
                    <a:lnTo>
                      <a:pt x="50" y="96520"/>
                    </a:lnTo>
                    <a:lnTo>
                      <a:pt x="0" y="455930"/>
                    </a:lnTo>
                    <a:lnTo>
                      <a:pt x="7975" y="488950"/>
                    </a:lnTo>
                    <a:lnTo>
                      <a:pt x="10083" y="494030"/>
                    </a:lnTo>
                    <a:lnTo>
                      <a:pt x="12407" y="499110"/>
                    </a:lnTo>
                    <a:lnTo>
                      <a:pt x="14947" y="502920"/>
                    </a:lnTo>
                    <a:lnTo>
                      <a:pt x="17678" y="508000"/>
                    </a:lnTo>
                    <a:lnTo>
                      <a:pt x="37960" y="529590"/>
                    </a:lnTo>
                    <a:lnTo>
                      <a:pt x="41922" y="533400"/>
                    </a:lnTo>
                    <a:lnTo>
                      <a:pt x="94094" y="553720"/>
                    </a:lnTo>
                    <a:lnTo>
                      <a:pt x="282930" y="553720"/>
                    </a:lnTo>
                    <a:lnTo>
                      <a:pt x="282930" y="1574800"/>
                    </a:lnTo>
                    <a:lnTo>
                      <a:pt x="1026807" y="1574800"/>
                    </a:lnTo>
                    <a:lnTo>
                      <a:pt x="973391" y="1605965"/>
                    </a:lnTo>
                    <a:lnTo>
                      <a:pt x="970686" y="1607883"/>
                    </a:lnTo>
                    <a:lnTo>
                      <a:pt x="963942" y="1622513"/>
                    </a:lnTo>
                    <a:lnTo>
                      <a:pt x="964247" y="1625815"/>
                    </a:lnTo>
                    <a:lnTo>
                      <a:pt x="979665" y="1641170"/>
                    </a:lnTo>
                    <a:lnTo>
                      <a:pt x="979462" y="1641170"/>
                    </a:lnTo>
                    <a:lnTo>
                      <a:pt x="983081" y="1641475"/>
                    </a:lnTo>
                    <a:lnTo>
                      <a:pt x="986383" y="1641170"/>
                    </a:lnTo>
                    <a:lnTo>
                      <a:pt x="989584" y="1640293"/>
                    </a:lnTo>
                    <a:lnTo>
                      <a:pt x="992593" y="1638884"/>
                    </a:lnTo>
                    <a:lnTo>
                      <a:pt x="1102436" y="1574800"/>
                    </a:lnTo>
                    <a:lnTo>
                      <a:pt x="1135100" y="1555750"/>
                    </a:lnTo>
                    <a:lnTo>
                      <a:pt x="1102436" y="1536700"/>
                    </a:lnTo>
                    <a:lnTo>
                      <a:pt x="992428" y="1472539"/>
                    </a:lnTo>
                    <a:lnTo>
                      <a:pt x="989342" y="1471142"/>
                    </a:lnTo>
                    <a:lnTo>
                      <a:pt x="986282" y="1470304"/>
                    </a:lnTo>
                    <a:lnTo>
                      <a:pt x="986104" y="1470304"/>
                    </a:lnTo>
                    <a:lnTo>
                      <a:pt x="983081" y="1470025"/>
                    </a:lnTo>
                    <a:lnTo>
                      <a:pt x="963942" y="1488986"/>
                    </a:lnTo>
                    <a:lnTo>
                      <a:pt x="964222" y="1492300"/>
                    </a:lnTo>
                    <a:lnTo>
                      <a:pt x="1026807" y="1536700"/>
                    </a:lnTo>
                    <a:lnTo>
                      <a:pt x="321030" y="1536700"/>
                    </a:lnTo>
                    <a:lnTo>
                      <a:pt x="321030" y="553720"/>
                    </a:lnTo>
                    <a:lnTo>
                      <a:pt x="3750272" y="553720"/>
                    </a:lnTo>
                    <a:lnTo>
                      <a:pt x="3765804" y="549910"/>
                    </a:lnTo>
                    <a:lnTo>
                      <a:pt x="3802443" y="533400"/>
                    </a:lnTo>
                    <a:lnTo>
                      <a:pt x="3806406" y="529590"/>
                    </a:lnTo>
                    <a:lnTo>
                      <a:pt x="3810216" y="527050"/>
                    </a:lnTo>
                    <a:lnTo>
                      <a:pt x="3827361" y="506730"/>
                    </a:lnTo>
                    <a:lnTo>
                      <a:pt x="3829418" y="502920"/>
                    </a:lnTo>
                    <a:lnTo>
                      <a:pt x="3831958" y="499110"/>
                    </a:lnTo>
                    <a:lnTo>
                      <a:pt x="3833114" y="496570"/>
                    </a:lnTo>
                    <a:lnTo>
                      <a:pt x="3834282" y="494030"/>
                    </a:lnTo>
                    <a:lnTo>
                      <a:pt x="3836390" y="488950"/>
                    </a:lnTo>
                    <a:lnTo>
                      <a:pt x="3837635" y="486410"/>
                    </a:lnTo>
                    <a:lnTo>
                      <a:pt x="3838270" y="485140"/>
                    </a:lnTo>
                    <a:lnTo>
                      <a:pt x="3838676" y="483870"/>
                    </a:lnTo>
                    <a:lnTo>
                      <a:pt x="3839502" y="481330"/>
                    </a:lnTo>
                    <a:lnTo>
                      <a:pt x="3839921" y="480060"/>
                    </a:lnTo>
                    <a:lnTo>
                      <a:pt x="3841343" y="474980"/>
                    </a:lnTo>
                    <a:lnTo>
                      <a:pt x="3841927" y="472440"/>
                    </a:lnTo>
                    <a:lnTo>
                      <a:pt x="3842512" y="469900"/>
                    </a:lnTo>
                    <a:lnTo>
                      <a:pt x="3843197" y="466090"/>
                    </a:lnTo>
                    <a:lnTo>
                      <a:pt x="3843439" y="464820"/>
                    </a:lnTo>
                    <a:lnTo>
                      <a:pt x="3844112" y="459740"/>
                    </a:lnTo>
                    <a:lnTo>
                      <a:pt x="3844188" y="458470"/>
                    </a:lnTo>
                    <a:lnTo>
                      <a:pt x="3844353" y="455930"/>
                    </a:lnTo>
                    <a:close/>
                  </a:path>
                  <a:path w="9552305" h="1641475">
                    <a:moveTo>
                      <a:pt x="9551733" y="455930"/>
                    </a:moveTo>
                    <a:lnTo>
                      <a:pt x="9551695" y="96520"/>
                    </a:lnTo>
                    <a:lnTo>
                      <a:pt x="9551594" y="95250"/>
                    </a:lnTo>
                    <a:lnTo>
                      <a:pt x="9551492" y="93980"/>
                    </a:lnTo>
                    <a:lnTo>
                      <a:pt x="9550984" y="90170"/>
                    </a:lnTo>
                    <a:lnTo>
                      <a:pt x="9550819" y="88900"/>
                    </a:lnTo>
                    <a:lnTo>
                      <a:pt x="9550121" y="85090"/>
                    </a:lnTo>
                    <a:lnTo>
                      <a:pt x="9511157" y="85090"/>
                    </a:lnTo>
                    <a:lnTo>
                      <a:pt x="9510776" y="83820"/>
                    </a:lnTo>
                    <a:lnTo>
                      <a:pt x="9511068" y="85090"/>
                    </a:lnTo>
                    <a:lnTo>
                      <a:pt x="9511944" y="87630"/>
                    </a:lnTo>
                    <a:lnTo>
                      <a:pt x="9511703" y="87630"/>
                    </a:lnTo>
                    <a:lnTo>
                      <a:pt x="9512656" y="91414"/>
                    </a:lnTo>
                    <a:lnTo>
                      <a:pt x="9513227" y="95250"/>
                    </a:lnTo>
                    <a:lnTo>
                      <a:pt x="9513443" y="96520"/>
                    </a:lnTo>
                    <a:lnTo>
                      <a:pt x="9513633" y="97790"/>
                    </a:lnTo>
                    <a:lnTo>
                      <a:pt x="9513532" y="455930"/>
                    </a:lnTo>
                    <a:lnTo>
                      <a:pt x="9513087" y="459740"/>
                    </a:lnTo>
                    <a:lnTo>
                      <a:pt x="9512478" y="462280"/>
                    </a:lnTo>
                    <a:lnTo>
                      <a:pt x="9512668" y="462280"/>
                    </a:lnTo>
                    <a:lnTo>
                      <a:pt x="9511703" y="466090"/>
                    </a:lnTo>
                    <a:lnTo>
                      <a:pt x="9511944" y="464820"/>
                    </a:lnTo>
                    <a:lnTo>
                      <a:pt x="9510776" y="468630"/>
                    </a:lnTo>
                    <a:lnTo>
                      <a:pt x="9511068" y="468630"/>
                    </a:lnTo>
                    <a:lnTo>
                      <a:pt x="9509709" y="472440"/>
                    </a:lnTo>
                    <a:lnTo>
                      <a:pt x="9510027" y="471170"/>
                    </a:lnTo>
                    <a:lnTo>
                      <a:pt x="9508490" y="474980"/>
                    </a:lnTo>
                    <a:lnTo>
                      <a:pt x="9508858" y="473710"/>
                    </a:lnTo>
                    <a:lnTo>
                      <a:pt x="9507131" y="477520"/>
                    </a:lnTo>
                    <a:lnTo>
                      <a:pt x="9507537" y="477520"/>
                    </a:lnTo>
                    <a:lnTo>
                      <a:pt x="9505632" y="481330"/>
                    </a:lnTo>
                    <a:lnTo>
                      <a:pt x="9506077" y="480060"/>
                    </a:lnTo>
                    <a:lnTo>
                      <a:pt x="9504007" y="483870"/>
                    </a:lnTo>
                    <a:lnTo>
                      <a:pt x="9504477" y="482600"/>
                    </a:lnTo>
                    <a:lnTo>
                      <a:pt x="9502242" y="486410"/>
                    </a:lnTo>
                    <a:lnTo>
                      <a:pt x="9502750" y="485140"/>
                    </a:lnTo>
                    <a:lnTo>
                      <a:pt x="9500362" y="488950"/>
                    </a:lnTo>
                    <a:lnTo>
                      <a:pt x="9500908" y="488950"/>
                    </a:lnTo>
                    <a:lnTo>
                      <a:pt x="9498343" y="491490"/>
                    </a:lnTo>
                    <a:lnTo>
                      <a:pt x="9498927" y="491490"/>
                    </a:lnTo>
                    <a:lnTo>
                      <a:pt x="9496222" y="494030"/>
                    </a:lnTo>
                    <a:lnTo>
                      <a:pt x="9496831" y="492760"/>
                    </a:lnTo>
                    <a:lnTo>
                      <a:pt x="9493987" y="496570"/>
                    </a:lnTo>
                    <a:lnTo>
                      <a:pt x="9494634" y="495300"/>
                    </a:lnTo>
                    <a:lnTo>
                      <a:pt x="9491637" y="499110"/>
                    </a:lnTo>
                    <a:lnTo>
                      <a:pt x="9492310" y="497840"/>
                    </a:lnTo>
                    <a:lnTo>
                      <a:pt x="9489186" y="500380"/>
                    </a:lnTo>
                    <a:lnTo>
                      <a:pt x="9489897" y="500380"/>
                    </a:lnTo>
                    <a:lnTo>
                      <a:pt x="9486646" y="502920"/>
                    </a:lnTo>
                    <a:lnTo>
                      <a:pt x="9487370" y="501650"/>
                    </a:lnTo>
                    <a:lnTo>
                      <a:pt x="9484004" y="504190"/>
                    </a:lnTo>
                    <a:lnTo>
                      <a:pt x="9484754" y="504190"/>
                    </a:lnTo>
                    <a:lnTo>
                      <a:pt x="9481261" y="506730"/>
                    </a:lnTo>
                    <a:lnTo>
                      <a:pt x="9482049" y="505460"/>
                    </a:lnTo>
                    <a:lnTo>
                      <a:pt x="9478454" y="508000"/>
                    </a:lnTo>
                    <a:lnTo>
                      <a:pt x="9479255" y="506730"/>
                    </a:lnTo>
                    <a:lnTo>
                      <a:pt x="9475546" y="509270"/>
                    </a:lnTo>
                    <a:lnTo>
                      <a:pt x="9476384" y="509270"/>
                    </a:lnTo>
                    <a:lnTo>
                      <a:pt x="9472574" y="510540"/>
                    </a:lnTo>
                    <a:lnTo>
                      <a:pt x="9473438" y="510540"/>
                    </a:lnTo>
                    <a:lnTo>
                      <a:pt x="9469526" y="511810"/>
                    </a:lnTo>
                    <a:lnTo>
                      <a:pt x="9470415" y="511810"/>
                    </a:lnTo>
                    <a:lnTo>
                      <a:pt x="9466415" y="513080"/>
                    </a:lnTo>
                    <a:lnTo>
                      <a:pt x="9464154" y="513080"/>
                    </a:lnTo>
                    <a:lnTo>
                      <a:pt x="9459989" y="514350"/>
                    </a:lnTo>
                    <a:lnTo>
                      <a:pt x="9457639" y="514350"/>
                    </a:lnTo>
                    <a:lnTo>
                      <a:pt x="9453334" y="515620"/>
                    </a:lnTo>
                    <a:lnTo>
                      <a:pt x="6302997" y="515620"/>
                    </a:lnTo>
                    <a:lnTo>
                      <a:pt x="6298692" y="514350"/>
                    </a:lnTo>
                    <a:lnTo>
                      <a:pt x="6296342" y="514350"/>
                    </a:lnTo>
                    <a:lnTo>
                      <a:pt x="6292177" y="513080"/>
                    </a:lnTo>
                    <a:lnTo>
                      <a:pt x="6289916" y="513080"/>
                    </a:lnTo>
                    <a:lnTo>
                      <a:pt x="6285916" y="511810"/>
                    </a:lnTo>
                    <a:lnTo>
                      <a:pt x="6286805" y="511810"/>
                    </a:lnTo>
                    <a:lnTo>
                      <a:pt x="6282893" y="510540"/>
                    </a:lnTo>
                    <a:lnTo>
                      <a:pt x="6283757" y="510540"/>
                    </a:lnTo>
                    <a:lnTo>
                      <a:pt x="6279947" y="509270"/>
                    </a:lnTo>
                    <a:lnTo>
                      <a:pt x="6280785" y="509270"/>
                    </a:lnTo>
                    <a:lnTo>
                      <a:pt x="6278931" y="508000"/>
                    </a:lnTo>
                    <a:lnTo>
                      <a:pt x="6277076" y="506730"/>
                    </a:lnTo>
                    <a:lnTo>
                      <a:pt x="6277876" y="508000"/>
                    </a:lnTo>
                    <a:lnTo>
                      <a:pt x="6276073" y="506730"/>
                    </a:lnTo>
                    <a:lnTo>
                      <a:pt x="6274282" y="505460"/>
                    </a:lnTo>
                    <a:lnTo>
                      <a:pt x="6275070" y="506730"/>
                    </a:lnTo>
                    <a:lnTo>
                      <a:pt x="6271577" y="504190"/>
                    </a:lnTo>
                    <a:lnTo>
                      <a:pt x="6272327" y="504190"/>
                    </a:lnTo>
                    <a:lnTo>
                      <a:pt x="6270637" y="502920"/>
                    </a:lnTo>
                    <a:lnTo>
                      <a:pt x="6268961" y="501650"/>
                    </a:lnTo>
                    <a:lnTo>
                      <a:pt x="6269685" y="502920"/>
                    </a:lnTo>
                    <a:lnTo>
                      <a:pt x="6266434" y="500380"/>
                    </a:lnTo>
                    <a:lnTo>
                      <a:pt x="6267145" y="500380"/>
                    </a:lnTo>
                    <a:lnTo>
                      <a:pt x="6265583" y="499110"/>
                    </a:lnTo>
                    <a:lnTo>
                      <a:pt x="6264021" y="497840"/>
                    </a:lnTo>
                    <a:lnTo>
                      <a:pt x="6264694" y="499110"/>
                    </a:lnTo>
                    <a:lnTo>
                      <a:pt x="6262687" y="496570"/>
                    </a:lnTo>
                    <a:lnTo>
                      <a:pt x="6261697" y="495300"/>
                    </a:lnTo>
                    <a:lnTo>
                      <a:pt x="6262344" y="496570"/>
                    </a:lnTo>
                    <a:lnTo>
                      <a:pt x="6260439" y="494030"/>
                    </a:lnTo>
                    <a:lnTo>
                      <a:pt x="6259500" y="492760"/>
                    </a:lnTo>
                    <a:lnTo>
                      <a:pt x="6260109" y="494030"/>
                    </a:lnTo>
                    <a:lnTo>
                      <a:pt x="6257404" y="491490"/>
                    </a:lnTo>
                    <a:lnTo>
                      <a:pt x="6257988" y="491490"/>
                    </a:lnTo>
                    <a:lnTo>
                      <a:pt x="6255423" y="488950"/>
                    </a:lnTo>
                    <a:lnTo>
                      <a:pt x="6255969" y="488950"/>
                    </a:lnTo>
                    <a:lnTo>
                      <a:pt x="6254369" y="486410"/>
                    </a:lnTo>
                    <a:lnTo>
                      <a:pt x="6253581" y="485140"/>
                    </a:lnTo>
                    <a:lnTo>
                      <a:pt x="6254089" y="486410"/>
                    </a:lnTo>
                    <a:lnTo>
                      <a:pt x="6252591" y="483870"/>
                    </a:lnTo>
                    <a:lnTo>
                      <a:pt x="6251854" y="482600"/>
                    </a:lnTo>
                    <a:lnTo>
                      <a:pt x="6252324" y="483870"/>
                    </a:lnTo>
                    <a:lnTo>
                      <a:pt x="6250940" y="481330"/>
                    </a:lnTo>
                    <a:lnTo>
                      <a:pt x="6250254" y="480060"/>
                    </a:lnTo>
                    <a:lnTo>
                      <a:pt x="6250698" y="481330"/>
                    </a:lnTo>
                    <a:lnTo>
                      <a:pt x="6248793" y="477520"/>
                    </a:lnTo>
                    <a:lnTo>
                      <a:pt x="6249200" y="477520"/>
                    </a:lnTo>
                    <a:lnTo>
                      <a:pt x="6248044" y="474980"/>
                    </a:lnTo>
                    <a:lnTo>
                      <a:pt x="6247473" y="473710"/>
                    </a:lnTo>
                    <a:lnTo>
                      <a:pt x="6247841" y="474980"/>
                    </a:lnTo>
                    <a:lnTo>
                      <a:pt x="6246812" y="472440"/>
                    </a:lnTo>
                    <a:lnTo>
                      <a:pt x="6246304" y="471170"/>
                    </a:lnTo>
                    <a:lnTo>
                      <a:pt x="6246622" y="472440"/>
                    </a:lnTo>
                    <a:lnTo>
                      <a:pt x="6245263" y="468630"/>
                    </a:lnTo>
                    <a:lnTo>
                      <a:pt x="6245555" y="468630"/>
                    </a:lnTo>
                    <a:lnTo>
                      <a:pt x="6244768" y="466090"/>
                    </a:lnTo>
                    <a:lnTo>
                      <a:pt x="6244387" y="464820"/>
                    </a:lnTo>
                    <a:lnTo>
                      <a:pt x="6244628" y="466090"/>
                    </a:lnTo>
                    <a:lnTo>
                      <a:pt x="6243663" y="462280"/>
                    </a:lnTo>
                    <a:lnTo>
                      <a:pt x="6243853" y="462280"/>
                    </a:lnTo>
                    <a:lnTo>
                      <a:pt x="6243244" y="459740"/>
                    </a:lnTo>
                    <a:lnTo>
                      <a:pt x="6242799" y="455930"/>
                    </a:lnTo>
                    <a:lnTo>
                      <a:pt x="6242875" y="96520"/>
                    </a:lnTo>
                    <a:lnTo>
                      <a:pt x="6243104" y="95250"/>
                    </a:lnTo>
                    <a:lnTo>
                      <a:pt x="6243663" y="91414"/>
                    </a:lnTo>
                    <a:lnTo>
                      <a:pt x="6243980" y="90170"/>
                    </a:lnTo>
                    <a:lnTo>
                      <a:pt x="6244628" y="87630"/>
                    </a:lnTo>
                    <a:lnTo>
                      <a:pt x="6244387" y="87630"/>
                    </a:lnTo>
                    <a:lnTo>
                      <a:pt x="6245263" y="85090"/>
                    </a:lnTo>
                    <a:lnTo>
                      <a:pt x="6245707" y="83820"/>
                    </a:lnTo>
                    <a:lnTo>
                      <a:pt x="6246622" y="81280"/>
                    </a:lnTo>
                    <a:lnTo>
                      <a:pt x="6246304" y="81280"/>
                    </a:lnTo>
                    <a:lnTo>
                      <a:pt x="6247841" y="77470"/>
                    </a:lnTo>
                    <a:lnTo>
                      <a:pt x="6247473" y="78740"/>
                    </a:lnTo>
                    <a:lnTo>
                      <a:pt x="6248044" y="77470"/>
                    </a:lnTo>
                    <a:lnTo>
                      <a:pt x="6249200" y="74930"/>
                    </a:lnTo>
                    <a:lnTo>
                      <a:pt x="6248793" y="76200"/>
                    </a:lnTo>
                    <a:lnTo>
                      <a:pt x="6249416" y="74930"/>
                    </a:lnTo>
                    <a:lnTo>
                      <a:pt x="6250698" y="72390"/>
                    </a:lnTo>
                    <a:lnTo>
                      <a:pt x="6250254" y="72390"/>
                    </a:lnTo>
                    <a:lnTo>
                      <a:pt x="6252324" y="69850"/>
                    </a:lnTo>
                    <a:lnTo>
                      <a:pt x="6251854" y="69850"/>
                    </a:lnTo>
                    <a:lnTo>
                      <a:pt x="6254089" y="66040"/>
                    </a:lnTo>
                    <a:lnTo>
                      <a:pt x="6253581" y="67310"/>
                    </a:lnTo>
                    <a:lnTo>
                      <a:pt x="6254369" y="66040"/>
                    </a:lnTo>
                    <a:lnTo>
                      <a:pt x="6255969" y="63500"/>
                    </a:lnTo>
                    <a:lnTo>
                      <a:pt x="6255423" y="64770"/>
                    </a:lnTo>
                    <a:lnTo>
                      <a:pt x="6256274" y="63500"/>
                    </a:lnTo>
                    <a:lnTo>
                      <a:pt x="6257988" y="60960"/>
                    </a:lnTo>
                    <a:lnTo>
                      <a:pt x="6257404" y="62230"/>
                    </a:lnTo>
                    <a:lnTo>
                      <a:pt x="6258750" y="60960"/>
                    </a:lnTo>
                    <a:lnTo>
                      <a:pt x="6260109" y="59690"/>
                    </a:lnTo>
                    <a:lnTo>
                      <a:pt x="6259500" y="59690"/>
                    </a:lnTo>
                    <a:lnTo>
                      <a:pt x="6262344" y="57150"/>
                    </a:lnTo>
                    <a:lnTo>
                      <a:pt x="6261697" y="57150"/>
                    </a:lnTo>
                    <a:lnTo>
                      <a:pt x="6264694" y="54610"/>
                    </a:lnTo>
                    <a:lnTo>
                      <a:pt x="6264021" y="54610"/>
                    </a:lnTo>
                    <a:lnTo>
                      <a:pt x="6267145" y="52070"/>
                    </a:lnTo>
                    <a:lnTo>
                      <a:pt x="6266434" y="53340"/>
                    </a:lnTo>
                    <a:lnTo>
                      <a:pt x="6268047" y="52070"/>
                    </a:lnTo>
                    <a:lnTo>
                      <a:pt x="6269685" y="50800"/>
                    </a:lnTo>
                    <a:lnTo>
                      <a:pt x="6268961" y="50800"/>
                    </a:lnTo>
                    <a:lnTo>
                      <a:pt x="6272327" y="48260"/>
                    </a:lnTo>
                    <a:lnTo>
                      <a:pt x="6271577" y="49530"/>
                    </a:lnTo>
                    <a:lnTo>
                      <a:pt x="6273317" y="48260"/>
                    </a:lnTo>
                    <a:lnTo>
                      <a:pt x="6275070" y="46990"/>
                    </a:lnTo>
                    <a:lnTo>
                      <a:pt x="6274282" y="46990"/>
                    </a:lnTo>
                    <a:lnTo>
                      <a:pt x="6277876" y="45720"/>
                    </a:lnTo>
                    <a:lnTo>
                      <a:pt x="6277076" y="45720"/>
                    </a:lnTo>
                    <a:lnTo>
                      <a:pt x="6280785" y="44450"/>
                    </a:lnTo>
                    <a:lnTo>
                      <a:pt x="6279947" y="44450"/>
                    </a:lnTo>
                    <a:lnTo>
                      <a:pt x="6283757" y="41910"/>
                    </a:lnTo>
                    <a:lnTo>
                      <a:pt x="6282893" y="43180"/>
                    </a:lnTo>
                    <a:lnTo>
                      <a:pt x="6286805" y="41910"/>
                    </a:lnTo>
                    <a:lnTo>
                      <a:pt x="6285916" y="41910"/>
                    </a:lnTo>
                    <a:lnTo>
                      <a:pt x="6289916" y="40640"/>
                    </a:lnTo>
                    <a:lnTo>
                      <a:pt x="6289014" y="40640"/>
                    </a:lnTo>
                    <a:lnTo>
                      <a:pt x="6293104" y="39370"/>
                    </a:lnTo>
                    <a:lnTo>
                      <a:pt x="6292177" y="39370"/>
                    </a:lnTo>
                    <a:lnTo>
                      <a:pt x="6296342" y="38100"/>
                    </a:lnTo>
                    <a:lnTo>
                      <a:pt x="6295402" y="39370"/>
                    </a:lnTo>
                    <a:lnTo>
                      <a:pt x="6299644" y="38100"/>
                    </a:lnTo>
                    <a:lnTo>
                      <a:pt x="6305448" y="38100"/>
                    </a:lnTo>
                    <a:lnTo>
                      <a:pt x="6309880" y="36830"/>
                    </a:lnTo>
                    <a:lnTo>
                      <a:pt x="6309398" y="38100"/>
                    </a:lnTo>
                    <a:lnTo>
                      <a:pt x="9446933" y="38100"/>
                    </a:lnTo>
                    <a:lnTo>
                      <a:pt x="9446450" y="36830"/>
                    </a:lnTo>
                    <a:lnTo>
                      <a:pt x="9450883" y="38100"/>
                    </a:lnTo>
                    <a:lnTo>
                      <a:pt x="9456687" y="38100"/>
                    </a:lnTo>
                    <a:lnTo>
                      <a:pt x="9460928" y="39370"/>
                    </a:lnTo>
                    <a:lnTo>
                      <a:pt x="9459989" y="38100"/>
                    </a:lnTo>
                    <a:lnTo>
                      <a:pt x="9464154" y="39370"/>
                    </a:lnTo>
                    <a:lnTo>
                      <a:pt x="9463227" y="39370"/>
                    </a:lnTo>
                    <a:lnTo>
                      <a:pt x="9467317" y="40640"/>
                    </a:lnTo>
                    <a:lnTo>
                      <a:pt x="9466415" y="40640"/>
                    </a:lnTo>
                    <a:lnTo>
                      <a:pt x="9470415" y="41910"/>
                    </a:lnTo>
                    <a:lnTo>
                      <a:pt x="9469526" y="41910"/>
                    </a:lnTo>
                    <a:lnTo>
                      <a:pt x="9473438" y="43180"/>
                    </a:lnTo>
                    <a:lnTo>
                      <a:pt x="9472574" y="41910"/>
                    </a:lnTo>
                    <a:lnTo>
                      <a:pt x="9476384" y="44450"/>
                    </a:lnTo>
                    <a:lnTo>
                      <a:pt x="9475546" y="44450"/>
                    </a:lnTo>
                    <a:lnTo>
                      <a:pt x="9479255" y="45720"/>
                    </a:lnTo>
                    <a:lnTo>
                      <a:pt x="9478454" y="45720"/>
                    </a:lnTo>
                    <a:lnTo>
                      <a:pt x="9482049" y="46990"/>
                    </a:lnTo>
                    <a:lnTo>
                      <a:pt x="9481261" y="46990"/>
                    </a:lnTo>
                    <a:lnTo>
                      <a:pt x="9484754" y="49530"/>
                    </a:lnTo>
                    <a:lnTo>
                      <a:pt x="9484004" y="48260"/>
                    </a:lnTo>
                    <a:lnTo>
                      <a:pt x="9487370" y="50800"/>
                    </a:lnTo>
                    <a:lnTo>
                      <a:pt x="9486646" y="50800"/>
                    </a:lnTo>
                    <a:lnTo>
                      <a:pt x="9489897" y="53340"/>
                    </a:lnTo>
                    <a:lnTo>
                      <a:pt x="9489186" y="52070"/>
                    </a:lnTo>
                    <a:lnTo>
                      <a:pt x="9492310" y="54610"/>
                    </a:lnTo>
                    <a:lnTo>
                      <a:pt x="9491637" y="54610"/>
                    </a:lnTo>
                    <a:lnTo>
                      <a:pt x="9494634" y="57150"/>
                    </a:lnTo>
                    <a:lnTo>
                      <a:pt x="9493987" y="57150"/>
                    </a:lnTo>
                    <a:lnTo>
                      <a:pt x="9496831" y="59690"/>
                    </a:lnTo>
                    <a:lnTo>
                      <a:pt x="9496222" y="59690"/>
                    </a:lnTo>
                    <a:lnTo>
                      <a:pt x="9498927" y="62230"/>
                    </a:lnTo>
                    <a:lnTo>
                      <a:pt x="9498343" y="60960"/>
                    </a:lnTo>
                    <a:lnTo>
                      <a:pt x="9500908" y="64770"/>
                    </a:lnTo>
                    <a:lnTo>
                      <a:pt x="9500362" y="63500"/>
                    </a:lnTo>
                    <a:lnTo>
                      <a:pt x="9502750" y="67310"/>
                    </a:lnTo>
                    <a:lnTo>
                      <a:pt x="9502242" y="66040"/>
                    </a:lnTo>
                    <a:lnTo>
                      <a:pt x="9504477" y="69850"/>
                    </a:lnTo>
                    <a:lnTo>
                      <a:pt x="9504007" y="69850"/>
                    </a:lnTo>
                    <a:lnTo>
                      <a:pt x="9506077" y="72390"/>
                    </a:lnTo>
                    <a:lnTo>
                      <a:pt x="9505632" y="72390"/>
                    </a:lnTo>
                    <a:lnTo>
                      <a:pt x="9507537" y="76200"/>
                    </a:lnTo>
                    <a:lnTo>
                      <a:pt x="9507131" y="74930"/>
                    </a:lnTo>
                    <a:lnTo>
                      <a:pt x="9508858" y="78740"/>
                    </a:lnTo>
                    <a:lnTo>
                      <a:pt x="9508490" y="77470"/>
                    </a:lnTo>
                    <a:lnTo>
                      <a:pt x="9510027" y="81280"/>
                    </a:lnTo>
                    <a:lnTo>
                      <a:pt x="9509709" y="81280"/>
                    </a:lnTo>
                    <a:lnTo>
                      <a:pt x="9510611" y="83820"/>
                    </a:lnTo>
                    <a:lnTo>
                      <a:pt x="9510776" y="83820"/>
                    </a:lnTo>
                    <a:lnTo>
                      <a:pt x="9549892" y="83820"/>
                    </a:lnTo>
                    <a:lnTo>
                      <a:pt x="9548724" y="78740"/>
                    </a:lnTo>
                    <a:lnTo>
                      <a:pt x="9548368" y="77470"/>
                    </a:lnTo>
                    <a:lnTo>
                      <a:pt x="9547657" y="74930"/>
                    </a:lnTo>
                    <a:lnTo>
                      <a:pt x="9547301" y="73660"/>
                    </a:lnTo>
                    <a:lnTo>
                      <a:pt x="9545650" y="68580"/>
                    </a:lnTo>
                    <a:lnTo>
                      <a:pt x="9544698" y="66040"/>
                    </a:lnTo>
                    <a:lnTo>
                      <a:pt x="9543771" y="63500"/>
                    </a:lnTo>
                    <a:lnTo>
                      <a:pt x="9542716" y="60960"/>
                    </a:lnTo>
                    <a:lnTo>
                      <a:pt x="9541662" y="58420"/>
                    </a:lnTo>
                    <a:lnTo>
                      <a:pt x="9539338" y="54610"/>
                    </a:lnTo>
                    <a:lnTo>
                      <a:pt x="9538068" y="52070"/>
                    </a:lnTo>
                    <a:lnTo>
                      <a:pt x="9536798" y="49530"/>
                    </a:lnTo>
                    <a:lnTo>
                      <a:pt x="9535884" y="48260"/>
                    </a:lnTo>
                    <a:lnTo>
                      <a:pt x="9534068" y="45720"/>
                    </a:lnTo>
                    <a:lnTo>
                      <a:pt x="9531147" y="41910"/>
                    </a:lnTo>
                    <a:lnTo>
                      <a:pt x="9528023" y="38100"/>
                    </a:lnTo>
                    <a:lnTo>
                      <a:pt x="9526918" y="36830"/>
                    </a:lnTo>
                    <a:lnTo>
                      <a:pt x="9524721" y="34290"/>
                    </a:lnTo>
                    <a:lnTo>
                      <a:pt x="9505709" y="17780"/>
                    </a:lnTo>
                    <a:lnTo>
                      <a:pt x="9501441" y="13970"/>
                    </a:lnTo>
                    <a:lnTo>
                      <a:pt x="9497035" y="11430"/>
                    </a:lnTo>
                    <a:lnTo>
                      <a:pt x="9492501" y="10160"/>
                    </a:lnTo>
                    <a:lnTo>
                      <a:pt x="9487840" y="7620"/>
                    </a:lnTo>
                    <a:lnTo>
                      <a:pt x="9483065" y="6350"/>
                    </a:lnTo>
                    <a:lnTo>
                      <a:pt x="9478175" y="3810"/>
                    </a:lnTo>
                    <a:lnTo>
                      <a:pt x="9462910" y="0"/>
                    </a:lnTo>
                    <a:lnTo>
                      <a:pt x="6293421" y="0"/>
                    </a:lnTo>
                    <a:lnTo>
                      <a:pt x="6278156" y="3810"/>
                    </a:lnTo>
                    <a:lnTo>
                      <a:pt x="6273266" y="6350"/>
                    </a:lnTo>
                    <a:lnTo>
                      <a:pt x="6268491" y="7620"/>
                    </a:lnTo>
                    <a:lnTo>
                      <a:pt x="6263830" y="10160"/>
                    </a:lnTo>
                    <a:lnTo>
                      <a:pt x="6259296" y="11430"/>
                    </a:lnTo>
                    <a:lnTo>
                      <a:pt x="6254889" y="13970"/>
                    </a:lnTo>
                    <a:lnTo>
                      <a:pt x="6250622" y="17780"/>
                    </a:lnTo>
                    <a:lnTo>
                      <a:pt x="6246507" y="20320"/>
                    </a:lnTo>
                    <a:lnTo>
                      <a:pt x="6242545" y="22860"/>
                    </a:lnTo>
                    <a:lnTo>
                      <a:pt x="6216993" y="54610"/>
                    </a:lnTo>
                    <a:lnTo>
                      <a:pt x="6214669" y="58420"/>
                    </a:lnTo>
                    <a:lnTo>
                      <a:pt x="6204724" y="95250"/>
                    </a:lnTo>
                    <a:lnTo>
                      <a:pt x="6204585" y="455930"/>
                    </a:lnTo>
                    <a:lnTo>
                      <a:pt x="6204839" y="459740"/>
                    </a:lnTo>
                    <a:lnTo>
                      <a:pt x="6212560" y="488950"/>
                    </a:lnTo>
                    <a:lnTo>
                      <a:pt x="6214669" y="494030"/>
                    </a:lnTo>
                    <a:lnTo>
                      <a:pt x="6216993" y="499110"/>
                    </a:lnTo>
                    <a:lnTo>
                      <a:pt x="6219533" y="502920"/>
                    </a:lnTo>
                    <a:lnTo>
                      <a:pt x="6222263" y="508000"/>
                    </a:lnTo>
                    <a:lnTo>
                      <a:pt x="6242545" y="529590"/>
                    </a:lnTo>
                    <a:lnTo>
                      <a:pt x="6246507" y="533400"/>
                    </a:lnTo>
                    <a:lnTo>
                      <a:pt x="6298679" y="553720"/>
                    </a:lnTo>
                    <a:lnTo>
                      <a:pt x="7859433" y="553720"/>
                    </a:lnTo>
                    <a:lnTo>
                      <a:pt x="7859433" y="1536382"/>
                    </a:lnTo>
                    <a:lnTo>
                      <a:pt x="6720573" y="1536382"/>
                    </a:lnTo>
                    <a:lnTo>
                      <a:pt x="6774002" y="1505216"/>
                    </a:lnTo>
                    <a:lnTo>
                      <a:pt x="6776707" y="1503299"/>
                    </a:lnTo>
                    <a:lnTo>
                      <a:pt x="6783451" y="1488668"/>
                    </a:lnTo>
                    <a:lnTo>
                      <a:pt x="6783146" y="1485366"/>
                    </a:lnTo>
                    <a:lnTo>
                      <a:pt x="6764312" y="1469707"/>
                    </a:lnTo>
                    <a:lnTo>
                      <a:pt x="6761277" y="1469986"/>
                    </a:lnTo>
                    <a:lnTo>
                      <a:pt x="6761099" y="1469986"/>
                    </a:lnTo>
                    <a:lnTo>
                      <a:pt x="6758038" y="1470825"/>
                    </a:lnTo>
                    <a:lnTo>
                      <a:pt x="6754952" y="1472222"/>
                    </a:lnTo>
                    <a:lnTo>
                      <a:pt x="6612293" y="1555432"/>
                    </a:lnTo>
                    <a:lnTo>
                      <a:pt x="6754800" y="1638566"/>
                    </a:lnTo>
                    <a:lnTo>
                      <a:pt x="6757810" y="1639976"/>
                    </a:lnTo>
                    <a:lnTo>
                      <a:pt x="6761010" y="1640852"/>
                    </a:lnTo>
                    <a:lnTo>
                      <a:pt x="6764312" y="1641157"/>
                    </a:lnTo>
                    <a:lnTo>
                      <a:pt x="6767919" y="1640852"/>
                    </a:lnTo>
                    <a:lnTo>
                      <a:pt x="6767716" y="1640852"/>
                    </a:lnTo>
                    <a:lnTo>
                      <a:pt x="6770967" y="1639976"/>
                    </a:lnTo>
                    <a:lnTo>
                      <a:pt x="6783451" y="1622196"/>
                    </a:lnTo>
                    <a:lnTo>
                      <a:pt x="6783171" y="1618881"/>
                    </a:lnTo>
                    <a:lnTo>
                      <a:pt x="6720573" y="1574482"/>
                    </a:lnTo>
                    <a:lnTo>
                      <a:pt x="7897533" y="1574482"/>
                    </a:lnTo>
                    <a:lnTo>
                      <a:pt x="7897533" y="1555432"/>
                    </a:lnTo>
                    <a:lnTo>
                      <a:pt x="7897533" y="1536382"/>
                    </a:lnTo>
                    <a:lnTo>
                      <a:pt x="7897533" y="553720"/>
                    </a:lnTo>
                    <a:lnTo>
                      <a:pt x="9457652" y="553720"/>
                    </a:lnTo>
                    <a:lnTo>
                      <a:pt x="9497035" y="541020"/>
                    </a:lnTo>
                    <a:lnTo>
                      <a:pt x="9513786" y="529590"/>
                    </a:lnTo>
                    <a:lnTo>
                      <a:pt x="9517596" y="527050"/>
                    </a:lnTo>
                    <a:lnTo>
                      <a:pt x="9534741" y="506730"/>
                    </a:lnTo>
                    <a:lnTo>
                      <a:pt x="9536798" y="502920"/>
                    </a:lnTo>
                    <a:lnTo>
                      <a:pt x="9539338" y="499110"/>
                    </a:lnTo>
                    <a:lnTo>
                      <a:pt x="9540494" y="496570"/>
                    </a:lnTo>
                    <a:lnTo>
                      <a:pt x="9541662" y="494030"/>
                    </a:lnTo>
                    <a:lnTo>
                      <a:pt x="9543771" y="488950"/>
                    </a:lnTo>
                    <a:lnTo>
                      <a:pt x="9545015" y="486410"/>
                    </a:lnTo>
                    <a:lnTo>
                      <a:pt x="9545650" y="485140"/>
                    </a:lnTo>
                    <a:lnTo>
                      <a:pt x="9546057" y="483870"/>
                    </a:lnTo>
                    <a:lnTo>
                      <a:pt x="9546882" y="481330"/>
                    </a:lnTo>
                    <a:lnTo>
                      <a:pt x="9547301" y="480060"/>
                    </a:lnTo>
                    <a:lnTo>
                      <a:pt x="9548724" y="474980"/>
                    </a:lnTo>
                    <a:lnTo>
                      <a:pt x="9549308" y="472440"/>
                    </a:lnTo>
                    <a:lnTo>
                      <a:pt x="9549892" y="469900"/>
                    </a:lnTo>
                    <a:lnTo>
                      <a:pt x="9550578" y="466090"/>
                    </a:lnTo>
                    <a:lnTo>
                      <a:pt x="9550819" y="464820"/>
                    </a:lnTo>
                    <a:lnTo>
                      <a:pt x="9551492" y="459740"/>
                    </a:lnTo>
                    <a:lnTo>
                      <a:pt x="9551568" y="458470"/>
                    </a:lnTo>
                    <a:lnTo>
                      <a:pt x="9551733" y="45593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</p:grp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1E655F8-F9A5-4BC8-991F-3676B867CA59}"/>
                </a:ext>
              </a:extLst>
            </p:cNvPr>
            <p:cNvSpPr/>
            <p:nvPr/>
          </p:nvSpPr>
          <p:spPr>
            <a:xfrm>
              <a:off x="2828923" y="3814762"/>
              <a:ext cx="1620503" cy="216889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3E17D94-2B63-45F3-AA86-D585B77CF952}"/>
                </a:ext>
              </a:extLst>
            </p:cNvPr>
            <p:cNvSpPr/>
            <p:nvPr/>
          </p:nvSpPr>
          <p:spPr>
            <a:xfrm>
              <a:off x="7647319" y="3814762"/>
              <a:ext cx="1620503" cy="216889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065F23A-1296-403C-ACE1-5CECFBC40887}"/>
                </a:ext>
              </a:extLst>
            </p:cNvPr>
            <p:cNvSpPr/>
            <p:nvPr/>
          </p:nvSpPr>
          <p:spPr>
            <a:xfrm>
              <a:off x="2790826" y="4203659"/>
              <a:ext cx="741365" cy="354053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061B9F8-DFD9-491D-93A1-47CC1C8F5400}"/>
                </a:ext>
              </a:extLst>
            </p:cNvPr>
            <p:cNvSpPr/>
            <p:nvPr/>
          </p:nvSpPr>
          <p:spPr>
            <a:xfrm>
              <a:off x="7869235" y="4203659"/>
              <a:ext cx="741365" cy="354053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7613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F61E65-C97D-4484-AE0B-CC0B3596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Setup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3B9A0F-80E4-4ACE-9C84-326F8F139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7429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2400" b="1" u="sng" dirty="0">
                <a:solidFill>
                  <a:schemeClr val="accent1">
                    <a:lumMod val="75000"/>
                  </a:schemeClr>
                </a:solidFill>
              </a:rPr>
              <a:t>Baselines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2400" b="1" u="sng" dirty="0"/>
              <a:t>OnDemand-RPC</a:t>
            </a:r>
            <a:r>
              <a:rPr lang="en-US" altLang="ko-KR" sz="2400" b="1" dirty="0"/>
              <a:t> </a:t>
            </a:r>
            <a:r>
              <a:rPr lang="en-US" altLang="ko-KR" sz="2400" dirty="0"/>
              <a:t>(</a:t>
            </a:r>
            <a:r>
              <a:rPr lang="en-US" altLang="ko-KR" sz="2400" dirty="0" err="1"/>
              <a:t>CoRM</a:t>
            </a:r>
            <a:r>
              <a:rPr lang="en-US" altLang="ko-KR" sz="2400" dirty="0"/>
              <a:t> [SIGMOD’21])</a:t>
            </a:r>
            <a:endParaRPr lang="en-US" altLang="ko-KR" sz="2400" b="1" u="sng" dirty="0"/>
          </a:p>
          <a:p>
            <a:pPr lvl="1"/>
            <a:r>
              <a:rPr lang="en-US" altLang="ko-KR" sz="2000" dirty="0"/>
              <a:t>On-demand MR registration</a:t>
            </a:r>
          </a:p>
          <a:p>
            <a:pPr lvl="1"/>
            <a:r>
              <a:rPr lang="en-US" altLang="ko-KR" sz="2000" dirty="0"/>
              <a:t>RPC allocation</a:t>
            </a:r>
          </a:p>
          <a:p>
            <a:pPr lvl="1"/>
            <a:endParaRPr lang="en-US" altLang="ko-KR" sz="200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2400" b="1" u="sng" dirty="0" err="1"/>
              <a:t>Premmap</a:t>
            </a:r>
            <a:r>
              <a:rPr lang="en-US" altLang="ko-KR" sz="2400" b="1" u="sng" dirty="0"/>
              <a:t>-RPC</a:t>
            </a:r>
            <a:r>
              <a:rPr lang="en-US" altLang="ko-KR" sz="2400" b="1" dirty="0"/>
              <a:t> </a:t>
            </a:r>
            <a:r>
              <a:rPr lang="en-US" altLang="ko-KR" sz="2400" dirty="0"/>
              <a:t>(FUSEE [FAST’23])</a:t>
            </a:r>
          </a:p>
          <a:p>
            <a:pPr lvl="1"/>
            <a:r>
              <a:rPr lang="en-US" altLang="ko-KR" sz="2000" dirty="0"/>
              <a:t>Pre-registered MR</a:t>
            </a:r>
          </a:p>
          <a:p>
            <a:pPr lvl="1"/>
            <a:r>
              <a:rPr lang="en-US" altLang="ko-KR" sz="2000" dirty="0"/>
              <a:t>RPC allocation</a:t>
            </a:r>
          </a:p>
          <a:p>
            <a:pPr lvl="1"/>
            <a:endParaRPr lang="en-US" altLang="ko-KR" sz="200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2400" b="1" u="sng" dirty="0" err="1"/>
              <a:t>Premmap</a:t>
            </a:r>
            <a:r>
              <a:rPr lang="en-US" altLang="ko-KR" sz="2400" b="1" u="sng" dirty="0"/>
              <a:t>-One-sided</a:t>
            </a:r>
            <a:r>
              <a:rPr lang="en-US" altLang="ko-KR" sz="2400" b="1" dirty="0"/>
              <a:t> </a:t>
            </a:r>
            <a:r>
              <a:rPr lang="en-US" altLang="ko-KR" sz="2400" dirty="0"/>
              <a:t>(CXL-SHM [SOSP’24])</a:t>
            </a:r>
          </a:p>
          <a:p>
            <a:pPr lvl="1"/>
            <a:r>
              <a:rPr lang="en-US" altLang="ko-KR" sz="2000" dirty="0"/>
              <a:t>Pre-registered MR</a:t>
            </a:r>
          </a:p>
          <a:p>
            <a:pPr lvl="1"/>
            <a:r>
              <a:rPr lang="en-US" altLang="ko-KR" sz="2000" dirty="0"/>
              <a:t>Array-based one-sided allocation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22864F-73CA-405E-93E2-7866D11C6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5785F-03E5-4644-BF66-1A54DD2B6FEE}"/>
              </a:ext>
            </a:extLst>
          </p:cNvPr>
          <p:cNvSpPr txBox="1"/>
          <p:nvPr/>
        </p:nvSpPr>
        <p:spPr>
          <a:xfrm>
            <a:off x="838200" y="291955"/>
            <a:ext cx="10752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</a:rPr>
              <a:t>Evaluation</a:t>
            </a:r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828416E2-0155-4223-896B-28BAC3867E39}"/>
              </a:ext>
            </a:extLst>
          </p:cNvPr>
          <p:cNvGrpSpPr/>
          <p:nvPr/>
        </p:nvGrpSpPr>
        <p:grpSpPr>
          <a:xfrm>
            <a:off x="6574002" y="1988604"/>
            <a:ext cx="4606290" cy="2038985"/>
            <a:chOff x="6574002" y="1988604"/>
            <a:chExt cx="4606290" cy="2038985"/>
          </a:xfrm>
        </p:grpSpPr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D09B0701-6326-499B-BEE8-2F454B543C1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6416" y="3559286"/>
              <a:ext cx="873229" cy="467898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E7C8269-AA50-4DA5-B97A-85A8710811F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2543" y="2157069"/>
              <a:ext cx="554949" cy="870508"/>
            </a:xfrm>
            <a:prstGeom prst="rect">
              <a:avLst/>
            </a:prstGeom>
          </p:spPr>
        </p:pic>
        <p:pic>
          <p:nvPicPr>
            <p:cNvPr id="9" name="object 7">
              <a:extLst>
                <a:ext uri="{FF2B5EF4-FFF2-40B4-BE49-F238E27FC236}">
                  <a16:creationId xmlns:a16="http://schemas.microsoft.com/office/drawing/2014/main" id="{594E55A4-E68F-4828-8CDA-D459452EBE7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04083" y="2157069"/>
              <a:ext cx="554949" cy="870508"/>
            </a:xfrm>
            <a:prstGeom prst="rect">
              <a:avLst/>
            </a:prstGeom>
          </p:spPr>
        </p:pic>
        <p:pic>
          <p:nvPicPr>
            <p:cNvPr id="10" name="object 8">
              <a:extLst>
                <a:ext uri="{FF2B5EF4-FFF2-40B4-BE49-F238E27FC236}">
                  <a16:creationId xmlns:a16="http://schemas.microsoft.com/office/drawing/2014/main" id="{0A5FD28A-CAD2-4CCD-B9AF-6B7076D1D73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53051" y="2157069"/>
              <a:ext cx="554949" cy="870508"/>
            </a:xfrm>
            <a:prstGeom prst="rect">
              <a:avLst/>
            </a:prstGeom>
          </p:spPr>
        </p:pic>
        <p:pic>
          <p:nvPicPr>
            <p:cNvPr id="11" name="object 9">
              <a:extLst>
                <a:ext uri="{FF2B5EF4-FFF2-40B4-BE49-F238E27FC236}">
                  <a16:creationId xmlns:a16="http://schemas.microsoft.com/office/drawing/2014/main" id="{01A994D6-0B6E-4288-881F-67650CDB568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58308" y="2157069"/>
              <a:ext cx="554949" cy="870508"/>
            </a:xfrm>
            <a:prstGeom prst="rect">
              <a:avLst/>
            </a:prstGeom>
          </p:spPr>
        </p:pic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FE690AF9-36D0-45B1-B8B9-2DDB2251BB62}"/>
                </a:ext>
              </a:extLst>
            </p:cNvPr>
            <p:cNvSpPr/>
            <p:nvPr/>
          </p:nvSpPr>
          <p:spPr>
            <a:xfrm>
              <a:off x="6574002" y="1988604"/>
              <a:ext cx="4606290" cy="1154430"/>
            </a:xfrm>
            <a:custGeom>
              <a:avLst/>
              <a:gdLst/>
              <a:ahLst/>
              <a:cxnLst/>
              <a:rect l="l" t="t" r="r" b="b"/>
              <a:pathLst>
                <a:path w="4606290" h="1154430">
                  <a:moveTo>
                    <a:pt x="2552" y="989037"/>
                  </a:moveTo>
                  <a:lnTo>
                    <a:pt x="0" y="906729"/>
                  </a:lnTo>
                  <a:lnTo>
                    <a:pt x="12700" y="906729"/>
                  </a:lnTo>
                  <a:lnTo>
                    <a:pt x="12778" y="962609"/>
                  </a:lnTo>
                  <a:lnTo>
                    <a:pt x="12932" y="966838"/>
                  </a:lnTo>
                  <a:lnTo>
                    <a:pt x="13641" y="976185"/>
                  </a:lnTo>
                  <a:lnTo>
                    <a:pt x="13665" y="976503"/>
                  </a:lnTo>
                  <a:lnTo>
                    <a:pt x="13823" y="977633"/>
                  </a:lnTo>
                  <a:lnTo>
                    <a:pt x="14806" y="985393"/>
                  </a:lnTo>
                  <a:lnTo>
                    <a:pt x="14846" y="985710"/>
                  </a:lnTo>
                  <a:lnTo>
                    <a:pt x="15049" y="986802"/>
                  </a:lnTo>
                  <a:lnTo>
                    <a:pt x="2552" y="989037"/>
                  </a:lnTo>
                  <a:close/>
                </a:path>
                <a:path w="4606290" h="1154430">
                  <a:moveTo>
                    <a:pt x="12700" y="868629"/>
                  </a:moveTo>
                  <a:lnTo>
                    <a:pt x="0" y="868629"/>
                  </a:lnTo>
                  <a:lnTo>
                    <a:pt x="0" y="817829"/>
                  </a:lnTo>
                  <a:lnTo>
                    <a:pt x="12700" y="817829"/>
                  </a:lnTo>
                  <a:lnTo>
                    <a:pt x="12700" y="868629"/>
                  </a:lnTo>
                  <a:close/>
                </a:path>
                <a:path w="4606290" h="1154430">
                  <a:moveTo>
                    <a:pt x="12700" y="779729"/>
                  </a:moveTo>
                  <a:lnTo>
                    <a:pt x="0" y="779729"/>
                  </a:lnTo>
                  <a:lnTo>
                    <a:pt x="0" y="728929"/>
                  </a:lnTo>
                  <a:lnTo>
                    <a:pt x="12700" y="728929"/>
                  </a:lnTo>
                  <a:lnTo>
                    <a:pt x="12700" y="779729"/>
                  </a:lnTo>
                  <a:close/>
                </a:path>
                <a:path w="4606290" h="1154430">
                  <a:moveTo>
                    <a:pt x="12700" y="690829"/>
                  </a:moveTo>
                  <a:lnTo>
                    <a:pt x="0" y="690829"/>
                  </a:lnTo>
                  <a:lnTo>
                    <a:pt x="0" y="640029"/>
                  </a:lnTo>
                  <a:lnTo>
                    <a:pt x="12700" y="640029"/>
                  </a:lnTo>
                  <a:lnTo>
                    <a:pt x="12700" y="690829"/>
                  </a:lnTo>
                  <a:close/>
                </a:path>
                <a:path w="4606290" h="1154430">
                  <a:moveTo>
                    <a:pt x="12700" y="601929"/>
                  </a:moveTo>
                  <a:lnTo>
                    <a:pt x="0" y="601929"/>
                  </a:lnTo>
                  <a:lnTo>
                    <a:pt x="0" y="551129"/>
                  </a:lnTo>
                  <a:lnTo>
                    <a:pt x="12700" y="551129"/>
                  </a:lnTo>
                  <a:lnTo>
                    <a:pt x="12700" y="601929"/>
                  </a:lnTo>
                  <a:close/>
                </a:path>
                <a:path w="4606290" h="1154430">
                  <a:moveTo>
                    <a:pt x="12700" y="513029"/>
                  </a:moveTo>
                  <a:lnTo>
                    <a:pt x="0" y="513029"/>
                  </a:lnTo>
                  <a:lnTo>
                    <a:pt x="0" y="462229"/>
                  </a:lnTo>
                  <a:lnTo>
                    <a:pt x="12700" y="462229"/>
                  </a:lnTo>
                  <a:lnTo>
                    <a:pt x="12700" y="513029"/>
                  </a:lnTo>
                  <a:close/>
                </a:path>
                <a:path w="4606290" h="1154430">
                  <a:moveTo>
                    <a:pt x="12700" y="424129"/>
                  </a:moveTo>
                  <a:lnTo>
                    <a:pt x="0" y="424129"/>
                  </a:lnTo>
                  <a:lnTo>
                    <a:pt x="0" y="373329"/>
                  </a:lnTo>
                  <a:lnTo>
                    <a:pt x="12700" y="373329"/>
                  </a:lnTo>
                  <a:lnTo>
                    <a:pt x="12700" y="424129"/>
                  </a:lnTo>
                  <a:close/>
                </a:path>
                <a:path w="4606290" h="1154430">
                  <a:moveTo>
                    <a:pt x="12700" y="335229"/>
                  </a:moveTo>
                  <a:lnTo>
                    <a:pt x="0" y="335229"/>
                  </a:lnTo>
                  <a:lnTo>
                    <a:pt x="0" y="284429"/>
                  </a:lnTo>
                  <a:lnTo>
                    <a:pt x="12700" y="284429"/>
                  </a:lnTo>
                  <a:lnTo>
                    <a:pt x="12700" y="335229"/>
                  </a:lnTo>
                  <a:close/>
                </a:path>
                <a:path w="4606290" h="1154430">
                  <a:moveTo>
                    <a:pt x="12700" y="246329"/>
                  </a:moveTo>
                  <a:lnTo>
                    <a:pt x="0" y="246329"/>
                  </a:lnTo>
                  <a:lnTo>
                    <a:pt x="12" y="195453"/>
                  </a:lnTo>
                  <a:lnTo>
                    <a:pt x="12712" y="195618"/>
                  </a:lnTo>
                  <a:lnTo>
                    <a:pt x="12700" y="246329"/>
                  </a:lnTo>
                  <a:close/>
                </a:path>
                <a:path w="4606290" h="1154430">
                  <a:moveTo>
                    <a:pt x="16535" y="159131"/>
                  </a:moveTo>
                  <a:lnTo>
                    <a:pt x="4152" y="156273"/>
                  </a:lnTo>
                  <a:lnTo>
                    <a:pt x="6184" y="147472"/>
                  </a:lnTo>
                  <a:lnTo>
                    <a:pt x="8839" y="138137"/>
                  </a:lnTo>
                  <a:lnTo>
                    <a:pt x="11925" y="129006"/>
                  </a:lnTo>
                  <a:lnTo>
                    <a:pt x="15455" y="120065"/>
                  </a:lnTo>
                  <a:lnTo>
                    <a:pt x="19392" y="111366"/>
                  </a:lnTo>
                  <a:lnTo>
                    <a:pt x="21589" y="107073"/>
                  </a:lnTo>
                  <a:lnTo>
                    <a:pt x="32892" y="112864"/>
                  </a:lnTo>
                  <a:lnTo>
                    <a:pt x="30759" y="117017"/>
                  </a:lnTo>
                  <a:lnTo>
                    <a:pt x="27089" y="125158"/>
                  </a:lnTo>
                  <a:lnTo>
                    <a:pt x="23915" y="133223"/>
                  </a:lnTo>
                  <a:lnTo>
                    <a:pt x="23799" y="133515"/>
                  </a:lnTo>
                  <a:lnTo>
                    <a:pt x="21020" y="141757"/>
                  </a:lnTo>
                  <a:lnTo>
                    <a:pt x="20916" y="142062"/>
                  </a:lnTo>
                  <a:lnTo>
                    <a:pt x="18539" y="150482"/>
                  </a:lnTo>
                  <a:lnTo>
                    <a:pt x="18480" y="150676"/>
                  </a:lnTo>
                  <a:lnTo>
                    <a:pt x="16535" y="159131"/>
                  </a:lnTo>
                  <a:close/>
                </a:path>
                <a:path w="4606290" h="1154430">
                  <a:moveTo>
                    <a:pt x="52870" y="81940"/>
                  </a:moveTo>
                  <a:lnTo>
                    <a:pt x="42887" y="74104"/>
                  </a:lnTo>
                  <a:lnTo>
                    <a:pt x="44894" y="71539"/>
                  </a:lnTo>
                  <a:lnTo>
                    <a:pt x="51066" y="64414"/>
                  </a:lnTo>
                  <a:lnTo>
                    <a:pt x="80746" y="37795"/>
                  </a:lnTo>
                  <a:lnTo>
                    <a:pt x="88112" y="48145"/>
                  </a:lnTo>
                  <a:lnTo>
                    <a:pt x="86448" y="49326"/>
                  </a:lnTo>
                  <a:lnTo>
                    <a:pt x="79501" y="54787"/>
                  </a:lnTo>
                  <a:lnTo>
                    <a:pt x="72834" y="60579"/>
                  </a:lnTo>
                  <a:lnTo>
                    <a:pt x="66459" y="66675"/>
                  </a:lnTo>
                  <a:lnTo>
                    <a:pt x="60363" y="73063"/>
                  </a:lnTo>
                  <a:lnTo>
                    <a:pt x="54597" y="79743"/>
                  </a:lnTo>
                  <a:lnTo>
                    <a:pt x="52870" y="81940"/>
                  </a:lnTo>
                  <a:close/>
                </a:path>
                <a:path w="4606290" h="1154430">
                  <a:moveTo>
                    <a:pt x="119837" y="29502"/>
                  </a:moveTo>
                  <a:lnTo>
                    <a:pt x="156984" y="4000"/>
                  </a:lnTo>
                  <a:lnTo>
                    <a:pt x="164528" y="2654"/>
                  </a:lnTo>
                  <a:lnTo>
                    <a:pt x="166763" y="15151"/>
                  </a:lnTo>
                  <a:lnTo>
                    <a:pt x="159727" y="16408"/>
                  </a:lnTo>
                  <a:lnTo>
                    <a:pt x="150812" y="18453"/>
                  </a:lnTo>
                  <a:lnTo>
                    <a:pt x="142070" y="20929"/>
                  </a:lnTo>
                  <a:lnTo>
                    <a:pt x="133523" y="23812"/>
                  </a:lnTo>
                  <a:lnTo>
                    <a:pt x="125189" y="27089"/>
                  </a:lnTo>
                  <a:lnTo>
                    <a:pt x="119837" y="29502"/>
                  </a:lnTo>
                  <a:close/>
                </a:path>
                <a:path w="4606290" h="1154430">
                  <a:moveTo>
                    <a:pt x="254406" y="12700"/>
                  </a:moveTo>
                  <a:lnTo>
                    <a:pt x="203606" y="12700"/>
                  </a:lnTo>
                  <a:lnTo>
                    <a:pt x="203606" y="0"/>
                  </a:lnTo>
                  <a:lnTo>
                    <a:pt x="254406" y="0"/>
                  </a:lnTo>
                  <a:lnTo>
                    <a:pt x="254406" y="12700"/>
                  </a:lnTo>
                  <a:close/>
                </a:path>
                <a:path w="4606290" h="1154430">
                  <a:moveTo>
                    <a:pt x="343306" y="12700"/>
                  </a:moveTo>
                  <a:lnTo>
                    <a:pt x="292506" y="12700"/>
                  </a:lnTo>
                  <a:lnTo>
                    <a:pt x="292506" y="0"/>
                  </a:lnTo>
                  <a:lnTo>
                    <a:pt x="343306" y="0"/>
                  </a:lnTo>
                  <a:lnTo>
                    <a:pt x="343306" y="12700"/>
                  </a:lnTo>
                  <a:close/>
                </a:path>
                <a:path w="4606290" h="1154430">
                  <a:moveTo>
                    <a:pt x="432206" y="12700"/>
                  </a:moveTo>
                  <a:lnTo>
                    <a:pt x="381406" y="12700"/>
                  </a:lnTo>
                  <a:lnTo>
                    <a:pt x="381406" y="0"/>
                  </a:lnTo>
                  <a:lnTo>
                    <a:pt x="432206" y="0"/>
                  </a:lnTo>
                  <a:lnTo>
                    <a:pt x="432206" y="12700"/>
                  </a:lnTo>
                  <a:close/>
                </a:path>
                <a:path w="4606290" h="1154430">
                  <a:moveTo>
                    <a:pt x="521106" y="12700"/>
                  </a:moveTo>
                  <a:lnTo>
                    <a:pt x="470306" y="12700"/>
                  </a:lnTo>
                  <a:lnTo>
                    <a:pt x="470306" y="0"/>
                  </a:lnTo>
                  <a:lnTo>
                    <a:pt x="521106" y="0"/>
                  </a:lnTo>
                  <a:lnTo>
                    <a:pt x="521106" y="12700"/>
                  </a:lnTo>
                  <a:close/>
                </a:path>
                <a:path w="4606290" h="1154430">
                  <a:moveTo>
                    <a:pt x="610006" y="12700"/>
                  </a:moveTo>
                  <a:lnTo>
                    <a:pt x="559206" y="12700"/>
                  </a:lnTo>
                  <a:lnTo>
                    <a:pt x="559206" y="0"/>
                  </a:lnTo>
                  <a:lnTo>
                    <a:pt x="610006" y="0"/>
                  </a:lnTo>
                  <a:lnTo>
                    <a:pt x="610006" y="12700"/>
                  </a:lnTo>
                  <a:close/>
                </a:path>
                <a:path w="4606290" h="1154430">
                  <a:moveTo>
                    <a:pt x="698906" y="12700"/>
                  </a:moveTo>
                  <a:lnTo>
                    <a:pt x="648106" y="12700"/>
                  </a:lnTo>
                  <a:lnTo>
                    <a:pt x="648106" y="0"/>
                  </a:lnTo>
                  <a:lnTo>
                    <a:pt x="698906" y="0"/>
                  </a:lnTo>
                  <a:lnTo>
                    <a:pt x="698906" y="12700"/>
                  </a:lnTo>
                  <a:close/>
                </a:path>
                <a:path w="4606290" h="1154430">
                  <a:moveTo>
                    <a:pt x="787806" y="12700"/>
                  </a:moveTo>
                  <a:lnTo>
                    <a:pt x="737006" y="12700"/>
                  </a:lnTo>
                  <a:lnTo>
                    <a:pt x="737006" y="0"/>
                  </a:lnTo>
                  <a:lnTo>
                    <a:pt x="787806" y="0"/>
                  </a:lnTo>
                  <a:lnTo>
                    <a:pt x="787806" y="12700"/>
                  </a:lnTo>
                  <a:close/>
                </a:path>
                <a:path w="4606290" h="1154430">
                  <a:moveTo>
                    <a:pt x="876706" y="12700"/>
                  </a:moveTo>
                  <a:lnTo>
                    <a:pt x="825906" y="12700"/>
                  </a:lnTo>
                  <a:lnTo>
                    <a:pt x="825906" y="0"/>
                  </a:lnTo>
                  <a:lnTo>
                    <a:pt x="876706" y="0"/>
                  </a:lnTo>
                  <a:lnTo>
                    <a:pt x="876706" y="12700"/>
                  </a:lnTo>
                  <a:close/>
                </a:path>
                <a:path w="4606290" h="1154430">
                  <a:moveTo>
                    <a:pt x="965606" y="12700"/>
                  </a:moveTo>
                  <a:lnTo>
                    <a:pt x="914806" y="12700"/>
                  </a:lnTo>
                  <a:lnTo>
                    <a:pt x="914806" y="0"/>
                  </a:lnTo>
                  <a:lnTo>
                    <a:pt x="965606" y="0"/>
                  </a:lnTo>
                  <a:lnTo>
                    <a:pt x="965606" y="12700"/>
                  </a:lnTo>
                  <a:close/>
                </a:path>
                <a:path w="4606290" h="1154430">
                  <a:moveTo>
                    <a:pt x="1054506" y="12700"/>
                  </a:moveTo>
                  <a:lnTo>
                    <a:pt x="1003706" y="12700"/>
                  </a:lnTo>
                  <a:lnTo>
                    <a:pt x="1003706" y="0"/>
                  </a:lnTo>
                  <a:lnTo>
                    <a:pt x="1054506" y="0"/>
                  </a:lnTo>
                  <a:lnTo>
                    <a:pt x="1054506" y="12700"/>
                  </a:lnTo>
                  <a:close/>
                </a:path>
                <a:path w="4606290" h="1154430">
                  <a:moveTo>
                    <a:pt x="1143406" y="12700"/>
                  </a:moveTo>
                  <a:lnTo>
                    <a:pt x="1092606" y="12700"/>
                  </a:lnTo>
                  <a:lnTo>
                    <a:pt x="1092606" y="0"/>
                  </a:lnTo>
                  <a:lnTo>
                    <a:pt x="1143406" y="0"/>
                  </a:lnTo>
                  <a:lnTo>
                    <a:pt x="1143406" y="12700"/>
                  </a:lnTo>
                  <a:close/>
                </a:path>
                <a:path w="4606290" h="1154430">
                  <a:moveTo>
                    <a:pt x="1232306" y="12700"/>
                  </a:moveTo>
                  <a:lnTo>
                    <a:pt x="1181506" y="12700"/>
                  </a:lnTo>
                  <a:lnTo>
                    <a:pt x="1181506" y="0"/>
                  </a:lnTo>
                  <a:lnTo>
                    <a:pt x="1232306" y="0"/>
                  </a:lnTo>
                  <a:lnTo>
                    <a:pt x="1232306" y="12700"/>
                  </a:lnTo>
                  <a:close/>
                </a:path>
                <a:path w="4606290" h="1154430">
                  <a:moveTo>
                    <a:pt x="1321206" y="12700"/>
                  </a:moveTo>
                  <a:lnTo>
                    <a:pt x="1270406" y="12700"/>
                  </a:lnTo>
                  <a:lnTo>
                    <a:pt x="1270406" y="0"/>
                  </a:lnTo>
                  <a:lnTo>
                    <a:pt x="1321206" y="0"/>
                  </a:lnTo>
                  <a:lnTo>
                    <a:pt x="1321206" y="12700"/>
                  </a:lnTo>
                  <a:close/>
                </a:path>
                <a:path w="4606290" h="1154430">
                  <a:moveTo>
                    <a:pt x="1410106" y="12700"/>
                  </a:moveTo>
                  <a:lnTo>
                    <a:pt x="1359306" y="12700"/>
                  </a:lnTo>
                  <a:lnTo>
                    <a:pt x="1359306" y="0"/>
                  </a:lnTo>
                  <a:lnTo>
                    <a:pt x="1410106" y="0"/>
                  </a:lnTo>
                  <a:lnTo>
                    <a:pt x="1410106" y="12700"/>
                  </a:lnTo>
                  <a:close/>
                </a:path>
                <a:path w="4606290" h="1154430">
                  <a:moveTo>
                    <a:pt x="1499006" y="12700"/>
                  </a:moveTo>
                  <a:lnTo>
                    <a:pt x="1448206" y="12700"/>
                  </a:lnTo>
                  <a:lnTo>
                    <a:pt x="1448206" y="0"/>
                  </a:lnTo>
                  <a:lnTo>
                    <a:pt x="1499006" y="0"/>
                  </a:lnTo>
                  <a:lnTo>
                    <a:pt x="1499006" y="12700"/>
                  </a:lnTo>
                  <a:close/>
                </a:path>
                <a:path w="4606290" h="1154430">
                  <a:moveTo>
                    <a:pt x="1587906" y="12700"/>
                  </a:moveTo>
                  <a:lnTo>
                    <a:pt x="1537106" y="12700"/>
                  </a:lnTo>
                  <a:lnTo>
                    <a:pt x="1537106" y="0"/>
                  </a:lnTo>
                  <a:lnTo>
                    <a:pt x="1587906" y="0"/>
                  </a:lnTo>
                  <a:lnTo>
                    <a:pt x="1587906" y="12700"/>
                  </a:lnTo>
                  <a:close/>
                </a:path>
                <a:path w="4606290" h="1154430">
                  <a:moveTo>
                    <a:pt x="1676806" y="12700"/>
                  </a:moveTo>
                  <a:lnTo>
                    <a:pt x="1626006" y="12700"/>
                  </a:lnTo>
                  <a:lnTo>
                    <a:pt x="1626006" y="0"/>
                  </a:lnTo>
                  <a:lnTo>
                    <a:pt x="1676806" y="0"/>
                  </a:lnTo>
                  <a:lnTo>
                    <a:pt x="1676806" y="12700"/>
                  </a:lnTo>
                  <a:close/>
                </a:path>
                <a:path w="4606290" h="1154430">
                  <a:moveTo>
                    <a:pt x="1765706" y="12700"/>
                  </a:moveTo>
                  <a:lnTo>
                    <a:pt x="1714906" y="12700"/>
                  </a:lnTo>
                  <a:lnTo>
                    <a:pt x="1714906" y="0"/>
                  </a:lnTo>
                  <a:lnTo>
                    <a:pt x="1765706" y="0"/>
                  </a:lnTo>
                  <a:lnTo>
                    <a:pt x="1765706" y="12700"/>
                  </a:lnTo>
                  <a:close/>
                </a:path>
                <a:path w="4606290" h="1154430">
                  <a:moveTo>
                    <a:pt x="1854606" y="12700"/>
                  </a:moveTo>
                  <a:lnTo>
                    <a:pt x="1803806" y="12700"/>
                  </a:lnTo>
                  <a:lnTo>
                    <a:pt x="1803806" y="0"/>
                  </a:lnTo>
                  <a:lnTo>
                    <a:pt x="1854606" y="0"/>
                  </a:lnTo>
                  <a:lnTo>
                    <a:pt x="1854606" y="12700"/>
                  </a:lnTo>
                  <a:close/>
                </a:path>
                <a:path w="4606290" h="1154430">
                  <a:moveTo>
                    <a:pt x="1943506" y="12700"/>
                  </a:moveTo>
                  <a:lnTo>
                    <a:pt x="1892706" y="12700"/>
                  </a:lnTo>
                  <a:lnTo>
                    <a:pt x="1892706" y="0"/>
                  </a:lnTo>
                  <a:lnTo>
                    <a:pt x="1943506" y="0"/>
                  </a:lnTo>
                  <a:lnTo>
                    <a:pt x="1943506" y="12700"/>
                  </a:lnTo>
                  <a:close/>
                </a:path>
                <a:path w="4606290" h="1154430">
                  <a:moveTo>
                    <a:pt x="2032406" y="12700"/>
                  </a:moveTo>
                  <a:lnTo>
                    <a:pt x="1981606" y="12700"/>
                  </a:lnTo>
                  <a:lnTo>
                    <a:pt x="1981606" y="0"/>
                  </a:lnTo>
                  <a:lnTo>
                    <a:pt x="2032406" y="0"/>
                  </a:lnTo>
                  <a:lnTo>
                    <a:pt x="2032406" y="12700"/>
                  </a:lnTo>
                  <a:close/>
                </a:path>
                <a:path w="4606290" h="1154430">
                  <a:moveTo>
                    <a:pt x="2121306" y="12700"/>
                  </a:moveTo>
                  <a:lnTo>
                    <a:pt x="2070506" y="12700"/>
                  </a:lnTo>
                  <a:lnTo>
                    <a:pt x="2070506" y="0"/>
                  </a:lnTo>
                  <a:lnTo>
                    <a:pt x="2121306" y="0"/>
                  </a:lnTo>
                  <a:lnTo>
                    <a:pt x="2121306" y="12700"/>
                  </a:lnTo>
                  <a:close/>
                </a:path>
                <a:path w="4606290" h="1154430">
                  <a:moveTo>
                    <a:pt x="2210206" y="12700"/>
                  </a:moveTo>
                  <a:lnTo>
                    <a:pt x="2159406" y="12700"/>
                  </a:lnTo>
                  <a:lnTo>
                    <a:pt x="2159406" y="0"/>
                  </a:lnTo>
                  <a:lnTo>
                    <a:pt x="2210206" y="0"/>
                  </a:lnTo>
                  <a:lnTo>
                    <a:pt x="2210206" y="12700"/>
                  </a:lnTo>
                  <a:close/>
                </a:path>
                <a:path w="4606290" h="1154430">
                  <a:moveTo>
                    <a:pt x="2299106" y="12700"/>
                  </a:moveTo>
                  <a:lnTo>
                    <a:pt x="2248306" y="12700"/>
                  </a:lnTo>
                  <a:lnTo>
                    <a:pt x="2248306" y="0"/>
                  </a:lnTo>
                  <a:lnTo>
                    <a:pt x="2299106" y="0"/>
                  </a:lnTo>
                  <a:lnTo>
                    <a:pt x="2299106" y="12700"/>
                  </a:lnTo>
                  <a:close/>
                </a:path>
                <a:path w="4606290" h="1154430">
                  <a:moveTo>
                    <a:pt x="2388006" y="12700"/>
                  </a:moveTo>
                  <a:lnTo>
                    <a:pt x="2337206" y="12700"/>
                  </a:lnTo>
                  <a:lnTo>
                    <a:pt x="2337206" y="0"/>
                  </a:lnTo>
                  <a:lnTo>
                    <a:pt x="2388006" y="0"/>
                  </a:lnTo>
                  <a:lnTo>
                    <a:pt x="2388006" y="12700"/>
                  </a:lnTo>
                  <a:close/>
                </a:path>
                <a:path w="4606290" h="1154430">
                  <a:moveTo>
                    <a:pt x="2476906" y="12700"/>
                  </a:moveTo>
                  <a:lnTo>
                    <a:pt x="2426106" y="12700"/>
                  </a:lnTo>
                  <a:lnTo>
                    <a:pt x="2426106" y="0"/>
                  </a:lnTo>
                  <a:lnTo>
                    <a:pt x="2476906" y="0"/>
                  </a:lnTo>
                  <a:lnTo>
                    <a:pt x="2476906" y="12700"/>
                  </a:lnTo>
                  <a:close/>
                </a:path>
                <a:path w="4606290" h="1154430">
                  <a:moveTo>
                    <a:pt x="2565806" y="12700"/>
                  </a:moveTo>
                  <a:lnTo>
                    <a:pt x="2515006" y="12700"/>
                  </a:lnTo>
                  <a:lnTo>
                    <a:pt x="2515006" y="0"/>
                  </a:lnTo>
                  <a:lnTo>
                    <a:pt x="2565806" y="0"/>
                  </a:lnTo>
                  <a:lnTo>
                    <a:pt x="2565806" y="12700"/>
                  </a:lnTo>
                  <a:close/>
                </a:path>
                <a:path w="4606290" h="1154430">
                  <a:moveTo>
                    <a:pt x="2654706" y="12700"/>
                  </a:moveTo>
                  <a:lnTo>
                    <a:pt x="2603906" y="12700"/>
                  </a:lnTo>
                  <a:lnTo>
                    <a:pt x="2603906" y="0"/>
                  </a:lnTo>
                  <a:lnTo>
                    <a:pt x="2654706" y="0"/>
                  </a:lnTo>
                  <a:lnTo>
                    <a:pt x="2654706" y="12700"/>
                  </a:lnTo>
                  <a:close/>
                </a:path>
                <a:path w="4606290" h="1154430">
                  <a:moveTo>
                    <a:pt x="2743606" y="12700"/>
                  </a:moveTo>
                  <a:lnTo>
                    <a:pt x="2692806" y="12700"/>
                  </a:lnTo>
                  <a:lnTo>
                    <a:pt x="2692806" y="0"/>
                  </a:lnTo>
                  <a:lnTo>
                    <a:pt x="2743606" y="0"/>
                  </a:lnTo>
                  <a:lnTo>
                    <a:pt x="2743606" y="12700"/>
                  </a:lnTo>
                  <a:close/>
                </a:path>
                <a:path w="4606290" h="1154430">
                  <a:moveTo>
                    <a:pt x="2832506" y="12700"/>
                  </a:moveTo>
                  <a:lnTo>
                    <a:pt x="2781706" y="12700"/>
                  </a:lnTo>
                  <a:lnTo>
                    <a:pt x="2781706" y="0"/>
                  </a:lnTo>
                  <a:lnTo>
                    <a:pt x="2832506" y="0"/>
                  </a:lnTo>
                  <a:lnTo>
                    <a:pt x="2832506" y="12700"/>
                  </a:lnTo>
                  <a:close/>
                </a:path>
                <a:path w="4606290" h="1154430">
                  <a:moveTo>
                    <a:pt x="2921406" y="12700"/>
                  </a:moveTo>
                  <a:lnTo>
                    <a:pt x="2870606" y="12700"/>
                  </a:lnTo>
                  <a:lnTo>
                    <a:pt x="2870606" y="0"/>
                  </a:lnTo>
                  <a:lnTo>
                    <a:pt x="2921406" y="0"/>
                  </a:lnTo>
                  <a:lnTo>
                    <a:pt x="2921406" y="12700"/>
                  </a:lnTo>
                  <a:close/>
                </a:path>
                <a:path w="4606290" h="1154430">
                  <a:moveTo>
                    <a:pt x="3010306" y="12700"/>
                  </a:moveTo>
                  <a:lnTo>
                    <a:pt x="2959506" y="12700"/>
                  </a:lnTo>
                  <a:lnTo>
                    <a:pt x="2959506" y="0"/>
                  </a:lnTo>
                  <a:lnTo>
                    <a:pt x="3010306" y="0"/>
                  </a:lnTo>
                  <a:lnTo>
                    <a:pt x="3010306" y="12700"/>
                  </a:lnTo>
                  <a:close/>
                </a:path>
                <a:path w="4606290" h="1154430">
                  <a:moveTo>
                    <a:pt x="3099206" y="12700"/>
                  </a:moveTo>
                  <a:lnTo>
                    <a:pt x="3048406" y="12700"/>
                  </a:lnTo>
                  <a:lnTo>
                    <a:pt x="3048406" y="0"/>
                  </a:lnTo>
                  <a:lnTo>
                    <a:pt x="3099206" y="0"/>
                  </a:lnTo>
                  <a:lnTo>
                    <a:pt x="3099206" y="12700"/>
                  </a:lnTo>
                  <a:close/>
                </a:path>
                <a:path w="4606290" h="1154430">
                  <a:moveTo>
                    <a:pt x="3188106" y="12700"/>
                  </a:moveTo>
                  <a:lnTo>
                    <a:pt x="3137306" y="12700"/>
                  </a:lnTo>
                  <a:lnTo>
                    <a:pt x="3137306" y="0"/>
                  </a:lnTo>
                  <a:lnTo>
                    <a:pt x="3188106" y="0"/>
                  </a:lnTo>
                  <a:lnTo>
                    <a:pt x="3188106" y="12700"/>
                  </a:lnTo>
                  <a:close/>
                </a:path>
                <a:path w="4606290" h="1154430">
                  <a:moveTo>
                    <a:pt x="3277006" y="12700"/>
                  </a:moveTo>
                  <a:lnTo>
                    <a:pt x="3226206" y="12700"/>
                  </a:lnTo>
                  <a:lnTo>
                    <a:pt x="3226206" y="0"/>
                  </a:lnTo>
                  <a:lnTo>
                    <a:pt x="3277006" y="0"/>
                  </a:lnTo>
                  <a:lnTo>
                    <a:pt x="3277006" y="12700"/>
                  </a:lnTo>
                  <a:close/>
                </a:path>
                <a:path w="4606290" h="1154430">
                  <a:moveTo>
                    <a:pt x="3365906" y="12700"/>
                  </a:moveTo>
                  <a:lnTo>
                    <a:pt x="3315106" y="12700"/>
                  </a:lnTo>
                  <a:lnTo>
                    <a:pt x="3315106" y="0"/>
                  </a:lnTo>
                  <a:lnTo>
                    <a:pt x="3365906" y="0"/>
                  </a:lnTo>
                  <a:lnTo>
                    <a:pt x="3365906" y="12700"/>
                  </a:lnTo>
                  <a:close/>
                </a:path>
                <a:path w="4606290" h="1154430">
                  <a:moveTo>
                    <a:pt x="3454806" y="12700"/>
                  </a:moveTo>
                  <a:lnTo>
                    <a:pt x="3404006" y="12700"/>
                  </a:lnTo>
                  <a:lnTo>
                    <a:pt x="3404006" y="0"/>
                  </a:lnTo>
                  <a:lnTo>
                    <a:pt x="3454806" y="0"/>
                  </a:lnTo>
                  <a:lnTo>
                    <a:pt x="3454806" y="12700"/>
                  </a:lnTo>
                  <a:close/>
                </a:path>
                <a:path w="4606290" h="1154430">
                  <a:moveTo>
                    <a:pt x="3543706" y="12700"/>
                  </a:moveTo>
                  <a:lnTo>
                    <a:pt x="3492906" y="12700"/>
                  </a:lnTo>
                  <a:lnTo>
                    <a:pt x="3492906" y="0"/>
                  </a:lnTo>
                  <a:lnTo>
                    <a:pt x="3543706" y="0"/>
                  </a:lnTo>
                  <a:lnTo>
                    <a:pt x="3543706" y="12700"/>
                  </a:lnTo>
                  <a:close/>
                </a:path>
                <a:path w="4606290" h="1154430">
                  <a:moveTo>
                    <a:pt x="3632606" y="12700"/>
                  </a:moveTo>
                  <a:lnTo>
                    <a:pt x="3581806" y="12700"/>
                  </a:lnTo>
                  <a:lnTo>
                    <a:pt x="3581806" y="0"/>
                  </a:lnTo>
                  <a:lnTo>
                    <a:pt x="3632606" y="0"/>
                  </a:lnTo>
                  <a:lnTo>
                    <a:pt x="3632606" y="12700"/>
                  </a:lnTo>
                  <a:close/>
                </a:path>
                <a:path w="4606290" h="1154430">
                  <a:moveTo>
                    <a:pt x="3721506" y="12700"/>
                  </a:moveTo>
                  <a:lnTo>
                    <a:pt x="3670706" y="12700"/>
                  </a:lnTo>
                  <a:lnTo>
                    <a:pt x="3670706" y="0"/>
                  </a:lnTo>
                  <a:lnTo>
                    <a:pt x="3721506" y="0"/>
                  </a:lnTo>
                  <a:lnTo>
                    <a:pt x="3721506" y="12700"/>
                  </a:lnTo>
                  <a:close/>
                </a:path>
                <a:path w="4606290" h="1154430">
                  <a:moveTo>
                    <a:pt x="3810406" y="12700"/>
                  </a:moveTo>
                  <a:lnTo>
                    <a:pt x="3759606" y="12700"/>
                  </a:lnTo>
                  <a:lnTo>
                    <a:pt x="3759606" y="0"/>
                  </a:lnTo>
                  <a:lnTo>
                    <a:pt x="3810406" y="0"/>
                  </a:lnTo>
                  <a:lnTo>
                    <a:pt x="3810406" y="12700"/>
                  </a:lnTo>
                  <a:close/>
                </a:path>
                <a:path w="4606290" h="1154430">
                  <a:moveTo>
                    <a:pt x="3899306" y="12700"/>
                  </a:moveTo>
                  <a:lnTo>
                    <a:pt x="3848506" y="12700"/>
                  </a:lnTo>
                  <a:lnTo>
                    <a:pt x="3848506" y="0"/>
                  </a:lnTo>
                  <a:lnTo>
                    <a:pt x="3899306" y="0"/>
                  </a:lnTo>
                  <a:lnTo>
                    <a:pt x="3899306" y="12700"/>
                  </a:lnTo>
                  <a:close/>
                </a:path>
                <a:path w="4606290" h="1154430">
                  <a:moveTo>
                    <a:pt x="3988206" y="12700"/>
                  </a:moveTo>
                  <a:lnTo>
                    <a:pt x="3937406" y="12700"/>
                  </a:lnTo>
                  <a:lnTo>
                    <a:pt x="3937406" y="0"/>
                  </a:lnTo>
                  <a:lnTo>
                    <a:pt x="3988206" y="0"/>
                  </a:lnTo>
                  <a:lnTo>
                    <a:pt x="3988206" y="12700"/>
                  </a:lnTo>
                  <a:close/>
                </a:path>
                <a:path w="4606290" h="1154430">
                  <a:moveTo>
                    <a:pt x="4077106" y="12700"/>
                  </a:moveTo>
                  <a:lnTo>
                    <a:pt x="4026306" y="12700"/>
                  </a:lnTo>
                  <a:lnTo>
                    <a:pt x="4026306" y="0"/>
                  </a:lnTo>
                  <a:lnTo>
                    <a:pt x="4077106" y="0"/>
                  </a:lnTo>
                  <a:lnTo>
                    <a:pt x="4077106" y="12700"/>
                  </a:lnTo>
                  <a:close/>
                </a:path>
                <a:path w="4606290" h="1154430">
                  <a:moveTo>
                    <a:pt x="4166006" y="12700"/>
                  </a:moveTo>
                  <a:lnTo>
                    <a:pt x="4115206" y="12700"/>
                  </a:lnTo>
                  <a:lnTo>
                    <a:pt x="4115206" y="0"/>
                  </a:lnTo>
                  <a:lnTo>
                    <a:pt x="4166006" y="0"/>
                  </a:lnTo>
                  <a:lnTo>
                    <a:pt x="4166006" y="12700"/>
                  </a:lnTo>
                  <a:close/>
                </a:path>
                <a:path w="4606290" h="1154430">
                  <a:moveTo>
                    <a:pt x="4254906" y="12700"/>
                  </a:moveTo>
                  <a:lnTo>
                    <a:pt x="4204106" y="12700"/>
                  </a:lnTo>
                  <a:lnTo>
                    <a:pt x="4204106" y="0"/>
                  </a:lnTo>
                  <a:lnTo>
                    <a:pt x="4254906" y="0"/>
                  </a:lnTo>
                  <a:lnTo>
                    <a:pt x="4254906" y="12700"/>
                  </a:lnTo>
                  <a:close/>
                </a:path>
                <a:path w="4606290" h="1154430">
                  <a:moveTo>
                    <a:pt x="4343806" y="12700"/>
                  </a:moveTo>
                  <a:lnTo>
                    <a:pt x="4293006" y="12700"/>
                  </a:lnTo>
                  <a:lnTo>
                    <a:pt x="4293006" y="0"/>
                  </a:lnTo>
                  <a:lnTo>
                    <a:pt x="4343806" y="0"/>
                  </a:lnTo>
                  <a:lnTo>
                    <a:pt x="4343806" y="12700"/>
                  </a:lnTo>
                  <a:close/>
                </a:path>
                <a:path w="4606290" h="1154430">
                  <a:moveTo>
                    <a:pt x="4431842" y="14109"/>
                  </a:moveTo>
                  <a:lnTo>
                    <a:pt x="4428118" y="13639"/>
                  </a:lnTo>
                  <a:lnTo>
                    <a:pt x="4418996" y="12944"/>
                  </a:lnTo>
                  <a:lnTo>
                    <a:pt x="4412526" y="12700"/>
                  </a:lnTo>
                  <a:lnTo>
                    <a:pt x="4381906" y="12700"/>
                  </a:lnTo>
                  <a:lnTo>
                    <a:pt x="4381906" y="0"/>
                  </a:lnTo>
                  <a:lnTo>
                    <a:pt x="4412957" y="0"/>
                  </a:lnTo>
                  <a:lnTo>
                    <a:pt x="4419625" y="266"/>
                  </a:lnTo>
                  <a:lnTo>
                    <a:pt x="4429569" y="1016"/>
                  </a:lnTo>
                  <a:lnTo>
                    <a:pt x="4433455" y="1511"/>
                  </a:lnTo>
                  <a:lnTo>
                    <a:pt x="4432023" y="12700"/>
                  </a:lnTo>
                  <a:lnTo>
                    <a:pt x="4431902" y="13639"/>
                  </a:lnTo>
                  <a:lnTo>
                    <a:pt x="4431842" y="14109"/>
                  </a:lnTo>
                  <a:close/>
                </a:path>
                <a:path w="4606290" h="1154430">
                  <a:moveTo>
                    <a:pt x="4511802" y="43789"/>
                  </a:moveTo>
                  <a:lnTo>
                    <a:pt x="4472326" y="23736"/>
                  </a:lnTo>
                  <a:lnTo>
                    <a:pt x="4467720" y="22174"/>
                  </a:lnTo>
                  <a:lnTo>
                    <a:pt x="4471784" y="10147"/>
                  </a:lnTo>
                  <a:lnTo>
                    <a:pt x="4511421" y="28473"/>
                  </a:lnTo>
                  <a:lnTo>
                    <a:pt x="4518647" y="33108"/>
                  </a:lnTo>
                  <a:lnTo>
                    <a:pt x="4511802" y="43789"/>
                  </a:lnTo>
                  <a:close/>
                </a:path>
                <a:path w="4606290" h="1154430">
                  <a:moveTo>
                    <a:pt x="4569612" y="106222"/>
                  </a:moveTo>
                  <a:lnTo>
                    <a:pt x="4545644" y="73002"/>
                  </a:lnTo>
                  <a:lnTo>
                    <a:pt x="4539957" y="67043"/>
                  </a:lnTo>
                  <a:lnTo>
                    <a:pt x="4549152" y="58280"/>
                  </a:lnTo>
                  <a:lnTo>
                    <a:pt x="4577600" y="94653"/>
                  </a:lnTo>
                  <a:lnTo>
                    <a:pt x="4580623" y="99885"/>
                  </a:lnTo>
                  <a:lnTo>
                    <a:pt x="4569612" y="106222"/>
                  </a:lnTo>
                  <a:close/>
                </a:path>
                <a:path w="4606290" h="1154430">
                  <a:moveTo>
                    <a:pt x="4593158" y="187934"/>
                  </a:moveTo>
                  <a:lnTo>
                    <a:pt x="4585144" y="142062"/>
                  </a:lnTo>
                  <a:lnTo>
                    <a:pt x="4584420" y="139903"/>
                  </a:lnTo>
                  <a:lnTo>
                    <a:pt x="4596447" y="135826"/>
                  </a:lnTo>
                  <a:lnTo>
                    <a:pt x="4605058" y="176504"/>
                  </a:lnTo>
                  <a:lnTo>
                    <a:pt x="4605845" y="187452"/>
                  </a:lnTo>
                  <a:lnTo>
                    <a:pt x="4593158" y="187934"/>
                  </a:lnTo>
                  <a:close/>
                </a:path>
                <a:path w="4606290" h="1154430">
                  <a:moveTo>
                    <a:pt x="4606074" y="276580"/>
                  </a:moveTo>
                  <a:lnTo>
                    <a:pt x="4593374" y="276580"/>
                  </a:lnTo>
                  <a:lnTo>
                    <a:pt x="4593374" y="225780"/>
                  </a:lnTo>
                  <a:lnTo>
                    <a:pt x="4606074" y="225780"/>
                  </a:lnTo>
                  <a:lnTo>
                    <a:pt x="4606074" y="276580"/>
                  </a:lnTo>
                  <a:close/>
                </a:path>
                <a:path w="4606290" h="1154430">
                  <a:moveTo>
                    <a:pt x="4606074" y="365480"/>
                  </a:moveTo>
                  <a:lnTo>
                    <a:pt x="4593374" y="365480"/>
                  </a:lnTo>
                  <a:lnTo>
                    <a:pt x="4593374" y="314680"/>
                  </a:lnTo>
                  <a:lnTo>
                    <a:pt x="4606074" y="314680"/>
                  </a:lnTo>
                  <a:lnTo>
                    <a:pt x="4606074" y="365480"/>
                  </a:lnTo>
                  <a:close/>
                </a:path>
                <a:path w="4606290" h="1154430">
                  <a:moveTo>
                    <a:pt x="4606074" y="454380"/>
                  </a:moveTo>
                  <a:lnTo>
                    <a:pt x="4593374" y="454380"/>
                  </a:lnTo>
                  <a:lnTo>
                    <a:pt x="4593374" y="403580"/>
                  </a:lnTo>
                  <a:lnTo>
                    <a:pt x="4606074" y="403580"/>
                  </a:lnTo>
                  <a:lnTo>
                    <a:pt x="4606074" y="454380"/>
                  </a:lnTo>
                  <a:close/>
                </a:path>
                <a:path w="4606290" h="1154430">
                  <a:moveTo>
                    <a:pt x="4606074" y="543280"/>
                  </a:moveTo>
                  <a:lnTo>
                    <a:pt x="4593374" y="543280"/>
                  </a:lnTo>
                  <a:lnTo>
                    <a:pt x="4593374" y="492480"/>
                  </a:lnTo>
                  <a:lnTo>
                    <a:pt x="4606074" y="492480"/>
                  </a:lnTo>
                  <a:lnTo>
                    <a:pt x="4606074" y="543280"/>
                  </a:lnTo>
                  <a:close/>
                </a:path>
                <a:path w="4606290" h="1154430">
                  <a:moveTo>
                    <a:pt x="4606074" y="632180"/>
                  </a:moveTo>
                  <a:lnTo>
                    <a:pt x="4593374" y="632180"/>
                  </a:lnTo>
                  <a:lnTo>
                    <a:pt x="4593374" y="581380"/>
                  </a:lnTo>
                  <a:lnTo>
                    <a:pt x="4606074" y="581380"/>
                  </a:lnTo>
                  <a:lnTo>
                    <a:pt x="4606074" y="632180"/>
                  </a:lnTo>
                  <a:close/>
                </a:path>
                <a:path w="4606290" h="1154430">
                  <a:moveTo>
                    <a:pt x="4606074" y="721080"/>
                  </a:moveTo>
                  <a:lnTo>
                    <a:pt x="4593374" y="721080"/>
                  </a:lnTo>
                  <a:lnTo>
                    <a:pt x="4593374" y="670280"/>
                  </a:lnTo>
                  <a:lnTo>
                    <a:pt x="4606074" y="670280"/>
                  </a:lnTo>
                  <a:lnTo>
                    <a:pt x="4606074" y="721080"/>
                  </a:lnTo>
                  <a:close/>
                </a:path>
                <a:path w="4606290" h="1154430">
                  <a:moveTo>
                    <a:pt x="4606074" y="809980"/>
                  </a:moveTo>
                  <a:lnTo>
                    <a:pt x="4593374" y="809980"/>
                  </a:lnTo>
                  <a:lnTo>
                    <a:pt x="4593374" y="759180"/>
                  </a:lnTo>
                  <a:lnTo>
                    <a:pt x="4606074" y="759180"/>
                  </a:lnTo>
                  <a:lnTo>
                    <a:pt x="4606074" y="809980"/>
                  </a:lnTo>
                  <a:close/>
                </a:path>
                <a:path w="4606290" h="1154430">
                  <a:moveTo>
                    <a:pt x="4606074" y="898880"/>
                  </a:moveTo>
                  <a:lnTo>
                    <a:pt x="4593374" y="898880"/>
                  </a:lnTo>
                  <a:lnTo>
                    <a:pt x="4593374" y="848080"/>
                  </a:lnTo>
                  <a:lnTo>
                    <a:pt x="4606074" y="848080"/>
                  </a:lnTo>
                  <a:lnTo>
                    <a:pt x="4606074" y="898880"/>
                  </a:lnTo>
                  <a:close/>
                </a:path>
                <a:path w="4606290" h="1154430">
                  <a:moveTo>
                    <a:pt x="4603572" y="988771"/>
                  </a:moveTo>
                  <a:lnTo>
                    <a:pt x="4591075" y="986548"/>
                  </a:lnTo>
                  <a:lnTo>
                    <a:pt x="4591227" y="985710"/>
                  </a:lnTo>
                  <a:lnTo>
                    <a:pt x="4592250" y="977633"/>
                  </a:lnTo>
                  <a:lnTo>
                    <a:pt x="4593374" y="936980"/>
                  </a:lnTo>
                  <a:lnTo>
                    <a:pt x="4606074" y="936980"/>
                  </a:lnTo>
                  <a:lnTo>
                    <a:pt x="4605167" y="976185"/>
                  </a:lnTo>
                  <a:lnTo>
                    <a:pt x="4604024" y="985710"/>
                  </a:lnTo>
                  <a:lnTo>
                    <a:pt x="4603917" y="986548"/>
                  </a:lnTo>
                  <a:lnTo>
                    <a:pt x="4603800" y="987463"/>
                  </a:lnTo>
                  <a:lnTo>
                    <a:pt x="4603572" y="988771"/>
                  </a:lnTo>
                  <a:close/>
                </a:path>
                <a:path w="4606290" h="1154430">
                  <a:moveTo>
                    <a:pt x="4568761" y="1072705"/>
                  </a:moveTo>
                  <a:lnTo>
                    <a:pt x="4558410" y="1065339"/>
                  </a:lnTo>
                  <a:lnTo>
                    <a:pt x="4561908" y="1060431"/>
                  </a:lnTo>
                  <a:lnTo>
                    <a:pt x="4566721" y="1052930"/>
                  </a:lnTo>
                  <a:lnTo>
                    <a:pt x="4571110" y="1045324"/>
                  </a:lnTo>
                  <a:lnTo>
                    <a:pt x="4575175" y="1037399"/>
                  </a:lnTo>
                  <a:lnTo>
                    <a:pt x="4578895" y="1029173"/>
                  </a:lnTo>
                  <a:lnTo>
                    <a:pt x="4581677" y="1022096"/>
                  </a:lnTo>
                  <a:lnTo>
                    <a:pt x="4593501" y="1026756"/>
                  </a:lnTo>
                  <a:lnTo>
                    <a:pt x="4572495" y="1067460"/>
                  </a:lnTo>
                  <a:lnTo>
                    <a:pt x="4568761" y="1072705"/>
                  </a:lnTo>
                  <a:close/>
                </a:path>
                <a:path w="4606290" h="1154430">
                  <a:moveTo>
                    <a:pt x="4499749" y="1132166"/>
                  </a:moveTo>
                  <a:lnTo>
                    <a:pt x="4493958" y="1120863"/>
                  </a:lnTo>
                  <a:lnTo>
                    <a:pt x="4496993" y="1119314"/>
                  </a:lnTo>
                  <a:lnTo>
                    <a:pt x="4504361" y="1115072"/>
                  </a:lnTo>
                  <a:lnTo>
                    <a:pt x="4533950" y="1092860"/>
                  </a:lnTo>
                  <a:lnTo>
                    <a:pt x="4542713" y="1102055"/>
                  </a:lnTo>
                  <a:lnTo>
                    <a:pt x="4511421" y="1125664"/>
                  </a:lnTo>
                  <a:lnTo>
                    <a:pt x="4503191" y="1130401"/>
                  </a:lnTo>
                  <a:lnTo>
                    <a:pt x="4499749" y="1132166"/>
                  </a:lnTo>
                  <a:close/>
                </a:path>
                <a:path w="4606290" h="1154430">
                  <a:moveTo>
                    <a:pt x="4414545" y="1154061"/>
                  </a:moveTo>
                  <a:lnTo>
                    <a:pt x="4411446" y="1154061"/>
                  </a:lnTo>
                  <a:lnTo>
                    <a:pt x="4411419" y="1151864"/>
                  </a:lnTo>
                  <a:lnTo>
                    <a:pt x="4411293" y="1141361"/>
                  </a:lnTo>
                  <a:lnTo>
                    <a:pt x="4414476" y="1141361"/>
                  </a:lnTo>
                  <a:lnTo>
                    <a:pt x="4418953" y="1141183"/>
                  </a:lnTo>
                  <a:lnTo>
                    <a:pt x="4459757" y="1134402"/>
                  </a:lnTo>
                  <a:lnTo>
                    <a:pt x="4463224" y="1146619"/>
                  </a:lnTo>
                  <a:lnTo>
                    <a:pt x="4419625" y="1153871"/>
                  </a:lnTo>
                  <a:lnTo>
                    <a:pt x="4414545" y="1154061"/>
                  </a:lnTo>
                  <a:close/>
                </a:path>
                <a:path w="4606290" h="1154430">
                  <a:moveTo>
                    <a:pt x="4373270" y="1154125"/>
                  </a:moveTo>
                  <a:lnTo>
                    <a:pt x="4322470" y="1154125"/>
                  </a:lnTo>
                  <a:lnTo>
                    <a:pt x="4322470" y="1141425"/>
                  </a:lnTo>
                  <a:lnTo>
                    <a:pt x="4373270" y="1141425"/>
                  </a:lnTo>
                  <a:lnTo>
                    <a:pt x="4373270" y="1154125"/>
                  </a:lnTo>
                  <a:close/>
                </a:path>
                <a:path w="4606290" h="1154430">
                  <a:moveTo>
                    <a:pt x="4284370" y="1154125"/>
                  </a:moveTo>
                  <a:lnTo>
                    <a:pt x="4233570" y="1154125"/>
                  </a:lnTo>
                  <a:lnTo>
                    <a:pt x="4233570" y="1141425"/>
                  </a:lnTo>
                  <a:lnTo>
                    <a:pt x="4284370" y="1141425"/>
                  </a:lnTo>
                  <a:lnTo>
                    <a:pt x="4284370" y="1154125"/>
                  </a:lnTo>
                  <a:close/>
                </a:path>
                <a:path w="4606290" h="1154430">
                  <a:moveTo>
                    <a:pt x="4195470" y="1154125"/>
                  </a:moveTo>
                  <a:lnTo>
                    <a:pt x="4144670" y="1154125"/>
                  </a:lnTo>
                  <a:lnTo>
                    <a:pt x="4144670" y="1141425"/>
                  </a:lnTo>
                  <a:lnTo>
                    <a:pt x="4195470" y="1141425"/>
                  </a:lnTo>
                  <a:lnTo>
                    <a:pt x="4195470" y="1154125"/>
                  </a:lnTo>
                  <a:close/>
                </a:path>
                <a:path w="4606290" h="1154430">
                  <a:moveTo>
                    <a:pt x="4106570" y="1154125"/>
                  </a:moveTo>
                  <a:lnTo>
                    <a:pt x="4055770" y="1154125"/>
                  </a:lnTo>
                  <a:lnTo>
                    <a:pt x="4055770" y="1141425"/>
                  </a:lnTo>
                  <a:lnTo>
                    <a:pt x="4106570" y="1141425"/>
                  </a:lnTo>
                  <a:lnTo>
                    <a:pt x="4106570" y="1154125"/>
                  </a:lnTo>
                  <a:close/>
                </a:path>
                <a:path w="4606290" h="1154430">
                  <a:moveTo>
                    <a:pt x="4017670" y="1154125"/>
                  </a:moveTo>
                  <a:lnTo>
                    <a:pt x="3966870" y="1154125"/>
                  </a:lnTo>
                  <a:lnTo>
                    <a:pt x="3966870" y="1141425"/>
                  </a:lnTo>
                  <a:lnTo>
                    <a:pt x="4017670" y="1141425"/>
                  </a:lnTo>
                  <a:lnTo>
                    <a:pt x="4017670" y="1154125"/>
                  </a:lnTo>
                  <a:close/>
                </a:path>
                <a:path w="4606290" h="1154430">
                  <a:moveTo>
                    <a:pt x="3928770" y="1154125"/>
                  </a:moveTo>
                  <a:lnTo>
                    <a:pt x="3877970" y="1154125"/>
                  </a:lnTo>
                  <a:lnTo>
                    <a:pt x="3877970" y="1141425"/>
                  </a:lnTo>
                  <a:lnTo>
                    <a:pt x="3928770" y="1141425"/>
                  </a:lnTo>
                  <a:lnTo>
                    <a:pt x="3928770" y="1154125"/>
                  </a:lnTo>
                  <a:close/>
                </a:path>
                <a:path w="4606290" h="1154430">
                  <a:moveTo>
                    <a:pt x="3839870" y="1154125"/>
                  </a:moveTo>
                  <a:lnTo>
                    <a:pt x="3789070" y="1154125"/>
                  </a:lnTo>
                  <a:lnTo>
                    <a:pt x="3789070" y="1141425"/>
                  </a:lnTo>
                  <a:lnTo>
                    <a:pt x="3839870" y="1141425"/>
                  </a:lnTo>
                  <a:lnTo>
                    <a:pt x="3839870" y="1154125"/>
                  </a:lnTo>
                  <a:close/>
                </a:path>
                <a:path w="4606290" h="1154430">
                  <a:moveTo>
                    <a:pt x="3750970" y="1154125"/>
                  </a:moveTo>
                  <a:lnTo>
                    <a:pt x="3700170" y="1154125"/>
                  </a:lnTo>
                  <a:lnTo>
                    <a:pt x="3700170" y="1141425"/>
                  </a:lnTo>
                  <a:lnTo>
                    <a:pt x="3750970" y="1141425"/>
                  </a:lnTo>
                  <a:lnTo>
                    <a:pt x="3750970" y="1154125"/>
                  </a:lnTo>
                  <a:close/>
                </a:path>
                <a:path w="4606290" h="1154430">
                  <a:moveTo>
                    <a:pt x="3662070" y="1154125"/>
                  </a:moveTo>
                  <a:lnTo>
                    <a:pt x="3611270" y="1154125"/>
                  </a:lnTo>
                  <a:lnTo>
                    <a:pt x="3611270" y="1141425"/>
                  </a:lnTo>
                  <a:lnTo>
                    <a:pt x="3662070" y="1141425"/>
                  </a:lnTo>
                  <a:lnTo>
                    <a:pt x="3662070" y="1154125"/>
                  </a:lnTo>
                  <a:close/>
                </a:path>
                <a:path w="4606290" h="1154430">
                  <a:moveTo>
                    <a:pt x="3573170" y="1154125"/>
                  </a:moveTo>
                  <a:lnTo>
                    <a:pt x="3522370" y="1154125"/>
                  </a:lnTo>
                  <a:lnTo>
                    <a:pt x="3522370" y="1141425"/>
                  </a:lnTo>
                  <a:lnTo>
                    <a:pt x="3573170" y="1141425"/>
                  </a:lnTo>
                  <a:lnTo>
                    <a:pt x="3573170" y="1154125"/>
                  </a:lnTo>
                  <a:close/>
                </a:path>
                <a:path w="4606290" h="1154430">
                  <a:moveTo>
                    <a:pt x="3484270" y="1154125"/>
                  </a:moveTo>
                  <a:lnTo>
                    <a:pt x="3433470" y="1154125"/>
                  </a:lnTo>
                  <a:lnTo>
                    <a:pt x="3433470" y="1141425"/>
                  </a:lnTo>
                  <a:lnTo>
                    <a:pt x="3484270" y="1141425"/>
                  </a:lnTo>
                  <a:lnTo>
                    <a:pt x="3484270" y="1154125"/>
                  </a:lnTo>
                  <a:close/>
                </a:path>
                <a:path w="4606290" h="1154430">
                  <a:moveTo>
                    <a:pt x="3395370" y="1154125"/>
                  </a:moveTo>
                  <a:lnTo>
                    <a:pt x="3344570" y="1154125"/>
                  </a:lnTo>
                  <a:lnTo>
                    <a:pt x="3344570" y="1141425"/>
                  </a:lnTo>
                  <a:lnTo>
                    <a:pt x="3395370" y="1141425"/>
                  </a:lnTo>
                  <a:lnTo>
                    <a:pt x="3395370" y="1154125"/>
                  </a:lnTo>
                  <a:close/>
                </a:path>
                <a:path w="4606290" h="1154430">
                  <a:moveTo>
                    <a:pt x="3306470" y="1154125"/>
                  </a:moveTo>
                  <a:lnTo>
                    <a:pt x="3255670" y="1154125"/>
                  </a:lnTo>
                  <a:lnTo>
                    <a:pt x="3255670" y="1141425"/>
                  </a:lnTo>
                  <a:lnTo>
                    <a:pt x="3306470" y="1141425"/>
                  </a:lnTo>
                  <a:lnTo>
                    <a:pt x="3306470" y="1154125"/>
                  </a:lnTo>
                  <a:close/>
                </a:path>
                <a:path w="4606290" h="1154430">
                  <a:moveTo>
                    <a:pt x="3217570" y="1154125"/>
                  </a:moveTo>
                  <a:lnTo>
                    <a:pt x="3166770" y="1154125"/>
                  </a:lnTo>
                  <a:lnTo>
                    <a:pt x="3166770" y="1141425"/>
                  </a:lnTo>
                  <a:lnTo>
                    <a:pt x="3217570" y="1141425"/>
                  </a:lnTo>
                  <a:lnTo>
                    <a:pt x="3217570" y="1154125"/>
                  </a:lnTo>
                  <a:close/>
                </a:path>
                <a:path w="4606290" h="1154430">
                  <a:moveTo>
                    <a:pt x="3128670" y="1154125"/>
                  </a:moveTo>
                  <a:lnTo>
                    <a:pt x="3077870" y="1154125"/>
                  </a:lnTo>
                  <a:lnTo>
                    <a:pt x="3077870" y="1141425"/>
                  </a:lnTo>
                  <a:lnTo>
                    <a:pt x="3128670" y="1141425"/>
                  </a:lnTo>
                  <a:lnTo>
                    <a:pt x="3128670" y="1154125"/>
                  </a:lnTo>
                  <a:close/>
                </a:path>
                <a:path w="4606290" h="1154430">
                  <a:moveTo>
                    <a:pt x="3039770" y="1154125"/>
                  </a:moveTo>
                  <a:lnTo>
                    <a:pt x="2988970" y="1154125"/>
                  </a:lnTo>
                  <a:lnTo>
                    <a:pt x="2988970" y="1141425"/>
                  </a:lnTo>
                  <a:lnTo>
                    <a:pt x="3039770" y="1141425"/>
                  </a:lnTo>
                  <a:lnTo>
                    <a:pt x="3039770" y="1154125"/>
                  </a:lnTo>
                  <a:close/>
                </a:path>
                <a:path w="4606290" h="1154430">
                  <a:moveTo>
                    <a:pt x="2950870" y="1154125"/>
                  </a:moveTo>
                  <a:lnTo>
                    <a:pt x="2900070" y="1154125"/>
                  </a:lnTo>
                  <a:lnTo>
                    <a:pt x="2900070" y="1141425"/>
                  </a:lnTo>
                  <a:lnTo>
                    <a:pt x="2950870" y="1141425"/>
                  </a:lnTo>
                  <a:lnTo>
                    <a:pt x="2950870" y="1154125"/>
                  </a:lnTo>
                  <a:close/>
                </a:path>
                <a:path w="4606290" h="1154430">
                  <a:moveTo>
                    <a:pt x="2861970" y="1154125"/>
                  </a:moveTo>
                  <a:lnTo>
                    <a:pt x="2811170" y="1154125"/>
                  </a:lnTo>
                  <a:lnTo>
                    <a:pt x="2811170" y="1141425"/>
                  </a:lnTo>
                  <a:lnTo>
                    <a:pt x="2861970" y="1141425"/>
                  </a:lnTo>
                  <a:lnTo>
                    <a:pt x="2861970" y="1154125"/>
                  </a:lnTo>
                  <a:close/>
                </a:path>
                <a:path w="4606290" h="1154430">
                  <a:moveTo>
                    <a:pt x="2773070" y="1154125"/>
                  </a:moveTo>
                  <a:lnTo>
                    <a:pt x="2722270" y="1154125"/>
                  </a:lnTo>
                  <a:lnTo>
                    <a:pt x="2722270" y="1141425"/>
                  </a:lnTo>
                  <a:lnTo>
                    <a:pt x="2773070" y="1141425"/>
                  </a:lnTo>
                  <a:lnTo>
                    <a:pt x="2773070" y="1154125"/>
                  </a:lnTo>
                  <a:close/>
                </a:path>
                <a:path w="4606290" h="1154430">
                  <a:moveTo>
                    <a:pt x="2684170" y="1154125"/>
                  </a:moveTo>
                  <a:lnTo>
                    <a:pt x="2633370" y="1154125"/>
                  </a:lnTo>
                  <a:lnTo>
                    <a:pt x="2633370" y="1141425"/>
                  </a:lnTo>
                  <a:lnTo>
                    <a:pt x="2684170" y="1141425"/>
                  </a:lnTo>
                  <a:lnTo>
                    <a:pt x="2684170" y="1154125"/>
                  </a:lnTo>
                  <a:close/>
                </a:path>
                <a:path w="4606290" h="1154430">
                  <a:moveTo>
                    <a:pt x="2595270" y="1154125"/>
                  </a:moveTo>
                  <a:lnTo>
                    <a:pt x="2544470" y="1154125"/>
                  </a:lnTo>
                  <a:lnTo>
                    <a:pt x="2544470" y="1141425"/>
                  </a:lnTo>
                  <a:lnTo>
                    <a:pt x="2595270" y="1141425"/>
                  </a:lnTo>
                  <a:lnTo>
                    <a:pt x="2595270" y="1154125"/>
                  </a:lnTo>
                  <a:close/>
                </a:path>
                <a:path w="4606290" h="1154430">
                  <a:moveTo>
                    <a:pt x="2506370" y="1154125"/>
                  </a:moveTo>
                  <a:lnTo>
                    <a:pt x="2455570" y="1154125"/>
                  </a:lnTo>
                  <a:lnTo>
                    <a:pt x="2455570" y="1141425"/>
                  </a:lnTo>
                  <a:lnTo>
                    <a:pt x="2506370" y="1141425"/>
                  </a:lnTo>
                  <a:lnTo>
                    <a:pt x="2506370" y="1154125"/>
                  </a:lnTo>
                  <a:close/>
                </a:path>
                <a:path w="4606290" h="1154430">
                  <a:moveTo>
                    <a:pt x="2417470" y="1154125"/>
                  </a:moveTo>
                  <a:lnTo>
                    <a:pt x="2366670" y="1154125"/>
                  </a:lnTo>
                  <a:lnTo>
                    <a:pt x="2366670" y="1141425"/>
                  </a:lnTo>
                  <a:lnTo>
                    <a:pt x="2417470" y="1141425"/>
                  </a:lnTo>
                  <a:lnTo>
                    <a:pt x="2417470" y="1154125"/>
                  </a:lnTo>
                  <a:close/>
                </a:path>
                <a:path w="4606290" h="1154430">
                  <a:moveTo>
                    <a:pt x="2328570" y="1154125"/>
                  </a:moveTo>
                  <a:lnTo>
                    <a:pt x="2277770" y="1154125"/>
                  </a:lnTo>
                  <a:lnTo>
                    <a:pt x="2277770" y="1141425"/>
                  </a:lnTo>
                  <a:lnTo>
                    <a:pt x="2328570" y="1141425"/>
                  </a:lnTo>
                  <a:lnTo>
                    <a:pt x="2328570" y="1154125"/>
                  </a:lnTo>
                  <a:close/>
                </a:path>
                <a:path w="4606290" h="1154430">
                  <a:moveTo>
                    <a:pt x="2239670" y="1154125"/>
                  </a:moveTo>
                  <a:lnTo>
                    <a:pt x="2188870" y="1154125"/>
                  </a:lnTo>
                  <a:lnTo>
                    <a:pt x="2188870" y="1141425"/>
                  </a:lnTo>
                  <a:lnTo>
                    <a:pt x="2239670" y="1141425"/>
                  </a:lnTo>
                  <a:lnTo>
                    <a:pt x="2239670" y="1154125"/>
                  </a:lnTo>
                  <a:close/>
                </a:path>
                <a:path w="4606290" h="1154430">
                  <a:moveTo>
                    <a:pt x="2150770" y="1154125"/>
                  </a:moveTo>
                  <a:lnTo>
                    <a:pt x="2099970" y="1154125"/>
                  </a:lnTo>
                  <a:lnTo>
                    <a:pt x="2099970" y="1141425"/>
                  </a:lnTo>
                  <a:lnTo>
                    <a:pt x="2150770" y="1141425"/>
                  </a:lnTo>
                  <a:lnTo>
                    <a:pt x="2150770" y="1154125"/>
                  </a:lnTo>
                  <a:close/>
                </a:path>
                <a:path w="4606290" h="1154430">
                  <a:moveTo>
                    <a:pt x="2061870" y="1154125"/>
                  </a:moveTo>
                  <a:lnTo>
                    <a:pt x="2011070" y="1154125"/>
                  </a:lnTo>
                  <a:lnTo>
                    <a:pt x="2011070" y="1141425"/>
                  </a:lnTo>
                  <a:lnTo>
                    <a:pt x="2061870" y="1141425"/>
                  </a:lnTo>
                  <a:lnTo>
                    <a:pt x="2061870" y="1154125"/>
                  </a:lnTo>
                  <a:close/>
                </a:path>
                <a:path w="4606290" h="1154430">
                  <a:moveTo>
                    <a:pt x="1972970" y="1154125"/>
                  </a:moveTo>
                  <a:lnTo>
                    <a:pt x="1922170" y="1154125"/>
                  </a:lnTo>
                  <a:lnTo>
                    <a:pt x="1922170" y="1141425"/>
                  </a:lnTo>
                  <a:lnTo>
                    <a:pt x="1972970" y="1141425"/>
                  </a:lnTo>
                  <a:lnTo>
                    <a:pt x="1972970" y="1154125"/>
                  </a:lnTo>
                  <a:close/>
                </a:path>
                <a:path w="4606290" h="1154430">
                  <a:moveTo>
                    <a:pt x="1884070" y="1154125"/>
                  </a:moveTo>
                  <a:lnTo>
                    <a:pt x="1833270" y="1154125"/>
                  </a:lnTo>
                  <a:lnTo>
                    <a:pt x="1833270" y="1141425"/>
                  </a:lnTo>
                  <a:lnTo>
                    <a:pt x="1884070" y="1141425"/>
                  </a:lnTo>
                  <a:lnTo>
                    <a:pt x="1884070" y="1154125"/>
                  </a:lnTo>
                  <a:close/>
                </a:path>
                <a:path w="4606290" h="1154430">
                  <a:moveTo>
                    <a:pt x="1795170" y="1154125"/>
                  </a:moveTo>
                  <a:lnTo>
                    <a:pt x="1744370" y="1154125"/>
                  </a:lnTo>
                  <a:lnTo>
                    <a:pt x="1744370" y="1141425"/>
                  </a:lnTo>
                  <a:lnTo>
                    <a:pt x="1795170" y="1141425"/>
                  </a:lnTo>
                  <a:lnTo>
                    <a:pt x="1795170" y="1154125"/>
                  </a:lnTo>
                  <a:close/>
                </a:path>
                <a:path w="4606290" h="1154430">
                  <a:moveTo>
                    <a:pt x="1706270" y="1154125"/>
                  </a:moveTo>
                  <a:lnTo>
                    <a:pt x="1655470" y="1154125"/>
                  </a:lnTo>
                  <a:lnTo>
                    <a:pt x="1655470" y="1141425"/>
                  </a:lnTo>
                  <a:lnTo>
                    <a:pt x="1706270" y="1141425"/>
                  </a:lnTo>
                  <a:lnTo>
                    <a:pt x="1706270" y="1154125"/>
                  </a:lnTo>
                  <a:close/>
                </a:path>
                <a:path w="4606290" h="1154430">
                  <a:moveTo>
                    <a:pt x="1617370" y="1154125"/>
                  </a:moveTo>
                  <a:lnTo>
                    <a:pt x="1566570" y="1154125"/>
                  </a:lnTo>
                  <a:lnTo>
                    <a:pt x="1566570" y="1141425"/>
                  </a:lnTo>
                  <a:lnTo>
                    <a:pt x="1617370" y="1141425"/>
                  </a:lnTo>
                  <a:lnTo>
                    <a:pt x="1617370" y="1154125"/>
                  </a:lnTo>
                  <a:close/>
                </a:path>
                <a:path w="4606290" h="1154430">
                  <a:moveTo>
                    <a:pt x="1528470" y="1154125"/>
                  </a:moveTo>
                  <a:lnTo>
                    <a:pt x="1477670" y="1154125"/>
                  </a:lnTo>
                  <a:lnTo>
                    <a:pt x="1477670" y="1141425"/>
                  </a:lnTo>
                  <a:lnTo>
                    <a:pt x="1528470" y="1141425"/>
                  </a:lnTo>
                  <a:lnTo>
                    <a:pt x="1528470" y="1154125"/>
                  </a:lnTo>
                  <a:close/>
                </a:path>
                <a:path w="4606290" h="1154430">
                  <a:moveTo>
                    <a:pt x="1439570" y="1154125"/>
                  </a:moveTo>
                  <a:lnTo>
                    <a:pt x="1388770" y="1154125"/>
                  </a:lnTo>
                  <a:lnTo>
                    <a:pt x="1388770" y="1141425"/>
                  </a:lnTo>
                  <a:lnTo>
                    <a:pt x="1439570" y="1141425"/>
                  </a:lnTo>
                  <a:lnTo>
                    <a:pt x="1439570" y="1154125"/>
                  </a:lnTo>
                  <a:close/>
                </a:path>
                <a:path w="4606290" h="1154430">
                  <a:moveTo>
                    <a:pt x="1350670" y="1154125"/>
                  </a:moveTo>
                  <a:lnTo>
                    <a:pt x="1299870" y="1154125"/>
                  </a:lnTo>
                  <a:lnTo>
                    <a:pt x="1299870" y="1141425"/>
                  </a:lnTo>
                  <a:lnTo>
                    <a:pt x="1350670" y="1141425"/>
                  </a:lnTo>
                  <a:lnTo>
                    <a:pt x="1350670" y="1154125"/>
                  </a:lnTo>
                  <a:close/>
                </a:path>
                <a:path w="4606290" h="1154430">
                  <a:moveTo>
                    <a:pt x="1261770" y="1154125"/>
                  </a:moveTo>
                  <a:lnTo>
                    <a:pt x="1210970" y="1154125"/>
                  </a:lnTo>
                  <a:lnTo>
                    <a:pt x="1210970" y="1141425"/>
                  </a:lnTo>
                  <a:lnTo>
                    <a:pt x="1261770" y="1141425"/>
                  </a:lnTo>
                  <a:lnTo>
                    <a:pt x="1261770" y="1154125"/>
                  </a:lnTo>
                  <a:close/>
                </a:path>
                <a:path w="4606290" h="1154430">
                  <a:moveTo>
                    <a:pt x="1172870" y="1154125"/>
                  </a:moveTo>
                  <a:lnTo>
                    <a:pt x="1122070" y="1154125"/>
                  </a:lnTo>
                  <a:lnTo>
                    <a:pt x="1122070" y="1141425"/>
                  </a:lnTo>
                  <a:lnTo>
                    <a:pt x="1172870" y="1141425"/>
                  </a:lnTo>
                  <a:lnTo>
                    <a:pt x="1172870" y="1154125"/>
                  </a:lnTo>
                  <a:close/>
                </a:path>
                <a:path w="4606290" h="1154430">
                  <a:moveTo>
                    <a:pt x="1083970" y="1154125"/>
                  </a:moveTo>
                  <a:lnTo>
                    <a:pt x="1033170" y="1154125"/>
                  </a:lnTo>
                  <a:lnTo>
                    <a:pt x="1033170" y="1141425"/>
                  </a:lnTo>
                  <a:lnTo>
                    <a:pt x="1083970" y="1141425"/>
                  </a:lnTo>
                  <a:lnTo>
                    <a:pt x="1083970" y="1154125"/>
                  </a:lnTo>
                  <a:close/>
                </a:path>
                <a:path w="4606290" h="1154430">
                  <a:moveTo>
                    <a:pt x="995070" y="1154125"/>
                  </a:moveTo>
                  <a:lnTo>
                    <a:pt x="944270" y="1154125"/>
                  </a:lnTo>
                  <a:lnTo>
                    <a:pt x="944270" y="1141425"/>
                  </a:lnTo>
                  <a:lnTo>
                    <a:pt x="995070" y="1141425"/>
                  </a:lnTo>
                  <a:lnTo>
                    <a:pt x="995070" y="1154125"/>
                  </a:lnTo>
                  <a:close/>
                </a:path>
                <a:path w="4606290" h="1154430">
                  <a:moveTo>
                    <a:pt x="906170" y="1154125"/>
                  </a:moveTo>
                  <a:lnTo>
                    <a:pt x="855370" y="1154125"/>
                  </a:lnTo>
                  <a:lnTo>
                    <a:pt x="855370" y="1141425"/>
                  </a:lnTo>
                  <a:lnTo>
                    <a:pt x="906170" y="1141425"/>
                  </a:lnTo>
                  <a:lnTo>
                    <a:pt x="906170" y="1154125"/>
                  </a:lnTo>
                  <a:close/>
                </a:path>
                <a:path w="4606290" h="1154430">
                  <a:moveTo>
                    <a:pt x="817270" y="1154125"/>
                  </a:moveTo>
                  <a:lnTo>
                    <a:pt x="766470" y="1154125"/>
                  </a:lnTo>
                  <a:lnTo>
                    <a:pt x="766470" y="1141425"/>
                  </a:lnTo>
                  <a:lnTo>
                    <a:pt x="817270" y="1141425"/>
                  </a:lnTo>
                  <a:lnTo>
                    <a:pt x="817270" y="1154125"/>
                  </a:lnTo>
                  <a:close/>
                </a:path>
                <a:path w="4606290" h="1154430">
                  <a:moveTo>
                    <a:pt x="728370" y="1154125"/>
                  </a:moveTo>
                  <a:lnTo>
                    <a:pt x="677570" y="1154125"/>
                  </a:lnTo>
                  <a:lnTo>
                    <a:pt x="677570" y="1141425"/>
                  </a:lnTo>
                  <a:lnTo>
                    <a:pt x="728370" y="1141425"/>
                  </a:lnTo>
                  <a:lnTo>
                    <a:pt x="728370" y="1154125"/>
                  </a:lnTo>
                  <a:close/>
                </a:path>
                <a:path w="4606290" h="1154430">
                  <a:moveTo>
                    <a:pt x="639470" y="1154125"/>
                  </a:moveTo>
                  <a:lnTo>
                    <a:pt x="588670" y="1154125"/>
                  </a:lnTo>
                  <a:lnTo>
                    <a:pt x="588670" y="1141425"/>
                  </a:lnTo>
                  <a:lnTo>
                    <a:pt x="639470" y="1141425"/>
                  </a:lnTo>
                  <a:lnTo>
                    <a:pt x="639470" y="1154125"/>
                  </a:lnTo>
                  <a:close/>
                </a:path>
                <a:path w="4606290" h="1154430">
                  <a:moveTo>
                    <a:pt x="550570" y="1154125"/>
                  </a:moveTo>
                  <a:lnTo>
                    <a:pt x="499770" y="1154125"/>
                  </a:lnTo>
                  <a:lnTo>
                    <a:pt x="499770" y="1141425"/>
                  </a:lnTo>
                  <a:lnTo>
                    <a:pt x="550570" y="1141425"/>
                  </a:lnTo>
                  <a:lnTo>
                    <a:pt x="550570" y="1154125"/>
                  </a:lnTo>
                  <a:close/>
                </a:path>
                <a:path w="4606290" h="1154430">
                  <a:moveTo>
                    <a:pt x="461670" y="1154125"/>
                  </a:moveTo>
                  <a:lnTo>
                    <a:pt x="410870" y="1154125"/>
                  </a:lnTo>
                  <a:lnTo>
                    <a:pt x="410870" y="1141425"/>
                  </a:lnTo>
                  <a:lnTo>
                    <a:pt x="461670" y="1141425"/>
                  </a:lnTo>
                  <a:lnTo>
                    <a:pt x="461670" y="1154125"/>
                  </a:lnTo>
                  <a:close/>
                </a:path>
                <a:path w="4606290" h="1154430">
                  <a:moveTo>
                    <a:pt x="372770" y="1154125"/>
                  </a:moveTo>
                  <a:lnTo>
                    <a:pt x="321970" y="1154125"/>
                  </a:lnTo>
                  <a:lnTo>
                    <a:pt x="321970" y="1141425"/>
                  </a:lnTo>
                  <a:lnTo>
                    <a:pt x="372770" y="1141425"/>
                  </a:lnTo>
                  <a:lnTo>
                    <a:pt x="372770" y="1154125"/>
                  </a:lnTo>
                  <a:close/>
                </a:path>
                <a:path w="4606290" h="1154430">
                  <a:moveTo>
                    <a:pt x="283870" y="1154125"/>
                  </a:moveTo>
                  <a:lnTo>
                    <a:pt x="233070" y="1154125"/>
                  </a:lnTo>
                  <a:lnTo>
                    <a:pt x="233070" y="1141425"/>
                  </a:lnTo>
                  <a:lnTo>
                    <a:pt x="283870" y="1141425"/>
                  </a:lnTo>
                  <a:lnTo>
                    <a:pt x="283870" y="1154125"/>
                  </a:lnTo>
                  <a:close/>
                </a:path>
                <a:path w="4606290" h="1154430">
                  <a:moveTo>
                    <a:pt x="194894" y="1154061"/>
                  </a:moveTo>
                  <a:lnTo>
                    <a:pt x="191515" y="1154061"/>
                  </a:lnTo>
                  <a:lnTo>
                    <a:pt x="186435" y="1153871"/>
                  </a:lnTo>
                  <a:lnTo>
                    <a:pt x="147472" y="1147940"/>
                  </a:lnTo>
                  <a:lnTo>
                    <a:pt x="143103" y="1146695"/>
                  </a:lnTo>
                  <a:lnTo>
                    <a:pt x="146570" y="1134478"/>
                  </a:lnTo>
                  <a:lnTo>
                    <a:pt x="150517" y="1135595"/>
                  </a:lnTo>
                  <a:lnTo>
                    <a:pt x="159403" y="1137666"/>
                  </a:lnTo>
                  <a:lnTo>
                    <a:pt x="168446" y="1139278"/>
                  </a:lnTo>
                  <a:lnTo>
                    <a:pt x="177642" y="1140460"/>
                  </a:lnTo>
                  <a:lnTo>
                    <a:pt x="187120" y="1141183"/>
                  </a:lnTo>
                  <a:lnTo>
                    <a:pt x="191597" y="1141361"/>
                  </a:lnTo>
                  <a:lnTo>
                    <a:pt x="195047" y="1141361"/>
                  </a:lnTo>
                  <a:lnTo>
                    <a:pt x="194921" y="1151864"/>
                  </a:lnTo>
                  <a:lnTo>
                    <a:pt x="194894" y="1154061"/>
                  </a:lnTo>
                  <a:close/>
                </a:path>
                <a:path w="4606290" h="1154430">
                  <a:moveTo>
                    <a:pt x="106565" y="1132281"/>
                  </a:moveTo>
                  <a:lnTo>
                    <a:pt x="71539" y="1109230"/>
                  </a:lnTo>
                  <a:lnTo>
                    <a:pt x="63550" y="1102245"/>
                  </a:lnTo>
                  <a:lnTo>
                    <a:pt x="72313" y="1093050"/>
                  </a:lnTo>
                  <a:lnTo>
                    <a:pt x="73063" y="1093762"/>
                  </a:lnTo>
                  <a:lnTo>
                    <a:pt x="79743" y="1099540"/>
                  </a:lnTo>
                  <a:lnTo>
                    <a:pt x="86464" y="1104811"/>
                  </a:lnTo>
                  <a:lnTo>
                    <a:pt x="93869" y="1110084"/>
                  </a:lnTo>
                  <a:lnTo>
                    <a:pt x="101371" y="1114894"/>
                  </a:lnTo>
                  <a:lnTo>
                    <a:pt x="101712" y="1115072"/>
                  </a:lnTo>
                  <a:lnTo>
                    <a:pt x="109080" y="1119314"/>
                  </a:lnTo>
                  <a:lnTo>
                    <a:pt x="112356" y="1120978"/>
                  </a:lnTo>
                  <a:lnTo>
                    <a:pt x="106565" y="1132281"/>
                  </a:lnTo>
                  <a:close/>
                </a:path>
                <a:path w="4606290" h="1154430">
                  <a:moveTo>
                    <a:pt x="37464" y="1072921"/>
                  </a:moveTo>
                  <a:lnTo>
                    <a:pt x="15455" y="1034059"/>
                  </a:lnTo>
                  <a:lnTo>
                    <a:pt x="12674" y="1027010"/>
                  </a:lnTo>
                  <a:lnTo>
                    <a:pt x="24485" y="1022350"/>
                  </a:lnTo>
                  <a:lnTo>
                    <a:pt x="27100" y="1028966"/>
                  </a:lnTo>
                  <a:lnTo>
                    <a:pt x="27177" y="1029170"/>
                  </a:lnTo>
                  <a:lnTo>
                    <a:pt x="30772" y="1037120"/>
                  </a:lnTo>
                  <a:lnTo>
                    <a:pt x="47815" y="1065555"/>
                  </a:lnTo>
                  <a:lnTo>
                    <a:pt x="37464" y="10729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TextBox 21">
            <a:extLst>
              <a:ext uri="{FF2B5EF4-FFF2-40B4-BE49-F238E27FC236}">
                <a16:creationId xmlns:a16="http://schemas.microsoft.com/office/drawing/2014/main" id="{7FF3AC14-4FB5-45FA-A5A5-90095C0AA95D}"/>
              </a:ext>
            </a:extLst>
          </p:cNvPr>
          <p:cNvSpPr txBox="1"/>
          <p:nvPr/>
        </p:nvSpPr>
        <p:spPr>
          <a:xfrm>
            <a:off x="7102233" y="1651952"/>
            <a:ext cx="3783295" cy="274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dirty="0">
                <a:cs typeface="Times New Roman"/>
              </a:rPr>
              <a:t>Up to 16 CNodes (32 CPU cores each)</a:t>
            </a:r>
            <a:endParaRPr sz="1800">
              <a:cs typeface="Times New Roman"/>
            </a:endParaRPr>
          </a:p>
        </p:txBody>
      </p:sp>
      <p:grpSp>
        <p:nvGrpSpPr>
          <p:cNvPr id="14" name="object 11">
            <a:extLst>
              <a:ext uri="{FF2B5EF4-FFF2-40B4-BE49-F238E27FC236}">
                <a16:creationId xmlns:a16="http://schemas.microsoft.com/office/drawing/2014/main" id="{59361043-CD63-415F-A09C-FABFFE813D8C}"/>
              </a:ext>
            </a:extLst>
          </p:cNvPr>
          <p:cNvGrpSpPr/>
          <p:nvPr/>
        </p:nvGrpSpPr>
        <p:grpSpPr>
          <a:xfrm>
            <a:off x="7411287" y="4109923"/>
            <a:ext cx="2880360" cy="1642110"/>
            <a:chOff x="7411287" y="4109923"/>
            <a:chExt cx="2880360" cy="1642110"/>
          </a:xfrm>
        </p:grpSpPr>
        <p:pic>
          <p:nvPicPr>
            <p:cNvPr id="15" name="object 12">
              <a:extLst>
                <a:ext uri="{FF2B5EF4-FFF2-40B4-BE49-F238E27FC236}">
                  <a16:creationId xmlns:a16="http://schemas.microsoft.com/office/drawing/2014/main" id="{84006713-8638-4708-B8B8-6EA725776BB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04083" y="4836261"/>
              <a:ext cx="554949" cy="870508"/>
            </a:xfrm>
            <a:prstGeom prst="rect">
              <a:avLst/>
            </a:prstGeom>
          </p:spPr>
        </p:pic>
        <p:pic>
          <p:nvPicPr>
            <p:cNvPr id="16" name="object 13">
              <a:extLst>
                <a:ext uri="{FF2B5EF4-FFF2-40B4-BE49-F238E27FC236}">
                  <a16:creationId xmlns:a16="http://schemas.microsoft.com/office/drawing/2014/main" id="{1BD7EBF5-A108-4889-AE44-3DB6243021E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46955" y="4836261"/>
              <a:ext cx="554949" cy="870508"/>
            </a:xfrm>
            <a:prstGeom prst="rect">
              <a:avLst/>
            </a:prstGeom>
          </p:spPr>
        </p:pic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59CEB5C4-D664-46E0-A20F-F13BDD3E11AC}"/>
                </a:ext>
              </a:extLst>
            </p:cNvPr>
            <p:cNvSpPr/>
            <p:nvPr/>
          </p:nvSpPr>
          <p:spPr>
            <a:xfrm>
              <a:off x="7411287" y="4720831"/>
              <a:ext cx="2880360" cy="1031240"/>
            </a:xfrm>
            <a:custGeom>
              <a:avLst/>
              <a:gdLst/>
              <a:ahLst/>
              <a:cxnLst/>
              <a:rect l="l" t="t" r="r" b="b"/>
              <a:pathLst>
                <a:path w="2880359" h="1031239">
                  <a:moveTo>
                    <a:pt x="6096" y="855078"/>
                  </a:moveTo>
                  <a:lnTo>
                    <a:pt x="0" y="855078"/>
                  </a:lnTo>
                  <a:lnTo>
                    <a:pt x="0" y="804278"/>
                  </a:lnTo>
                  <a:lnTo>
                    <a:pt x="12700" y="804278"/>
                  </a:lnTo>
                  <a:lnTo>
                    <a:pt x="12700" y="854913"/>
                  </a:lnTo>
                  <a:lnTo>
                    <a:pt x="6096" y="855078"/>
                  </a:lnTo>
                  <a:close/>
                </a:path>
                <a:path w="2880359" h="1031239">
                  <a:moveTo>
                    <a:pt x="495" y="867714"/>
                  </a:moveTo>
                  <a:lnTo>
                    <a:pt x="228" y="864133"/>
                  </a:lnTo>
                  <a:lnTo>
                    <a:pt x="0" y="855230"/>
                  </a:lnTo>
                  <a:lnTo>
                    <a:pt x="12700" y="854913"/>
                  </a:lnTo>
                  <a:lnTo>
                    <a:pt x="12908" y="863333"/>
                  </a:lnTo>
                  <a:lnTo>
                    <a:pt x="13157" y="866749"/>
                  </a:lnTo>
                  <a:lnTo>
                    <a:pt x="495" y="867714"/>
                  </a:lnTo>
                  <a:close/>
                </a:path>
                <a:path w="2880359" h="1031239">
                  <a:moveTo>
                    <a:pt x="12700" y="766178"/>
                  </a:moveTo>
                  <a:lnTo>
                    <a:pt x="0" y="766178"/>
                  </a:lnTo>
                  <a:lnTo>
                    <a:pt x="0" y="715378"/>
                  </a:lnTo>
                  <a:lnTo>
                    <a:pt x="12700" y="715378"/>
                  </a:lnTo>
                  <a:lnTo>
                    <a:pt x="12700" y="766178"/>
                  </a:lnTo>
                  <a:close/>
                </a:path>
                <a:path w="2880359" h="1031239">
                  <a:moveTo>
                    <a:pt x="12700" y="677278"/>
                  </a:moveTo>
                  <a:lnTo>
                    <a:pt x="0" y="677278"/>
                  </a:lnTo>
                  <a:lnTo>
                    <a:pt x="0" y="626478"/>
                  </a:lnTo>
                  <a:lnTo>
                    <a:pt x="12700" y="626478"/>
                  </a:lnTo>
                  <a:lnTo>
                    <a:pt x="12700" y="677278"/>
                  </a:lnTo>
                  <a:close/>
                </a:path>
                <a:path w="2880359" h="1031239">
                  <a:moveTo>
                    <a:pt x="12700" y="588378"/>
                  </a:moveTo>
                  <a:lnTo>
                    <a:pt x="0" y="588378"/>
                  </a:lnTo>
                  <a:lnTo>
                    <a:pt x="0" y="537578"/>
                  </a:lnTo>
                  <a:lnTo>
                    <a:pt x="12700" y="537578"/>
                  </a:lnTo>
                  <a:lnTo>
                    <a:pt x="12700" y="588378"/>
                  </a:lnTo>
                  <a:close/>
                </a:path>
                <a:path w="2880359" h="1031239">
                  <a:moveTo>
                    <a:pt x="12700" y="499478"/>
                  </a:moveTo>
                  <a:lnTo>
                    <a:pt x="0" y="499478"/>
                  </a:lnTo>
                  <a:lnTo>
                    <a:pt x="0" y="448678"/>
                  </a:lnTo>
                  <a:lnTo>
                    <a:pt x="12700" y="448678"/>
                  </a:lnTo>
                  <a:lnTo>
                    <a:pt x="12700" y="499478"/>
                  </a:lnTo>
                  <a:close/>
                </a:path>
                <a:path w="2880359" h="1031239">
                  <a:moveTo>
                    <a:pt x="12700" y="410578"/>
                  </a:moveTo>
                  <a:lnTo>
                    <a:pt x="0" y="410578"/>
                  </a:lnTo>
                  <a:lnTo>
                    <a:pt x="0" y="359778"/>
                  </a:lnTo>
                  <a:lnTo>
                    <a:pt x="12700" y="359778"/>
                  </a:lnTo>
                  <a:lnTo>
                    <a:pt x="12700" y="410578"/>
                  </a:lnTo>
                  <a:close/>
                </a:path>
                <a:path w="2880359" h="1031239">
                  <a:moveTo>
                    <a:pt x="12700" y="321678"/>
                  </a:moveTo>
                  <a:lnTo>
                    <a:pt x="0" y="321678"/>
                  </a:lnTo>
                  <a:lnTo>
                    <a:pt x="0" y="270878"/>
                  </a:lnTo>
                  <a:lnTo>
                    <a:pt x="12700" y="270878"/>
                  </a:lnTo>
                  <a:lnTo>
                    <a:pt x="12700" y="321678"/>
                  </a:lnTo>
                  <a:close/>
                </a:path>
                <a:path w="2880359" h="1031239">
                  <a:moveTo>
                    <a:pt x="12700" y="232778"/>
                  </a:moveTo>
                  <a:lnTo>
                    <a:pt x="0" y="232778"/>
                  </a:lnTo>
                  <a:lnTo>
                    <a:pt x="0" y="181978"/>
                  </a:lnTo>
                  <a:lnTo>
                    <a:pt x="12700" y="181978"/>
                  </a:lnTo>
                  <a:lnTo>
                    <a:pt x="12700" y="232778"/>
                  </a:lnTo>
                  <a:close/>
                </a:path>
                <a:path w="2880359" h="1031239">
                  <a:moveTo>
                    <a:pt x="15659" y="145186"/>
                  </a:moveTo>
                  <a:lnTo>
                    <a:pt x="3162" y="142951"/>
                  </a:lnTo>
                  <a:lnTo>
                    <a:pt x="3581" y="140627"/>
                  </a:lnTo>
                  <a:lnTo>
                    <a:pt x="5537" y="132092"/>
                  </a:lnTo>
                  <a:lnTo>
                    <a:pt x="20599" y="93446"/>
                  </a:lnTo>
                  <a:lnTo>
                    <a:pt x="31902" y="99237"/>
                  </a:lnTo>
                  <a:lnTo>
                    <a:pt x="28740" y="105410"/>
                  </a:lnTo>
                  <a:lnTo>
                    <a:pt x="25476" y="112649"/>
                  </a:lnTo>
                  <a:lnTo>
                    <a:pt x="22670" y="119773"/>
                  </a:lnTo>
                  <a:lnTo>
                    <a:pt x="22555" y="120065"/>
                  </a:lnTo>
                  <a:lnTo>
                    <a:pt x="20105" y="127355"/>
                  </a:lnTo>
                  <a:lnTo>
                    <a:pt x="20015" y="127614"/>
                  </a:lnTo>
                  <a:lnTo>
                    <a:pt x="17891" y="135115"/>
                  </a:lnTo>
                  <a:lnTo>
                    <a:pt x="17833" y="135308"/>
                  </a:lnTo>
                  <a:lnTo>
                    <a:pt x="16074" y="142951"/>
                  </a:lnTo>
                  <a:lnTo>
                    <a:pt x="15659" y="145186"/>
                  </a:lnTo>
                  <a:close/>
                </a:path>
                <a:path w="2880359" h="1031239">
                  <a:moveTo>
                    <a:pt x="52590" y="69189"/>
                  </a:moveTo>
                  <a:lnTo>
                    <a:pt x="43002" y="60871"/>
                  </a:lnTo>
                  <a:lnTo>
                    <a:pt x="45745" y="57696"/>
                  </a:lnTo>
                  <a:lnTo>
                    <a:pt x="51574" y="51587"/>
                  </a:lnTo>
                  <a:lnTo>
                    <a:pt x="82803" y="26771"/>
                  </a:lnTo>
                  <a:lnTo>
                    <a:pt x="89661" y="37464"/>
                  </a:lnTo>
                  <a:lnTo>
                    <a:pt x="84620" y="40690"/>
                  </a:lnTo>
                  <a:lnTo>
                    <a:pt x="78469" y="45072"/>
                  </a:lnTo>
                  <a:lnTo>
                    <a:pt x="72289" y="49923"/>
                  </a:lnTo>
                  <a:lnTo>
                    <a:pt x="66116" y="55257"/>
                  </a:lnTo>
                  <a:lnTo>
                    <a:pt x="60451" y="60667"/>
                  </a:lnTo>
                  <a:lnTo>
                    <a:pt x="55041" y="66344"/>
                  </a:lnTo>
                  <a:lnTo>
                    <a:pt x="52590" y="69189"/>
                  </a:lnTo>
                  <a:close/>
                </a:path>
                <a:path w="2880359" h="1031239">
                  <a:moveTo>
                    <a:pt x="122554" y="21729"/>
                  </a:moveTo>
                  <a:lnTo>
                    <a:pt x="158102" y="914"/>
                  </a:lnTo>
                  <a:lnTo>
                    <a:pt x="168036" y="152"/>
                  </a:lnTo>
                  <a:lnTo>
                    <a:pt x="170116" y="152"/>
                  </a:lnTo>
                  <a:lnTo>
                    <a:pt x="170205" y="3581"/>
                  </a:lnTo>
                  <a:lnTo>
                    <a:pt x="170318" y="7924"/>
                  </a:lnTo>
                  <a:lnTo>
                    <a:pt x="170364" y="9702"/>
                  </a:lnTo>
                  <a:lnTo>
                    <a:pt x="170446" y="12852"/>
                  </a:lnTo>
                  <a:lnTo>
                    <a:pt x="168506" y="12852"/>
                  </a:lnTo>
                  <a:lnTo>
                    <a:pt x="159551" y="13538"/>
                  </a:lnTo>
                  <a:lnTo>
                    <a:pt x="151453" y="14566"/>
                  </a:lnTo>
                  <a:lnTo>
                    <a:pt x="143359" y="15989"/>
                  </a:lnTo>
                  <a:lnTo>
                    <a:pt x="135433" y="17805"/>
                  </a:lnTo>
                  <a:lnTo>
                    <a:pt x="127668" y="20002"/>
                  </a:lnTo>
                  <a:lnTo>
                    <a:pt x="122554" y="21729"/>
                  </a:lnTo>
                  <a:close/>
                </a:path>
                <a:path w="2880359" h="1031239">
                  <a:moveTo>
                    <a:pt x="259181" y="12700"/>
                  </a:moveTo>
                  <a:lnTo>
                    <a:pt x="208381" y="12700"/>
                  </a:lnTo>
                  <a:lnTo>
                    <a:pt x="208381" y="0"/>
                  </a:lnTo>
                  <a:lnTo>
                    <a:pt x="259181" y="0"/>
                  </a:lnTo>
                  <a:lnTo>
                    <a:pt x="259181" y="12700"/>
                  </a:lnTo>
                  <a:close/>
                </a:path>
                <a:path w="2880359" h="1031239">
                  <a:moveTo>
                    <a:pt x="348081" y="12700"/>
                  </a:moveTo>
                  <a:lnTo>
                    <a:pt x="297281" y="12700"/>
                  </a:lnTo>
                  <a:lnTo>
                    <a:pt x="297281" y="0"/>
                  </a:lnTo>
                  <a:lnTo>
                    <a:pt x="348081" y="0"/>
                  </a:lnTo>
                  <a:lnTo>
                    <a:pt x="348081" y="12700"/>
                  </a:lnTo>
                  <a:close/>
                </a:path>
                <a:path w="2880359" h="1031239">
                  <a:moveTo>
                    <a:pt x="436981" y="12700"/>
                  </a:moveTo>
                  <a:lnTo>
                    <a:pt x="386181" y="12700"/>
                  </a:lnTo>
                  <a:lnTo>
                    <a:pt x="386181" y="0"/>
                  </a:lnTo>
                  <a:lnTo>
                    <a:pt x="436981" y="0"/>
                  </a:lnTo>
                  <a:lnTo>
                    <a:pt x="436981" y="12700"/>
                  </a:lnTo>
                  <a:close/>
                </a:path>
                <a:path w="2880359" h="1031239">
                  <a:moveTo>
                    <a:pt x="525881" y="12700"/>
                  </a:moveTo>
                  <a:lnTo>
                    <a:pt x="475081" y="12700"/>
                  </a:lnTo>
                  <a:lnTo>
                    <a:pt x="475081" y="0"/>
                  </a:lnTo>
                  <a:lnTo>
                    <a:pt x="525881" y="0"/>
                  </a:lnTo>
                  <a:lnTo>
                    <a:pt x="525881" y="12700"/>
                  </a:lnTo>
                  <a:close/>
                </a:path>
                <a:path w="2880359" h="1031239">
                  <a:moveTo>
                    <a:pt x="614781" y="12700"/>
                  </a:moveTo>
                  <a:lnTo>
                    <a:pt x="563981" y="12700"/>
                  </a:lnTo>
                  <a:lnTo>
                    <a:pt x="563981" y="0"/>
                  </a:lnTo>
                  <a:lnTo>
                    <a:pt x="614781" y="0"/>
                  </a:lnTo>
                  <a:lnTo>
                    <a:pt x="614781" y="12700"/>
                  </a:lnTo>
                  <a:close/>
                </a:path>
                <a:path w="2880359" h="1031239">
                  <a:moveTo>
                    <a:pt x="703681" y="12700"/>
                  </a:moveTo>
                  <a:lnTo>
                    <a:pt x="652881" y="12700"/>
                  </a:lnTo>
                  <a:lnTo>
                    <a:pt x="652881" y="0"/>
                  </a:lnTo>
                  <a:lnTo>
                    <a:pt x="703681" y="0"/>
                  </a:lnTo>
                  <a:lnTo>
                    <a:pt x="703681" y="12700"/>
                  </a:lnTo>
                  <a:close/>
                </a:path>
                <a:path w="2880359" h="1031239">
                  <a:moveTo>
                    <a:pt x="792581" y="12700"/>
                  </a:moveTo>
                  <a:lnTo>
                    <a:pt x="741781" y="12700"/>
                  </a:lnTo>
                  <a:lnTo>
                    <a:pt x="741781" y="0"/>
                  </a:lnTo>
                  <a:lnTo>
                    <a:pt x="792581" y="0"/>
                  </a:lnTo>
                  <a:lnTo>
                    <a:pt x="792581" y="12700"/>
                  </a:lnTo>
                  <a:close/>
                </a:path>
                <a:path w="2880359" h="1031239">
                  <a:moveTo>
                    <a:pt x="881481" y="12700"/>
                  </a:moveTo>
                  <a:lnTo>
                    <a:pt x="830681" y="12700"/>
                  </a:lnTo>
                  <a:lnTo>
                    <a:pt x="830681" y="0"/>
                  </a:lnTo>
                  <a:lnTo>
                    <a:pt x="881481" y="0"/>
                  </a:lnTo>
                  <a:lnTo>
                    <a:pt x="881481" y="12700"/>
                  </a:lnTo>
                  <a:close/>
                </a:path>
                <a:path w="2880359" h="1031239">
                  <a:moveTo>
                    <a:pt x="970381" y="12700"/>
                  </a:moveTo>
                  <a:lnTo>
                    <a:pt x="919581" y="12700"/>
                  </a:lnTo>
                  <a:lnTo>
                    <a:pt x="919581" y="0"/>
                  </a:lnTo>
                  <a:lnTo>
                    <a:pt x="970381" y="0"/>
                  </a:lnTo>
                  <a:lnTo>
                    <a:pt x="970381" y="12700"/>
                  </a:lnTo>
                  <a:close/>
                </a:path>
                <a:path w="2880359" h="1031239">
                  <a:moveTo>
                    <a:pt x="1059281" y="12700"/>
                  </a:moveTo>
                  <a:lnTo>
                    <a:pt x="1008481" y="12700"/>
                  </a:lnTo>
                  <a:lnTo>
                    <a:pt x="1008481" y="0"/>
                  </a:lnTo>
                  <a:lnTo>
                    <a:pt x="1059281" y="0"/>
                  </a:lnTo>
                  <a:lnTo>
                    <a:pt x="1059281" y="12700"/>
                  </a:lnTo>
                  <a:close/>
                </a:path>
                <a:path w="2880359" h="1031239">
                  <a:moveTo>
                    <a:pt x="1148181" y="12700"/>
                  </a:moveTo>
                  <a:lnTo>
                    <a:pt x="1097381" y="12700"/>
                  </a:lnTo>
                  <a:lnTo>
                    <a:pt x="1097381" y="0"/>
                  </a:lnTo>
                  <a:lnTo>
                    <a:pt x="1148181" y="0"/>
                  </a:lnTo>
                  <a:lnTo>
                    <a:pt x="1148181" y="12700"/>
                  </a:lnTo>
                  <a:close/>
                </a:path>
                <a:path w="2880359" h="1031239">
                  <a:moveTo>
                    <a:pt x="1237081" y="12700"/>
                  </a:moveTo>
                  <a:lnTo>
                    <a:pt x="1186281" y="12700"/>
                  </a:lnTo>
                  <a:lnTo>
                    <a:pt x="1186281" y="0"/>
                  </a:lnTo>
                  <a:lnTo>
                    <a:pt x="1237081" y="0"/>
                  </a:lnTo>
                  <a:lnTo>
                    <a:pt x="1237081" y="12700"/>
                  </a:lnTo>
                  <a:close/>
                </a:path>
                <a:path w="2880359" h="1031239">
                  <a:moveTo>
                    <a:pt x="1325981" y="12700"/>
                  </a:moveTo>
                  <a:lnTo>
                    <a:pt x="1275181" y="12700"/>
                  </a:lnTo>
                  <a:lnTo>
                    <a:pt x="1275181" y="0"/>
                  </a:lnTo>
                  <a:lnTo>
                    <a:pt x="1325981" y="0"/>
                  </a:lnTo>
                  <a:lnTo>
                    <a:pt x="1325981" y="12700"/>
                  </a:lnTo>
                  <a:close/>
                </a:path>
                <a:path w="2880359" h="1031239">
                  <a:moveTo>
                    <a:pt x="1414881" y="12700"/>
                  </a:moveTo>
                  <a:lnTo>
                    <a:pt x="1364081" y="12700"/>
                  </a:lnTo>
                  <a:lnTo>
                    <a:pt x="1364081" y="0"/>
                  </a:lnTo>
                  <a:lnTo>
                    <a:pt x="1414881" y="0"/>
                  </a:lnTo>
                  <a:lnTo>
                    <a:pt x="1414881" y="12700"/>
                  </a:lnTo>
                  <a:close/>
                </a:path>
                <a:path w="2880359" h="1031239">
                  <a:moveTo>
                    <a:pt x="1503781" y="12700"/>
                  </a:moveTo>
                  <a:lnTo>
                    <a:pt x="1452981" y="12700"/>
                  </a:lnTo>
                  <a:lnTo>
                    <a:pt x="1452981" y="0"/>
                  </a:lnTo>
                  <a:lnTo>
                    <a:pt x="1503781" y="0"/>
                  </a:lnTo>
                  <a:lnTo>
                    <a:pt x="1503781" y="12700"/>
                  </a:lnTo>
                  <a:close/>
                </a:path>
                <a:path w="2880359" h="1031239">
                  <a:moveTo>
                    <a:pt x="1592681" y="12700"/>
                  </a:moveTo>
                  <a:lnTo>
                    <a:pt x="1541881" y="12700"/>
                  </a:lnTo>
                  <a:lnTo>
                    <a:pt x="1541881" y="0"/>
                  </a:lnTo>
                  <a:lnTo>
                    <a:pt x="1592681" y="0"/>
                  </a:lnTo>
                  <a:lnTo>
                    <a:pt x="1592681" y="12700"/>
                  </a:lnTo>
                  <a:close/>
                </a:path>
                <a:path w="2880359" h="1031239">
                  <a:moveTo>
                    <a:pt x="1681581" y="12700"/>
                  </a:moveTo>
                  <a:lnTo>
                    <a:pt x="1630781" y="12700"/>
                  </a:lnTo>
                  <a:lnTo>
                    <a:pt x="1630781" y="0"/>
                  </a:lnTo>
                  <a:lnTo>
                    <a:pt x="1681581" y="0"/>
                  </a:lnTo>
                  <a:lnTo>
                    <a:pt x="1681581" y="12700"/>
                  </a:lnTo>
                  <a:close/>
                </a:path>
                <a:path w="2880359" h="1031239">
                  <a:moveTo>
                    <a:pt x="1770481" y="12700"/>
                  </a:moveTo>
                  <a:lnTo>
                    <a:pt x="1719681" y="12700"/>
                  </a:lnTo>
                  <a:lnTo>
                    <a:pt x="1719681" y="0"/>
                  </a:lnTo>
                  <a:lnTo>
                    <a:pt x="1770481" y="0"/>
                  </a:lnTo>
                  <a:lnTo>
                    <a:pt x="1770481" y="12700"/>
                  </a:lnTo>
                  <a:close/>
                </a:path>
                <a:path w="2880359" h="1031239">
                  <a:moveTo>
                    <a:pt x="1859381" y="12700"/>
                  </a:moveTo>
                  <a:lnTo>
                    <a:pt x="1808581" y="12700"/>
                  </a:lnTo>
                  <a:lnTo>
                    <a:pt x="1808581" y="0"/>
                  </a:lnTo>
                  <a:lnTo>
                    <a:pt x="1859381" y="0"/>
                  </a:lnTo>
                  <a:lnTo>
                    <a:pt x="1859381" y="12700"/>
                  </a:lnTo>
                  <a:close/>
                </a:path>
                <a:path w="2880359" h="1031239">
                  <a:moveTo>
                    <a:pt x="1948281" y="12700"/>
                  </a:moveTo>
                  <a:lnTo>
                    <a:pt x="1897481" y="12700"/>
                  </a:lnTo>
                  <a:lnTo>
                    <a:pt x="1897481" y="0"/>
                  </a:lnTo>
                  <a:lnTo>
                    <a:pt x="1948281" y="0"/>
                  </a:lnTo>
                  <a:lnTo>
                    <a:pt x="1948281" y="12700"/>
                  </a:lnTo>
                  <a:close/>
                </a:path>
                <a:path w="2880359" h="1031239">
                  <a:moveTo>
                    <a:pt x="2037181" y="12700"/>
                  </a:moveTo>
                  <a:lnTo>
                    <a:pt x="1986381" y="12700"/>
                  </a:lnTo>
                  <a:lnTo>
                    <a:pt x="1986381" y="0"/>
                  </a:lnTo>
                  <a:lnTo>
                    <a:pt x="2037181" y="0"/>
                  </a:lnTo>
                  <a:lnTo>
                    <a:pt x="2037181" y="12700"/>
                  </a:lnTo>
                  <a:close/>
                </a:path>
                <a:path w="2880359" h="1031239">
                  <a:moveTo>
                    <a:pt x="2126081" y="12700"/>
                  </a:moveTo>
                  <a:lnTo>
                    <a:pt x="2075281" y="12700"/>
                  </a:lnTo>
                  <a:lnTo>
                    <a:pt x="2075281" y="0"/>
                  </a:lnTo>
                  <a:lnTo>
                    <a:pt x="2126081" y="0"/>
                  </a:lnTo>
                  <a:lnTo>
                    <a:pt x="2126081" y="12700"/>
                  </a:lnTo>
                  <a:close/>
                </a:path>
                <a:path w="2880359" h="1031239">
                  <a:moveTo>
                    <a:pt x="2214981" y="12700"/>
                  </a:moveTo>
                  <a:lnTo>
                    <a:pt x="2164181" y="12700"/>
                  </a:lnTo>
                  <a:lnTo>
                    <a:pt x="2164181" y="0"/>
                  </a:lnTo>
                  <a:lnTo>
                    <a:pt x="2214981" y="0"/>
                  </a:lnTo>
                  <a:lnTo>
                    <a:pt x="2214981" y="12700"/>
                  </a:lnTo>
                  <a:close/>
                </a:path>
                <a:path w="2880359" h="1031239">
                  <a:moveTo>
                    <a:pt x="2303881" y="12700"/>
                  </a:moveTo>
                  <a:lnTo>
                    <a:pt x="2253081" y="12700"/>
                  </a:lnTo>
                  <a:lnTo>
                    <a:pt x="2253081" y="0"/>
                  </a:lnTo>
                  <a:lnTo>
                    <a:pt x="2303881" y="0"/>
                  </a:lnTo>
                  <a:lnTo>
                    <a:pt x="2303881" y="12700"/>
                  </a:lnTo>
                  <a:close/>
                </a:path>
                <a:path w="2880359" h="1031239">
                  <a:moveTo>
                    <a:pt x="2392781" y="12700"/>
                  </a:moveTo>
                  <a:lnTo>
                    <a:pt x="2341981" y="12700"/>
                  </a:lnTo>
                  <a:lnTo>
                    <a:pt x="2341981" y="0"/>
                  </a:lnTo>
                  <a:lnTo>
                    <a:pt x="2392781" y="0"/>
                  </a:lnTo>
                  <a:lnTo>
                    <a:pt x="2392781" y="12700"/>
                  </a:lnTo>
                  <a:close/>
                </a:path>
                <a:path w="2880359" h="1031239">
                  <a:moveTo>
                    <a:pt x="2481681" y="12700"/>
                  </a:moveTo>
                  <a:lnTo>
                    <a:pt x="2430881" y="12700"/>
                  </a:lnTo>
                  <a:lnTo>
                    <a:pt x="2430881" y="0"/>
                  </a:lnTo>
                  <a:lnTo>
                    <a:pt x="2481681" y="0"/>
                  </a:lnTo>
                  <a:lnTo>
                    <a:pt x="2481681" y="12700"/>
                  </a:lnTo>
                  <a:close/>
                </a:path>
                <a:path w="2880359" h="1031239">
                  <a:moveTo>
                    <a:pt x="2570581" y="12700"/>
                  </a:moveTo>
                  <a:lnTo>
                    <a:pt x="2519781" y="12700"/>
                  </a:lnTo>
                  <a:lnTo>
                    <a:pt x="2519781" y="0"/>
                  </a:lnTo>
                  <a:lnTo>
                    <a:pt x="2570581" y="0"/>
                  </a:lnTo>
                  <a:lnTo>
                    <a:pt x="2570581" y="12700"/>
                  </a:lnTo>
                  <a:close/>
                </a:path>
                <a:path w="2880359" h="1031239">
                  <a:moveTo>
                    <a:pt x="2659481" y="12700"/>
                  </a:moveTo>
                  <a:lnTo>
                    <a:pt x="2608681" y="12700"/>
                  </a:lnTo>
                  <a:lnTo>
                    <a:pt x="2608681" y="0"/>
                  </a:lnTo>
                  <a:lnTo>
                    <a:pt x="2659481" y="0"/>
                  </a:lnTo>
                  <a:lnTo>
                    <a:pt x="2659481" y="12700"/>
                  </a:lnTo>
                  <a:close/>
                </a:path>
                <a:path w="2880359" h="1031239">
                  <a:moveTo>
                    <a:pt x="2746133" y="18300"/>
                  </a:moveTo>
                  <a:lnTo>
                    <a:pt x="2711970" y="12903"/>
                  </a:lnTo>
                  <a:lnTo>
                    <a:pt x="2711317" y="12903"/>
                  </a:lnTo>
                  <a:lnTo>
                    <a:pt x="2703550" y="12700"/>
                  </a:lnTo>
                  <a:lnTo>
                    <a:pt x="2697581" y="12700"/>
                  </a:lnTo>
                  <a:lnTo>
                    <a:pt x="2697581" y="0"/>
                  </a:lnTo>
                  <a:lnTo>
                    <a:pt x="2703791" y="0"/>
                  </a:lnTo>
                  <a:lnTo>
                    <a:pt x="2712770" y="228"/>
                  </a:lnTo>
                  <a:lnTo>
                    <a:pt x="2749600" y="6083"/>
                  </a:lnTo>
                  <a:lnTo>
                    <a:pt x="2746133" y="18300"/>
                  </a:lnTo>
                  <a:close/>
                </a:path>
                <a:path w="2880359" h="1031239">
                  <a:moveTo>
                    <a:pt x="2819311" y="60629"/>
                  </a:moveTo>
                  <a:lnTo>
                    <a:pt x="2788289" y="36271"/>
                  </a:lnTo>
                  <a:lnTo>
                    <a:pt x="2780334" y="31775"/>
                  </a:lnTo>
                  <a:lnTo>
                    <a:pt x="2786126" y="20472"/>
                  </a:lnTo>
                  <a:lnTo>
                    <a:pt x="2822117" y="45758"/>
                  </a:lnTo>
                  <a:lnTo>
                    <a:pt x="2828505" y="51866"/>
                  </a:lnTo>
                  <a:lnTo>
                    <a:pt x="2819311" y="60629"/>
                  </a:lnTo>
                  <a:close/>
                </a:path>
                <a:path w="2880359" h="1031239">
                  <a:moveTo>
                    <a:pt x="2861652" y="134150"/>
                  </a:moveTo>
                  <a:lnTo>
                    <a:pt x="2847466" y="98361"/>
                  </a:lnTo>
                  <a:lnTo>
                    <a:pt x="2842221" y="89446"/>
                  </a:lnTo>
                  <a:lnTo>
                    <a:pt x="2852902" y="82588"/>
                  </a:lnTo>
                  <a:lnTo>
                    <a:pt x="2871901" y="123736"/>
                  </a:lnTo>
                  <a:lnTo>
                    <a:pt x="2873870" y="130670"/>
                  </a:lnTo>
                  <a:lnTo>
                    <a:pt x="2861652" y="134150"/>
                  </a:lnTo>
                  <a:close/>
                </a:path>
                <a:path w="2880359" h="1031239">
                  <a:moveTo>
                    <a:pt x="2879813" y="220814"/>
                  </a:moveTo>
                  <a:lnTo>
                    <a:pt x="2867113" y="220814"/>
                  </a:lnTo>
                  <a:lnTo>
                    <a:pt x="2867107" y="176022"/>
                  </a:lnTo>
                  <a:lnTo>
                    <a:pt x="2866961" y="170180"/>
                  </a:lnTo>
                  <a:lnTo>
                    <a:pt x="2879661" y="169862"/>
                  </a:lnTo>
                  <a:lnTo>
                    <a:pt x="2879813" y="176022"/>
                  </a:lnTo>
                  <a:lnTo>
                    <a:pt x="2879813" y="220814"/>
                  </a:lnTo>
                  <a:close/>
                </a:path>
                <a:path w="2880359" h="1031239">
                  <a:moveTo>
                    <a:pt x="2879813" y="309714"/>
                  </a:moveTo>
                  <a:lnTo>
                    <a:pt x="2867113" y="309714"/>
                  </a:lnTo>
                  <a:lnTo>
                    <a:pt x="2867113" y="258914"/>
                  </a:lnTo>
                  <a:lnTo>
                    <a:pt x="2879813" y="258914"/>
                  </a:lnTo>
                  <a:lnTo>
                    <a:pt x="2879813" y="309714"/>
                  </a:lnTo>
                  <a:close/>
                </a:path>
                <a:path w="2880359" h="1031239">
                  <a:moveTo>
                    <a:pt x="2879813" y="398614"/>
                  </a:moveTo>
                  <a:lnTo>
                    <a:pt x="2867113" y="398614"/>
                  </a:lnTo>
                  <a:lnTo>
                    <a:pt x="2867113" y="347814"/>
                  </a:lnTo>
                  <a:lnTo>
                    <a:pt x="2879813" y="347814"/>
                  </a:lnTo>
                  <a:lnTo>
                    <a:pt x="2879813" y="398614"/>
                  </a:lnTo>
                  <a:close/>
                </a:path>
                <a:path w="2880359" h="1031239">
                  <a:moveTo>
                    <a:pt x="2879813" y="487514"/>
                  </a:moveTo>
                  <a:lnTo>
                    <a:pt x="2867113" y="487514"/>
                  </a:lnTo>
                  <a:lnTo>
                    <a:pt x="2867113" y="436714"/>
                  </a:lnTo>
                  <a:lnTo>
                    <a:pt x="2879813" y="436714"/>
                  </a:lnTo>
                  <a:lnTo>
                    <a:pt x="2879813" y="487514"/>
                  </a:lnTo>
                  <a:close/>
                </a:path>
                <a:path w="2880359" h="1031239">
                  <a:moveTo>
                    <a:pt x="2879813" y="576414"/>
                  </a:moveTo>
                  <a:lnTo>
                    <a:pt x="2867113" y="576414"/>
                  </a:lnTo>
                  <a:lnTo>
                    <a:pt x="2867113" y="525614"/>
                  </a:lnTo>
                  <a:lnTo>
                    <a:pt x="2879813" y="525614"/>
                  </a:lnTo>
                  <a:lnTo>
                    <a:pt x="2879813" y="576414"/>
                  </a:lnTo>
                  <a:close/>
                </a:path>
                <a:path w="2880359" h="1031239">
                  <a:moveTo>
                    <a:pt x="2879813" y="665314"/>
                  </a:moveTo>
                  <a:lnTo>
                    <a:pt x="2867113" y="665314"/>
                  </a:lnTo>
                  <a:lnTo>
                    <a:pt x="2867113" y="614514"/>
                  </a:lnTo>
                  <a:lnTo>
                    <a:pt x="2879813" y="614514"/>
                  </a:lnTo>
                  <a:lnTo>
                    <a:pt x="2879813" y="665314"/>
                  </a:lnTo>
                  <a:close/>
                </a:path>
                <a:path w="2880359" h="1031239">
                  <a:moveTo>
                    <a:pt x="2879813" y="754214"/>
                  </a:moveTo>
                  <a:lnTo>
                    <a:pt x="2867113" y="754214"/>
                  </a:lnTo>
                  <a:lnTo>
                    <a:pt x="2867113" y="703414"/>
                  </a:lnTo>
                  <a:lnTo>
                    <a:pt x="2879813" y="703414"/>
                  </a:lnTo>
                  <a:lnTo>
                    <a:pt x="2879813" y="754214"/>
                  </a:lnTo>
                  <a:close/>
                </a:path>
                <a:path w="2880359" h="1031239">
                  <a:moveTo>
                    <a:pt x="2879813" y="843114"/>
                  </a:moveTo>
                  <a:lnTo>
                    <a:pt x="2867113" y="843114"/>
                  </a:lnTo>
                  <a:lnTo>
                    <a:pt x="2867113" y="792314"/>
                  </a:lnTo>
                  <a:lnTo>
                    <a:pt x="2879813" y="792314"/>
                  </a:lnTo>
                  <a:lnTo>
                    <a:pt x="2879813" y="843114"/>
                  </a:lnTo>
                  <a:close/>
                </a:path>
                <a:path w="2880359" h="1031239">
                  <a:moveTo>
                    <a:pt x="2861995" y="932307"/>
                  </a:moveTo>
                  <a:lnTo>
                    <a:pt x="2850692" y="926515"/>
                  </a:lnTo>
                  <a:lnTo>
                    <a:pt x="2850934" y="926045"/>
                  </a:lnTo>
                  <a:lnTo>
                    <a:pt x="2854250" y="918728"/>
                  </a:lnTo>
                  <a:lnTo>
                    <a:pt x="2865221" y="879995"/>
                  </a:lnTo>
                  <a:lnTo>
                    <a:pt x="2877731" y="882230"/>
                  </a:lnTo>
                  <a:lnTo>
                    <a:pt x="2865970" y="923620"/>
                  </a:lnTo>
                  <a:lnTo>
                    <a:pt x="2862453" y="931418"/>
                  </a:lnTo>
                  <a:lnTo>
                    <a:pt x="2861995" y="932307"/>
                  </a:lnTo>
                  <a:close/>
                </a:path>
                <a:path w="2880359" h="1031239">
                  <a:moveTo>
                    <a:pt x="2802381" y="1000950"/>
                  </a:moveTo>
                  <a:lnTo>
                    <a:pt x="2795028" y="990600"/>
                  </a:lnTo>
                  <a:lnTo>
                    <a:pt x="2801579" y="985926"/>
                  </a:lnTo>
                  <a:lnTo>
                    <a:pt x="2807538" y="981265"/>
                  </a:lnTo>
                  <a:lnTo>
                    <a:pt x="2830931" y="957567"/>
                  </a:lnTo>
                  <a:lnTo>
                    <a:pt x="2840926" y="965403"/>
                  </a:lnTo>
                  <a:lnTo>
                    <a:pt x="2809087" y="996188"/>
                  </a:lnTo>
                  <a:lnTo>
                    <a:pt x="2802381" y="1000950"/>
                  </a:lnTo>
                  <a:close/>
                </a:path>
                <a:path w="2880359" h="1031239">
                  <a:moveTo>
                    <a:pt x="2716098" y="1030693"/>
                  </a:moveTo>
                  <a:lnTo>
                    <a:pt x="2715319" y="1020483"/>
                  </a:lnTo>
                  <a:lnTo>
                    <a:pt x="2715227" y="1019276"/>
                  </a:lnTo>
                  <a:lnTo>
                    <a:pt x="2715132" y="1018032"/>
                  </a:lnTo>
                  <a:lnTo>
                    <a:pt x="2760007" y="1008507"/>
                  </a:lnTo>
                  <a:lnTo>
                    <a:pt x="2762669" y="1007465"/>
                  </a:lnTo>
                  <a:lnTo>
                    <a:pt x="2767329" y="1019276"/>
                  </a:lnTo>
                  <a:lnTo>
                    <a:pt x="2730525" y="1029144"/>
                  </a:lnTo>
                  <a:lnTo>
                    <a:pt x="2721711" y="1030262"/>
                  </a:lnTo>
                  <a:lnTo>
                    <a:pt x="2716098" y="1030693"/>
                  </a:lnTo>
                  <a:close/>
                </a:path>
                <a:path w="2880359" h="1031239">
                  <a:moveTo>
                    <a:pt x="2677528" y="1031176"/>
                  </a:moveTo>
                  <a:lnTo>
                    <a:pt x="2626728" y="1031176"/>
                  </a:lnTo>
                  <a:lnTo>
                    <a:pt x="2626728" y="1018476"/>
                  </a:lnTo>
                  <a:lnTo>
                    <a:pt x="2677528" y="1018476"/>
                  </a:lnTo>
                  <a:lnTo>
                    <a:pt x="2677528" y="1031176"/>
                  </a:lnTo>
                  <a:close/>
                </a:path>
                <a:path w="2880359" h="1031239">
                  <a:moveTo>
                    <a:pt x="2588628" y="1031176"/>
                  </a:moveTo>
                  <a:lnTo>
                    <a:pt x="2537828" y="1031176"/>
                  </a:lnTo>
                  <a:lnTo>
                    <a:pt x="2537828" y="1018476"/>
                  </a:lnTo>
                  <a:lnTo>
                    <a:pt x="2588628" y="1018476"/>
                  </a:lnTo>
                  <a:lnTo>
                    <a:pt x="2588628" y="1031176"/>
                  </a:lnTo>
                  <a:close/>
                </a:path>
                <a:path w="2880359" h="1031239">
                  <a:moveTo>
                    <a:pt x="2499728" y="1031176"/>
                  </a:moveTo>
                  <a:lnTo>
                    <a:pt x="2448928" y="1031176"/>
                  </a:lnTo>
                  <a:lnTo>
                    <a:pt x="2448928" y="1018476"/>
                  </a:lnTo>
                  <a:lnTo>
                    <a:pt x="2499728" y="1018476"/>
                  </a:lnTo>
                  <a:lnTo>
                    <a:pt x="2499728" y="1031176"/>
                  </a:lnTo>
                  <a:close/>
                </a:path>
                <a:path w="2880359" h="1031239">
                  <a:moveTo>
                    <a:pt x="2410828" y="1031176"/>
                  </a:moveTo>
                  <a:lnTo>
                    <a:pt x="2360028" y="1031176"/>
                  </a:lnTo>
                  <a:lnTo>
                    <a:pt x="2360028" y="1018476"/>
                  </a:lnTo>
                  <a:lnTo>
                    <a:pt x="2410828" y="1018476"/>
                  </a:lnTo>
                  <a:lnTo>
                    <a:pt x="2410828" y="1031176"/>
                  </a:lnTo>
                  <a:close/>
                </a:path>
                <a:path w="2880359" h="1031239">
                  <a:moveTo>
                    <a:pt x="2321928" y="1031176"/>
                  </a:moveTo>
                  <a:lnTo>
                    <a:pt x="2271128" y="1031176"/>
                  </a:lnTo>
                  <a:lnTo>
                    <a:pt x="2271128" y="1018476"/>
                  </a:lnTo>
                  <a:lnTo>
                    <a:pt x="2321928" y="1018476"/>
                  </a:lnTo>
                  <a:lnTo>
                    <a:pt x="2321928" y="1031176"/>
                  </a:lnTo>
                  <a:close/>
                </a:path>
                <a:path w="2880359" h="1031239">
                  <a:moveTo>
                    <a:pt x="2233028" y="1031176"/>
                  </a:moveTo>
                  <a:lnTo>
                    <a:pt x="2182228" y="1031176"/>
                  </a:lnTo>
                  <a:lnTo>
                    <a:pt x="2182228" y="1018476"/>
                  </a:lnTo>
                  <a:lnTo>
                    <a:pt x="2233028" y="1018476"/>
                  </a:lnTo>
                  <a:lnTo>
                    <a:pt x="2233028" y="1031176"/>
                  </a:lnTo>
                  <a:close/>
                </a:path>
                <a:path w="2880359" h="1031239">
                  <a:moveTo>
                    <a:pt x="2144128" y="1031176"/>
                  </a:moveTo>
                  <a:lnTo>
                    <a:pt x="2093328" y="1031176"/>
                  </a:lnTo>
                  <a:lnTo>
                    <a:pt x="2093328" y="1018476"/>
                  </a:lnTo>
                  <a:lnTo>
                    <a:pt x="2144128" y="1018476"/>
                  </a:lnTo>
                  <a:lnTo>
                    <a:pt x="2144128" y="1031176"/>
                  </a:lnTo>
                  <a:close/>
                </a:path>
                <a:path w="2880359" h="1031239">
                  <a:moveTo>
                    <a:pt x="2055228" y="1031176"/>
                  </a:moveTo>
                  <a:lnTo>
                    <a:pt x="2004428" y="1031176"/>
                  </a:lnTo>
                  <a:lnTo>
                    <a:pt x="2004428" y="1018476"/>
                  </a:lnTo>
                  <a:lnTo>
                    <a:pt x="2055228" y="1018476"/>
                  </a:lnTo>
                  <a:lnTo>
                    <a:pt x="2055228" y="1031176"/>
                  </a:lnTo>
                  <a:close/>
                </a:path>
                <a:path w="2880359" h="1031239">
                  <a:moveTo>
                    <a:pt x="1966328" y="1031176"/>
                  </a:moveTo>
                  <a:lnTo>
                    <a:pt x="1915528" y="1031176"/>
                  </a:lnTo>
                  <a:lnTo>
                    <a:pt x="1915528" y="1018476"/>
                  </a:lnTo>
                  <a:lnTo>
                    <a:pt x="1966328" y="1018476"/>
                  </a:lnTo>
                  <a:lnTo>
                    <a:pt x="1966328" y="1031176"/>
                  </a:lnTo>
                  <a:close/>
                </a:path>
                <a:path w="2880359" h="1031239">
                  <a:moveTo>
                    <a:pt x="1877428" y="1031176"/>
                  </a:moveTo>
                  <a:lnTo>
                    <a:pt x="1826628" y="1031176"/>
                  </a:lnTo>
                  <a:lnTo>
                    <a:pt x="1826628" y="1018476"/>
                  </a:lnTo>
                  <a:lnTo>
                    <a:pt x="1877428" y="1018476"/>
                  </a:lnTo>
                  <a:lnTo>
                    <a:pt x="1877428" y="1031176"/>
                  </a:lnTo>
                  <a:close/>
                </a:path>
                <a:path w="2880359" h="1031239">
                  <a:moveTo>
                    <a:pt x="1788528" y="1031176"/>
                  </a:moveTo>
                  <a:lnTo>
                    <a:pt x="1737728" y="1031176"/>
                  </a:lnTo>
                  <a:lnTo>
                    <a:pt x="1737728" y="1018476"/>
                  </a:lnTo>
                  <a:lnTo>
                    <a:pt x="1788528" y="1018476"/>
                  </a:lnTo>
                  <a:lnTo>
                    <a:pt x="1788528" y="1031176"/>
                  </a:lnTo>
                  <a:close/>
                </a:path>
                <a:path w="2880359" h="1031239">
                  <a:moveTo>
                    <a:pt x="1699628" y="1031176"/>
                  </a:moveTo>
                  <a:lnTo>
                    <a:pt x="1648828" y="1031176"/>
                  </a:lnTo>
                  <a:lnTo>
                    <a:pt x="1648828" y="1018476"/>
                  </a:lnTo>
                  <a:lnTo>
                    <a:pt x="1699628" y="1018476"/>
                  </a:lnTo>
                  <a:lnTo>
                    <a:pt x="1699628" y="1031176"/>
                  </a:lnTo>
                  <a:close/>
                </a:path>
                <a:path w="2880359" h="1031239">
                  <a:moveTo>
                    <a:pt x="1610728" y="1031176"/>
                  </a:moveTo>
                  <a:lnTo>
                    <a:pt x="1559928" y="1031176"/>
                  </a:lnTo>
                  <a:lnTo>
                    <a:pt x="1559928" y="1018476"/>
                  </a:lnTo>
                  <a:lnTo>
                    <a:pt x="1610728" y="1018476"/>
                  </a:lnTo>
                  <a:lnTo>
                    <a:pt x="1610728" y="1031176"/>
                  </a:lnTo>
                  <a:close/>
                </a:path>
                <a:path w="2880359" h="1031239">
                  <a:moveTo>
                    <a:pt x="1521828" y="1031176"/>
                  </a:moveTo>
                  <a:lnTo>
                    <a:pt x="1471028" y="1031176"/>
                  </a:lnTo>
                  <a:lnTo>
                    <a:pt x="1471028" y="1018476"/>
                  </a:lnTo>
                  <a:lnTo>
                    <a:pt x="1521828" y="1018476"/>
                  </a:lnTo>
                  <a:lnTo>
                    <a:pt x="1521828" y="1031176"/>
                  </a:lnTo>
                  <a:close/>
                </a:path>
                <a:path w="2880359" h="1031239">
                  <a:moveTo>
                    <a:pt x="1432928" y="1031176"/>
                  </a:moveTo>
                  <a:lnTo>
                    <a:pt x="1382128" y="1031176"/>
                  </a:lnTo>
                  <a:lnTo>
                    <a:pt x="1382128" y="1018476"/>
                  </a:lnTo>
                  <a:lnTo>
                    <a:pt x="1432928" y="1018476"/>
                  </a:lnTo>
                  <a:lnTo>
                    <a:pt x="1432928" y="1031176"/>
                  </a:lnTo>
                  <a:close/>
                </a:path>
                <a:path w="2880359" h="1031239">
                  <a:moveTo>
                    <a:pt x="1344028" y="1031176"/>
                  </a:moveTo>
                  <a:lnTo>
                    <a:pt x="1293228" y="1031176"/>
                  </a:lnTo>
                  <a:lnTo>
                    <a:pt x="1293228" y="1018476"/>
                  </a:lnTo>
                  <a:lnTo>
                    <a:pt x="1344028" y="1018476"/>
                  </a:lnTo>
                  <a:lnTo>
                    <a:pt x="1344028" y="1031176"/>
                  </a:lnTo>
                  <a:close/>
                </a:path>
                <a:path w="2880359" h="1031239">
                  <a:moveTo>
                    <a:pt x="1255128" y="1031176"/>
                  </a:moveTo>
                  <a:lnTo>
                    <a:pt x="1204328" y="1031176"/>
                  </a:lnTo>
                  <a:lnTo>
                    <a:pt x="1204328" y="1018476"/>
                  </a:lnTo>
                  <a:lnTo>
                    <a:pt x="1255128" y="1018476"/>
                  </a:lnTo>
                  <a:lnTo>
                    <a:pt x="1255128" y="1031176"/>
                  </a:lnTo>
                  <a:close/>
                </a:path>
                <a:path w="2880359" h="1031239">
                  <a:moveTo>
                    <a:pt x="1166228" y="1031176"/>
                  </a:moveTo>
                  <a:lnTo>
                    <a:pt x="1115428" y="1031176"/>
                  </a:lnTo>
                  <a:lnTo>
                    <a:pt x="1115428" y="1018476"/>
                  </a:lnTo>
                  <a:lnTo>
                    <a:pt x="1166228" y="1018476"/>
                  </a:lnTo>
                  <a:lnTo>
                    <a:pt x="1166228" y="1031176"/>
                  </a:lnTo>
                  <a:close/>
                </a:path>
                <a:path w="2880359" h="1031239">
                  <a:moveTo>
                    <a:pt x="1077328" y="1031176"/>
                  </a:moveTo>
                  <a:lnTo>
                    <a:pt x="1026528" y="1031176"/>
                  </a:lnTo>
                  <a:lnTo>
                    <a:pt x="1026528" y="1018476"/>
                  </a:lnTo>
                  <a:lnTo>
                    <a:pt x="1077328" y="1018476"/>
                  </a:lnTo>
                  <a:lnTo>
                    <a:pt x="1077328" y="1031176"/>
                  </a:lnTo>
                  <a:close/>
                </a:path>
                <a:path w="2880359" h="1031239">
                  <a:moveTo>
                    <a:pt x="988428" y="1031176"/>
                  </a:moveTo>
                  <a:lnTo>
                    <a:pt x="937628" y="1031176"/>
                  </a:lnTo>
                  <a:lnTo>
                    <a:pt x="937628" y="1018476"/>
                  </a:lnTo>
                  <a:lnTo>
                    <a:pt x="988428" y="1018476"/>
                  </a:lnTo>
                  <a:lnTo>
                    <a:pt x="988428" y="1031176"/>
                  </a:lnTo>
                  <a:close/>
                </a:path>
                <a:path w="2880359" h="1031239">
                  <a:moveTo>
                    <a:pt x="899528" y="1031176"/>
                  </a:moveTo>
                  <a:lnTo>
                    <a:pt x="848728" y="1031176"/>
                  </a:lnTo>
                  <a:lnTo>
                    <a:pt x="848728" y="1018476"/>
                  </a:lnTo>
                  <a:lnTo>
                    <a:pt x="899528" y="1018476"/>
                  </a:lnTo>
                  <a:lnTo>
                    <a:pt x="899528" y="1031176"/>
                  </a:lnTo>
                  <a:close/>
                </a:path>
                <a:path w="2880359" h="1031239">
                  <a:moveTo>
                    <a:pt x="810628" y="1031176"/>
                  </a:moveTo>
                  <a:lnTo>
                    <a:pt x="759828" y="1031176"/>
                  </a:lnTo>
                  <a:lnTo>
                    <a:pt x="759828" y="1018476"/>
                  </a:lnTo>
                  <a:lnTo>
                    <a:pt x="810628" y="1018476"/>
                  </a:lnTo>
                  <a:lnTo>
                    <a:pt x="810628" y="1031176"/>
                  </a:lnTo>
                  <a:close/>
                </a:path>
                <a:path w="2880359" h="1031239">
                  <a:moveTo>
                    <a:pt x="721728" y="1031176"/>
                  </a:moveTo>
                  <a:lnTo>
                    <a:pt x="670928" y="1031176"/>
                  </a:lnTo>
                  <a:lnTo>
                    <a:pt x="670928" y="1018476"/>
                  </a:lnTo>
                  <a:lnTo>
                    <a:pt x="721728" y="1018476"/>
                  </a:lnTo>
                  <a:lnTo>
                    <a:pt x="721728" y="1031176"/>
                  </a:lnTo>
                  <a:close/>
                </a:path>
                <a:path w="2880359" h="1031239">
                  <a:moveTo>
                    <a:pt x="632828" y="1031176"/>
                  </a:moveTo>
                  <a:lnTo>
                    <a:pt x="582028" y="1031176"/>
                  </a:lnTo>
                  <a:lnTo>
                    <a:pt x="582028" y="1018476"/>
                  </a:lnTo>
                  <a:lnTo>
                    <a:pt x="632828" y="1018476"/>
                  </a:lnTo>
                  <a:lnTo>
                    <a:pt x="632828" y="1031176"/>
                  </a:lnTo>
                  <a:close/>
                </a:path>
                <a:path w="2880359" h="1031239">
                  <a:moveTo>
                    <a:pt x="543928" y="1031176"/>
                  </a:moveTo>
                  <a:lnTo>
                    <a:pt x="493128" y="1031176"/>
                  </a:lnTo>
                  <a:lnTo>
                    <a:pt x="493128" y="1018476"/>
                  </a:lnTo>
                  <a:lnTo>
                    <a:pt x="543928" y="1018476"/>
                  </a:lnTo>
                  <a:lnTo>
                    <a:pt x="543928" y="1031176"/>
                  </a:lnTo>
                  <a:close/>
                </a:path>
                <a:path w="2880359" h="1031239">
                  <a:moveTo>
                    <a:pt x="455028" y="1031176"/>
                  </a:moveTo>
                  <a:lnTo>
                    <a:pt x="404228" y="1031176"/>
                  </a:lnTo>
                  <a:lnTo>
                    <a:pt x="404228" y="1018476"/>
                  </a:lnTo>
                  <a:lnTo>
                    <a:pt x="455028" y="1018476"/>
                  </a:lnTo>
                  <a:lnTo>
                    <a:pt x="455028" y="1031176"/>
                  </a:lnTo>
                  <a:close/>
                </a:path>
                <a:path w="2880359" h="1031239">
                  <a:moveTo>
                    <a:pt x="366128" y="1031176"/>
                  </a:moveTo>
                  <a:lnTo>
                    <a:pt x="315328" y="1031176"/>
                  </a:lnTo>
                  <a:lnTo>
                    <a:pt x="315328" y="1018476"/>
                  </a:lnTo>
                  <a:lnTo>
                    <a:pt x="366128" y="1018476"/>
                  </a:lnTo>
                  <a:lnTo>
                    <a:pt x="366128" y="1031176"/>
                  </a:lnTo>
                  <a:close/>
                </a:path>
                <a:path w="2880359" h="1031239">
                  <a:moveTo>
                    <a:pt x="277228" y="1031176"/>
                  </a:moveTo>
                  <a:lnTo>
                    <a:pt x="226428" y="1031176"/>
                  </a:lnTo>
                  <a:lnTo>
                    <a:pt x="226428" y="1018476"/>
                  </a:lnTo>
                  <a:lnTo>
                    <a:pt x="277228" y="1018476"/>
                  </a:lnTo>
                  <a:lnTo>
                    <a:pt x="277228" y="1031176"/>
                  </a:lnTo>
                  <a:close/>
                </a:path>
                <a:path w="2880359" h="1031239">
                  <a:moveTo>
                    <a:pt x="188328" y="1031176"/>
                  </a:moveTo>
                  <a:lnTo>
                    <a:pt x="176022" y="1031176"/>
                  </a:lnTo>
                  <a:lnTo>
                    <a:pt x="167043" y="1030947"/>
                  </a:lnTo>
                  <a:lnTo>
                    <a:pt x="158102" y="1030262"/>
                  </a:lnTo>
                  <a:lnTo>
                    <a:pt x="149288" y="1029144"/>
                  </a:lnTo>
                  <a:lnTo>
                    <a:pt x="140614" y="1027595"/>
                  </a:lnTo>
                  <a:lnTo>
                    <a:pt x="136423" y="1026629"/>
                  </a:lnTo>
                  <a:lnTo>
                    <a:pt x="139280" y="1014260"/>
                  </a:lnTo>
                  <a:lnTo>
                    <a:pt x="143042" y="1015123"/>
                  </a:lnTo>
                  <a:lnTo>
                    <a:pt x="151144" y="1016571"/>
                  </a:lnTo>
                  <a:lnTo>
                    <a:pt x="159237" y="1017612"/>
                  </a:lnTo>
                  <a:lnTo>
                    <a:pt x="167504" y="1018247"/>
                  </a:lnTo>
                  <a:lnTo>
                    <a:pt x="176263" y="1018476"/>
                  </a:lnTo>
                  <a:lnTo>
                    <a:pt x="188328" y="1018476"/>
                  </a:lnTo>
                  <a:lnTo>
                    <a:pt x="188328" y="1031176"/>
                  </a:lnTo>
                  <a:close/>
                </a:path>
                <a:path w="2880359" h="1031239">
                  <a:moveTo>
                    <a:pt x="99098" y="1013472"/>
                  </a:moveTo>
                  <a:lnTo>
                    <a:pt x="64084" y="990955"/>
                  </a:lnTo>
                  <a:lnTo>
                    <a:pt x="55918" y="983729"/>
                  </a:lnTo>
                  <a:lnTo>
                    <a:pt x="64681" y="974547"/>
                  </a:lnTo>
                  <a:lnTo>
                    <a:pt x="66344" y="976122"/>
                  </a:lnTo>
                  <a:lnTo>
                    <a:pt x="72275" y="981265"/>
                  </a:lnTo>
                  <a:lnTo>
                    <a:pt x="104889" y="1002169"/>
                  </a:lnTo>
                  <a:lnTo>
                    <a:pt x="99098" y="1013472"/>
                  </a:lnTo>
                  <a:close/>
                </a:path>
                <a:path w="2880359" h="1031239">
                  <a:moveTo>
                    <a:pt x="30378" y="953960"/>
                  </a:moveTo>
                  <a:lnTo>
                    <a:pt x="10680" y="915619"/>
                  </a:lnTo>
                  <a:lnTo>
                    <a:pt x="7607" y="906360"/>
                  </a:lnTo>
                  <a:lnTo>
                    <a:pt x="19824" y="902881"/>
                  </a:lnTo>
                  <a:lnTo>
                    <a:pt x="20004" y="903516"/>
                  </a:lnTo>
                  <a:lnTo>
                    <a:pt x="20091" y="903820"/>
                  </a:lnTo>
                  <a:lnTo>
                    <a:pt x="22570" y="911110"/>
                  </a:lnTo>
                  <a:lnTo>
                    <a:pt x="22661" y="911381"/>
                  </a:lnTo>
                  <a:lnTo>
                    <a:pt x="25487" y="918527"/>
                  </a:lnTo>
                  <a:lnTo>
                    <a:pt x="25563" y="918728"/>
                  </a:lnTo>
                  <a:lnTo>
                    <a:pt x="28753" y="925766"/>
                  </a:lnTo>
                  <a:lnTo>
                    <a:pt x="28852" y="925992"/>
                  </a:lnTo>
                  <a:lnTo>
                    <a:pt x="32486" y="933094"/>
                  </a:lnTo>
                  <a:lnTo>
                    <a:pt x="36282" y="939660"/>
                  </a:lnTo>
                  <a:lnTo>
                    <a:pt x="36381" y="939838"/>
                  </a:lnTo>
                  <a:lnTo>
                    <a:pt x="40690" y="946556"/>
                  </a:lnTo>
                  <a:lnTo>
                    <a:pt x="30378" y="9539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5">
              <a:extLst>
                <a:ext uri="{FF2B5EF4-FFF2-40B4-BE49-F238E27FC236}">
                  <a16:creationId xmlns:a16="http://schemas.microsoft.com/office/drawing/2014/main" id="{76DDECB4-D266-4C62-B4C3-73876AAE42D7}"/>
                </a:ext>
              </a:extLst>
            </p:cNvPr>
            <p:cNvSpPr/>
            <p:nvPr/>
          </p:nvSpPr>
          <p:spPr>
            <a:xfrm>
              <a:off x="8069072" y="4109923"/>
              <a:ext cx="1680210" cy="641350"/>
            </a:xfrm>
            <a:custGeom>
              <a:avLst/>
              <a:gdLst/>
              <a:ahLst/>
              <a:cxnLst/>
              <a:rect l="l" t="t" r="r" b="b"/>
              <a:pathLst>
                <a:path w="1680209" h="641350">
                  <a:moveTo>
                    <a:pt x="582244" y="26365"/>
                  </a:moveTo>
                  <a:lnTo>
                    <a:pt x="554393" y="368"/>
                  </a:lnTo>
                  <a:lnTo>
                    <a:pt x="0" y="594474"/>
                  </a:lnTo>
                  <a:lnTo>
                    <a:pt x="27863" y="620471"/>
                  </a:lnTo>
                  <a:lnTo>
                    <a:pt x="582244" y="26365"/>
                  </a:lnTo>
                  <a:close/>
                </a:path>
                <a:path w="1680209" h="641350">
                  <a:moveTo>
                    <a:pt x="1679778" y="614235"/>
                  </a:moveTo>
                  <a:lnTo>
                    <a:pt x="1075347" y="0"/>
                  </a:lnTo>
                  <a:lnTo>
                    <a:pt x="1048181" y="26733"/>
                  </a:lnTo>
                  <a:lnTo>
                    <a:pt x="1652612" y="640969"/>
                  </a:lnTo>
                  <a:lnTo>
                    <a:pt x="1679778" y="6142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8">
            <a:extLst>
              <a:ext uri="{FF2B5EF4-FFF2-40B4-BE49-F238E27FC236}">
                <a16:creationId xmlns:a16="http://schemas.microsoft.com/office/drawing/2014/main" id="{C0A71D6D-A3DA-42D0-9841-5C93AD8526A4}"/>
              </a:ext>
            </a:extLst>
          </p:cNvPr>
          <p:cNvSpPr txBox="1"/>
          <p:nvPr/>
        </p:nvSpPr>
        <p:spPr>
          <a:xfrm>
            <a:off x="7266254" y="3590213"/>
            <a:ext cx="8515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cs typeface="Times New Roman"/>
              </a:rPr>
              <a:t>100Gbps Ethernet Switch</a:t>
            </a:r>
            <a:endParaRPr sz="1800">
              <a:cs typeface="Times New Roman"/>
            </a:endParaRP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07DE275A-E837-4C89-841C-1FCEC9575D17}"/>
              </a:ext>
            </a:extLst>
          </p:cNvPr>
          <p:cNvSpPr txBox="1"/>
          <p:nvPr/>
        </p:nvSpPr>
        <p:spPr>
          <a:xfrm>
            <a:off x="9628632" y="3602736"/>
            <a:ext cx="1463040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dirty="0">
                <a:cs typeface="Times New Roman"/>
              </a:rPr>
              <a:t>ConnectX-6</a:t>
            </a:r>
            <a:br>
              <a:rPr sz="1800" dirty="0">
                <a:cs typeface="Times New Roman"/>
              </a:rPr>
            </a:br>
            <a:r>
              <a:rPr sz="1800" dirty="0">
                <a:cs typeface="Times New Roman"/>
              </a:rPr>
              <a:t>100Gbps NICs</a:t>
            </a:r>
            <a:br>
              <a:rPr sz="1800" dirty="0">
                <a:cs typeface="Times New Roman"/>
              </a:rPr>
            </a:br>
            <a:r>
              <a:rPr sz="1800" dirty="0">
                <a:cs typeface="Times New Roman"/>
              </a:rPr>
              <a:t>with RoCE</a:t>
            </a:r>
            <a:endParaRPr sz="1800">
              <a:cs typeface="Times New Roman"/>
            </a:endParaRPr>
          </a:p>
        </p:txBody>
      </p:sp>
      <p:sp>
        <p:nvSpPr>
          <p:cNvPr id="21" name="TextBox 25">
            <a:extLst>
              <a:ext uri="{FF2B5EF4-FFF2-40B4-BE49-F238E27FC236}">
                <a16:creationId xmlns:a16="http://schemas.microsoft.com/office/drawing/2014/main" id="{D83E0AC6-B300-4F27-A9ED-8C3346BA98C7}"/>
              </a:ext>
            </a:extLst>
          </p:cNvPr>
          <p:cNvSpPr txBox="1"/>
          <p:nvPr/>
        </p:nvSpPr>
        <p:spPr>
          <a:xfrm>
            <a:off x="6821424" y="5870448"/>
            <a:ext cx="448056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dirty="0">
                <a:cs typeface="Times New Roman"/>
              </a:rPr>
              <a:t>Up to 6 MNodes (256GB DRAM + 1 core each)</a:t>
            </a:r>
            <a:endParaRPr sz="180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6800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4B962-C7D5-4D17-859B-885D6603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+mj-lt"/>
              </a:rPr>
              <a:t>Evaluation Setups: DM Systems Working with </a:t>
            </a:r>
            <a:r>
              <a:rPr lang="en-US" altLang="ko-KR" sz="3600" dirty="0" err="1">
                <a:latin typeface="+mj-lt"/>
              </a:rPr>
              <a:t>FineMem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110F2-6A2B-466D-A76B-1B6106011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6318"/>
            <a:ext cx="10515600" cy="4340645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u="sng" dirty="0">
                <a:solidFill>
                  <a:srgbClr val="FF0000"/>
                </a:solidFill>
              </a:rPr>
              <a:t>DM Systems Case Study: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39B86D-0619-49C2-9FBD-4FBB28954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0804CB-43DE-4CD8-9422-CC09E1C9E188}"/>
              </a:ext>
            </a:extLst>
          </p:cNvPr>
          <p:cNvSpPr txBox="1"/>
          <p:nvPr/>
        </p:nvSpPr>
        <p:spPr>
          <a:xfrm>
            <a:off x="838200" y="291955"/>
            <a:ext cx="10752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</a:rPr>
              <a:t>Evaluation</a:t>
            </a:r>
          </a:p>
        </p:txBody>
      </p:sp>
      <p:graphicFrame>
        <p:nvGraphicFramePr>
          <p:cNvPr id="10" name="object 21">
            <a:extLst>
              <a:ext uri="{FF2B5EF4-FFF2-40B4-BE49-F238E27FC236}">
                <a16:creationId xmlns:a16="http://schemas.microsoft.com/office/drawing/2014/main" id="{90D63A66-664C-4EC5-9561-F85EC7D55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57861"/>
              </p:ext>
            </p:extLst>
          </p:nvPr>
        </p:nvGraphicFramePr>
        <p:xfrm>
          <a:off x="961996" y="2289354"/>
          <a:ext cx="10222865" cy="1847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85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DM Usage Cases</a:t>
                      </a:r>
                      <a:endParaRPr sz="2400" dirty="0">
                        <a:latin typeface="+mn-lt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Based on</a:t>
                      </a:r>
                      <a:endParaRPr sz="2400">
                        <a:latin typeface="+mn-lt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Workloads</a:t>
                      </a:r>
                      <a:endParaRPr sz="2400" dirty="0">
                        <a:latin typeface="+mn-lt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Memory Malloc System</a:t>
                      </a:r>
                      <a:endParaRPr sz="2400">
                        <a:latin typeface="+mn-lt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Mimalloc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Malloc benchmarks</a:t>
                      </a:r>
                      <a:endParaRPr sz="2400">
                        <a:latin typeface="+mn-lt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Key-Value Store System</a:t>
                      </a:r>
                      <a:endParaRPr sz="2400">
                        <a:latin typeface="+mn-lt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FUSEE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YCSB workloads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DM-Swap System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Fastswap</a:t>
                      </a:r>
                      <a:endParaRPr sz="2400">
                        <a:latin typeface="+mn-lt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Unmodified applications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3" name="그룹 72">
            <a:extLst>
              <a:ext uri="{FF2B5EF4-FFF2-40B4-BE49-F238E27FC236}">
                <a16:creationId xmlns:a16="http://schemas.microsoft.com/office/drawing/2014/main" id="{05122FFD-AC40-43A8-947A-5D8D36D0DC61}"/>
              </a:ext>
            </a:extLst>
          </p:cNvPr>
          <p:cNvGrpSpPr/>
          <p:nvPr/>
        </p:nvGrpSpPr>
        <p:grpSpPr>
          <a:xfrm>
            <a:off x="3799716" y="4367464"/>
            <a:ext cx="4592568" cy="2085174"/>
            <a:chOff x="3290557" y="4159716"/>
            <a:chExt cx="5332590" cy="2208203"/>
          </a:xfrm>
        </p:grpSpPr>
        <p:grpSp>
          <p:nvGrpSpPr>
            <p:cNvPr id="55" name="object 9">
              <a:extLst>
                <a:ext uri="{FF2B5EF4-FFF2-40B4-BE49-F238E27FC236}">
                  <a16:creationId xmlns:a16="http://schemas.microsoft.com/office/drawing/2014/main" id="{EF569D82-E5E9-4E0F-AAE9-24F360A68725}"/>
                </a:ext>
              </a:extLst>
            </p:cNvPr>
            <p:cNvGrpSpPr/>
            <p:nvPr/>
          </p:nvGrpSpPr>
          <p:grpSpPr>
            <a:xfrm>
              <a:off x="3304590" y="4159716"/>
              <a:ext cx="1586230" cy="1002553"/>
              <a:chOff x="3304590" y="3981170"/>
              <a:chExt cx="1586230" cy="1181100"/>
            </a:xfrm>
          </p:grpSpPr>
          <p:sp>
            <p:nvSpPr>
              <p:cNvPr id="56" name="object 10">
                <a:extLst>
                  <a:ext uri="{FF2B5EF4-FFF2-40B4-BE49-F238E27FC236}">
                    <a16:creationId xmlns:a16="http://schemas.microsoft.com/office/drawing/2014/main" id="{0A7D9FD9-4673-44D4-9A1A-D05AE8FFD005}"/>
                  </a:ext>
                </a:extLst>
              </p:cNvPr>
              <p:cNvSpPr/>
              <p:nvPr/>
            </p:nvSpPr>
            <p:spPr>
              <a:xfrm>
                <a:off x="3317748" y="3994403"/>
                <a:ext cx="1560830" cy="1155700"/>
              </a:xfrm>
              <a:custGeom>
                <a:avLst/>
                <a:gdLst/>
                <a:ahLst/>
                <a:cxnLst/>
                <a:rect l="l" t="t" r="r" b="b"/>
                <a:pathLst>
                  <a:path w="1560829" h="1155700">
                    <a:moveTo>
                      <a:pt x="1367027" y="1155192"/>
                    </a:moveTo>
                    <a:lnTo>
                      <a:pt x="192024" y="1155192"/>
                    </a:lnTo>
                    <a:lnTo>
                      <a:pt x="147901" y="1150276"/>
                    </a:lnTo>
                    <a:lnTo>
                      <a:pt x="107394" y="1135907"/>
                    </a:lnTo>
                    <a:lnTo>
                      <a:pt x="71671" y="1113253"/>
                    </a:lnTo>
                    <a:lnTo>
                      <a:pt x="41901" y="1083483"/>
                    </a:lnTo>
                    <a:lnTo>
                      <a:pt x="19253" y="1047766"/>
                    </a:lnTo>
                    <a:lnTo>
                      <a:pt x="4896" y="1007271"/>
                    </a:lnTo>
                    <a:lnTo>
                      <a:pt x="0" y="963168"/>
                    </a:lnTo>
                    <a:lnTo>
                      <a:pt x="0" y="192024"/>
                    </a:lnTo>
                    <a:lnTo>
                      <a:pt x="4896" y="147869"/>
                    </a:lnTo>
                    <a:lnTo>
                      <a:pt x="19253" y="107342"/>
                    </a:lnTo>
                    <a:lnTo>
                      <a:pt x="41901" y="71609"/>
                    </a:lnTo>
                    <a:lnTo>
                      <a:pt x="71671" y="41841"/>
                    </a:lnTo>
                    <a:lnTo>
                      <a:pt x="107394" y="19204"/>
                    </a:lnTo>
                    <a:lnTo>
                      <a:pt x="147901" y="4867"/>
                    </a:lnTo>
                    <a:lnTo>
                      <a:pt x="192024" y="0"/>
                    </a:lnTo>
                    <a:lnTo>
                      <a:pt x="1367027" y="0"/>
                    </a:lnTo>
                    <a:lnTo>
                      <a:pt x="1411369" y="4867"/>
                    </a:lnTo>
                    <a:lnTo>
                      <a:pt x="1452050" y="19204"/>
                    </a:lnTo>
                    <a:lnTo>
                      <a:pt x="1487930" y="41841"/>
                    </a:lnTo>
                    <a:lnTo>
                      <a:pt x="1517864" y="71609"/>
                    </a:lnTo>
                    <a:lnTo>
                      <a:pt x="1540711" y="107342"/>
                    </a:lnTo>
                    <a:lnTo>
                      <a:pt x="1555329" y="147869"/>
                    </a:lnTo>
                    <a:lnTo>
                      <a:pt x="1560576" y="192024"/>
                    </a:lnTo>
                    <a:lnTo>
                      <a:pt x="1560576" y="963168"/>
                    </a:lnTo>
                    <a:lnTo>
                      <a:pt x="1555329" y="1007271"/>
                    </a:lnTo>
                    <a:lnTo>
                      <a:pt x="1540711" y="1047766"/>
                    </a:lnTo>
                    <a:lnTo>
                      <a:pt x="1517864" y="1083483"/>
                    </a:lnTo>
                    <a:lnTo>
                      <a:pt x="1487930" y="1113253"/>
                    </a:lnTo>
                    <a:lnTo>
                      <a:pt x="1452050" y="1135907"/>
                    </a:lnTo>
                    <a:lnTo>
                      <a:pt x="1411369" y="1150276"/>
                    </a:lnTo>
                    <a:lnTo>
                      <a:pt x="1367027" y="1155192"/>
                    </a:lnTo>
                    <a:close/>
                  </a:path>
                </a:pathLst>
              </a:custGeom>
              <a:solidFill>
                <a:srgbClr val="DEEBF7"/>
              </a:solidFill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rPr>
                  <a:t>Memory</a:t>
                </a:r>
                <a:br>
                  <a:rPr kumimoji="0" lang="en-US" altLang="ko-K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rPr>
                </a:br>
                <a:r>
                  <a:rPr kumimoji="0" lang="en-US" altLang="ko-K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rPr>
                  <a:t>Malloc</a:t>
                </a:r>
                <a:br>
                  <a:rPr kumimoji="0" lang="en-US" altLang="ko-K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rPr>
                </a:br>
                <a:r>
                  <a:rPr kumimoji="0" lang="en-US" altLang="ko-K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rPr>
                  <a:t>System</a:t>
                </a:r>
              </a:p>
            </p:txBody>
          </p:sp>
          <p:sp>
            <p:nvSpPr>
              <p:cNvPr id="57" name="object 11">
                <a:extLst>
                  <a:ext uri="{FF2B5EF4-FFF2-40B4-BE49-F238E27FC236}">
                    <a16:creationId xmlns:a16="http://schemas.microsoft.com/office/drawing/2014/main" id="{9A4592E3-FCF3-4CB4-951E-EE0E9649361F}"/>
                  </a:ext>
                </a:extLst>
              </p:cNvPr>
              <p:cNvSpPr/>
              <p:nvPr/>
            </p:nvSpPr>
            <p:spPr>
              <a:xfrm>
                <a:off x="3304590" y="3981170"/>
                <a:ext cx="1586230" cy="1181100"/>
              </a:xfrm>
              <a:custGeom>
                <a:avLst/>
                <a:gdLst/>
                <a:ahLst/>
                <a:cxnLst/>
                <a:rect l="l" t="t" r="r" b="b"/>
                <a:pathLst>
                  <a:path w="1586229" h="1181100">
                    <a:moveTo>
                      <a:pt x="1391234" y="1181100"/>
                    </a:moveTo>
                    <a:lnTo>
                      <a:pt x="194716" y="1181100"/>
                    </a:lnTo>
                    <a:lnTo>
                      <a:pt x="163969" y="1177289"/>
                    </a:lnTo>
                    <a:lnTo>
                      <a:pt x="125387" y="1164589"/>
                    </a:lnTo>
                    <a:lnTo>
                      <a:pt x="90487" y="1145539"/>
                    </a:lnTo>
                    <a:lnTo>
                      <a:pt x="60096" y="1121410"/>
                    </a:lnTo>
                    <a:lnTo>
                      <a:pt x="35026" y="1090930"/>
                    </a:lnTo>
                    <a:lnTo>
                      <a:pt x="16078" y="1055369"/>
                    </a:lnTo>
                    <a:lnTo>
                      <a:pt x="4082" y="1017161"/>
                    </a:lnTo>
                    <a:lnTo>
                      <a:pt x="2397" y="1007668"/>
                    </a:lnTo>
                    <a:lnTo>
                      <a:pt x="2298" y="1007110"/>
                    </a:lnTo>
                    <a:lnTo>
                      <a:pt x="990" y="996950"/>
                    </a:lnTo>
                    <a:lnTo>
                      <a:pt x="203" y="986789"/>
                    </a:lnTo>
                    <a:lnTo>
                      <a:pt x="121" y="984250"/>
                    </a:lnTo>
                    <a:lnTo>
                      <a:pt x="0" y="199389"/>
                    </a:lnTo>
                    <a:lnTo>
                      <a:pt x="152" y="195579"/>
                    </a:lnTo>
                    <a:lnTo>
                      <a:pt x="203" y="194310"/>
                    </a:lnTo>
                    <a:lnTo>
                      <a:pt x="743" y="187342"/>
                    </a:lnTo>
                    <a:lnTo>
                      <a:pt x="793" y="186687"/>
                    </a:lnTo>
                    <a:lnTo>
                      <a:pt x="891" y="185430"/>
                    </a:lnTo>
                    <a:lnTo>
                      <a:pt x="990" y="184150"/>
                    </a:lnTo>
                    <a:lnTo>
                      <a:pt x="2298" y="173989"/>
                    </a:lnTo>
                    <a:lnTo>
                      <a:pt x="16078" y="124460"/>
                    </a:lnTo>
                    <a:lnTo>
                      <a:pt x="35026" y="90170"/>
                    </a:lnTo>
                    <a:lnTo>
                      <a:pt x="40754" y="81279"/>
                    </a:lnTo>
                    <a:lnTo>
                      <a:pt x="46850" y="73660"/>
                    </a:lnTo>
                    <a:lnTo>
                      <a:pt x="53301" y="66039"/>
                    </a:lnTo>
                    <a:lnTo>
                      <a:pt x="60096" y="59689"/>
                    </a:lnTo>
                    <a:lnTo>
                      <a:pt x="67233" y="52070"/>
                    </a:lnTo>
                    <a:lnTo>
                      <a:pt x="74675" y="45720"/>
                    </a:lnTo>
                    <a:lnTo>
                      <a:pt x="82435" y="40639"/>
                    </a:lnTo>
                    <a:lnTo>
                      <a:pt x="90487" y="34289"/>
                    </a:lnTo>
                    <a:lnTo>
                      <a:pt x="125387" y="15239"/>
                    </a:lnTo>
                    <a:lnTo>
                      <a:pt x="174078" y="1270"/>
                    </a:lnTo>
                    <a:lnTo>
                      <a:pt x="184365" y="0"/>
                    </a:lnTo>
                    <a:lnTo>
                      <a:pt x="1401584" y="0"/>
                    </a:lnTo>
                    <a:lnTo>
                      <a:pt x="1441678" y="8889"/>
                    </a:lnTo>
                    <a:lnTo>
                      <a:pt x="1478521" y="24129"/>
                    </a:lnTo>
                    <a:lnTo>
                      <a:pt x="200863" y="24129"/>
                    </a:lnTo>
                    <a:lnTo>
                      <a:pt x="195910" y="25400"/>
                    </a:lnTo>
                    <a:lnTo>
                      <a:pt x="187248" y="25400"/>
                    </a:lnTo>
                    <a:lnTo>
                      <a:pt x="177609" y="26670"/>
                    </a:lnTo>
                    <a:lnTo>
                      <a:pt x="178231" y="26670"/>
                    </a:lnTo>
                    <a:lnTo>
                      <a:pt x="169968" y="27776"/>
                    </a:lnTo>
                    <a:lnTo>
                      <a:pt x="160045" y="30479"/>
                    </a:lnTo>
                    <a:lnTo>
                      <a:pt x="160654" y="30479"/>
                    </a:lnTo>
                    <a:lnTo>
                      <a:pt x="151511" y="33020"/>
                    </a:lnTo>
                    <a:lnTo>
                      <a:pt x="152107" y="33020"/>
                    </a:lnTo>
                    <a:lnTo>
                      <a:pt x="143154" y="35560"/>
                    </a:lnTo>
                    <a:lnTo>
                      <a:pt x="143751" y="35560"/>
                    </a:lnTo>
                    <a:lnTo>
                      <a:pt x="137917" y="38100"/>
                    </a:lnTo>
                    <a:lnTo>
                      <a:pt x="135572" y="38100"/>
                    </a:lnTo>
                    <a:lnTo>
                      <a:pt x="129171" y="41910"/>
                    </a:lnTo>
                    <a:lnTo>
                      <a:pt x="127596" y="41910"/>
                    </a:lnTo>
                    <a:lnTo>
                      <a:pt x="121358" y="45720"/>
                    </a:lnTo>
                    <a:lnTo>
                      <a:pt x="119824" y="45720"/>
                    </a:lnTo>
                    <a:lnTo>
                      <a:pt x="111747" y="50800"/>
                    </a:lnTo>
                    <a:lnTo>
                      <a:pt x="112280" y="50800"/>
                    </a:lnTo>
                    <a:lnTo>
                      <a:pt x="104457" y="55879"/>
                    </a:lnTo>
                    <a:lnTo>
                      <a:pt x="104965" y="55879"/>
                    </a:lnTo>
                    <a:lnTo>
                      <a:pt x="99298" y="59689"/>
                    </a:lnTo>
                    <a:lnTo>
                      <a:pt x="97891" y="59689"/>
                    </a:lnTo>
                    <a:lnTo>
                      <a:pt x="90614" y="66039"/>
                    </a:lnTo>
                    <a:lnTo>
                      <a:pt x="91084" y="66039"/>
                    </a:lnTo>
                    <a:lnTo>
                      <a:pt x="84086" y="71120"/>
                    </a:lnTo>
                    <a:lnTo>
                      <a:pt x="84543" y="71120"/>
                    </a:lnTo>
                    <a:lnTo>
                      <a:pt x="77838" y="77470"/>
                    </a:lnTo>
                    <a:lnTo>
                      <a:pt x="78270" y="77470"/>
                    </a:lnTo>
                    <a:lnTo>
                      <a:pt x="71894" y="83820"/>
                    </a:lnTo>
                    <a:lnTo>
                      <a:pt x="72301" y="83820"/>
                    </a:lnTo>
                    <a:lnTo>
                      <a:pt x="66243" y="90170"/>
                    </a:lnTo>
                    <a:lnTo>
                      <a:pt x="66624" y="90170"/>
                    </a:lnTo>
                    <a:lnTo>
                      <a:pt x="61861" y="96520"/>
                    </a:lnTo>
                    <a:lnTo>
                      <a:pt x="61277" y="96520"/>
                    </a:lnTo>
                    <a:lnTo>
                      <a:pt x="55892" y="104139"/>
                    </a:lnTo>
                    <a:lnTo>
                      <a:pt x="56235" y="104139"/>
                    </a:lnTo>
                    <a:lnTo>
                      <a:pt x="52065" y="110489"/>
                    </a:lnTo>
                    <a:lnTo>
                      <a:pt x="51549" y="110489"/>
                    </a:lnTo>
                    <a:lnTo>
                      <a:pt x="47565" y="118110"/>
                    </a:lnTo>
                    <a:lnTo>
                      <a:pt x="47205" y="118110"/>
                    </a:lnTo>
                    <a:lnTo>
                      <a:pt x="42938" y="127000"/>
                    </a:lnTo>
                    <a:lnTo>
                      <a:pt x="43218" y="127000"/>
                    </a:lnTo>
                    <a:lnTo>
                      <a:pt x="39357" y="134620"/>
                    </a:lnTo>
                    <a:lnTo>
                      <a:pt x="39598" y="134620"/>
                    </a:lnTo>
                    <a:lnTo>
                      <a:pt x="36637" y="142239"/>
                    </a:lnTo>
                    <a:lnTo>
                      <a:pt x="36360" y="142239"/>
                    </a:lnTo>
                    <a:lnTo>
                      <a:pt x="33324" y="151129"/>
                    </a:lnTo>
                    <a:lnTo>
                      <a:pt x="33515" y="151129"/>
                    </a:lnTo>
                    <a:lnTo>
                      <a:pt x="30924" y="160020"/>
                    </a:lnTo>
                    <a:lnTo>
                      <a:pt x="31076" y="160020"/>
                    </a:lnTo>
                    <a:lnTo>
                      <a:pt x="29237" y="167639"/>
                    </a:lnTo>
                    <a:lnTo>
                      <a:pt x="29057" y="167639"/>
                    </a:lnTo>
                    <a:lnTo>
                      <a:pt x="27166" y="178932"/>
                    </a:lnTo>
                    <a:lnTo>
                      <a:pt x="26221" y="186687"/>
                    </a:lnTo>
                    <a:lnTo>
                      <a:pt x="26154" y="187342"/>
                    </a:lnTo>
                    <a:lnTo>
                      <a:pt x="25666" y="194310"/>
                    </a:lnTo>
                    <a:lnTo>
                      <a:pt x="25734" y="986789"/>
                    </a:lnTo>
                    <a:lnTo>
                      <a:pt x="26130" y="992282"/>
                    </a:lnTo>
                    <a:lnTo>
                      <a:pt x="27355" y="1003300"/>
                    </a:lnTo>
                    <a:lnTo>
                      <a:pt x="29057" y="1012189"/>
                    </a:lnTo>
                    <a:lnTo>
                      <a:pt x="29892" y="1015764"/>
                    </a:lnTo>
                    <a:lnTo>
                      <a:pt x="30799" y="1019833"/>
                    </a:lnTo>
                    <a:lnTo>
                      <a:pt x="31031" y="1020700"/>
                    </a:lnTo>
                    <a:lnTo>
                      <a:pt x="31076" y="1021080"/>
                    </a:lnTo>
                    <a:lnTo>
                      <a:pt x="31248" y="1021080"/>
                    </a:lnTo>
                    <a:lnTo>
                      <a:pt x="33515" y="1029969"/>
                    </a:lnTo>
                    <a:lnTo>
                      <a:pt x="33758" y="1029969"/>
                    </a:lnTo>
                    <a:lnTo>
                      <a:pt x="36360" y="1037589"/>
                    </a:lnTo>
                    <a:lnTo>
                      <a:pt x="36144" y="1037589"/>
                    </a:lnTo>
                    <a:lnTo>
                      <a:pt x="39598" y="1046480"/>
                    </a:lnTo>
                    <a:lnTo>
                      <a:pt x="39908" y="1046480"/>
                    </a:lnTo>
                    <a:lnTo>
                      <a:pt x="43218" y="1054100"/>
                    </a:lnTo>
                    <a:lnTo>
                      <a:pt x="43548" y="1054100"/>
                    </a:lnTo>
                    <a:lnTo>
                      <a:pt x="47205" y="1061719"/>
                    </a:lnTo>
                    <a:lnTo>
                      <a:pt x="47565" y="1061719"/>
                    </a:lnTo>
                    <a:lnTo>
                      <a:pt x="51549" y="1069339"/>
                    </a:lnTo>
                    <a:lnTo>
                      <a:pt x="51946" y="1069339"/>
                    </a:lnTo>
                    <a:lnTo>
                      <a:pt x="56235" y="1076960"/>
                    </a:lnTo>
                    <a:lnTo>
                      <a:pt x="56790" y="1076960"/>
                    </a:lnTo>
                    <a:lnTo>
                      <a:pt x="61277" y="1083310"/>
                    </a:lnTo>
                    <a:lnTo>
                      <a:pt x="60909" y="1083310"/>
                    </a:lnTo>
                    <a:lnTo>
                      <a:pt x="66624" y="1089660"/>
                    </a:lnTo>
                    <a:lnTo>
                      <a:pt x="66243" y="1089660"/>
                    </a:lnTo>
                    <a:lnTo>
                      <a:pt x="72301" y="1097280"/>
                    </a:lnTo>
                    <a:lnTo>
                      <a:pt x="72957" y="1097280"/>
                    </a:lnTo>
                    <a:lnTo>
                      <a:pt x="78270" y="1103630"/>
                    </a:lnTo>
                    <a:lnTo>
                      <a:pt x="79179" y="1103630"/>
                    </a:lnTo>
                    <a:lnTo>
                      <a:pt x="84543" y="1108710"/>
                    </a:lnTo>
                    <a:lnTo>
                      <a:pt x="84086" y="1108710"/>
                    </a:lnTo>
                    <a:lnTo>
                      <a:pt x="91084" y="1115060"/>
                    </a:lnTo>
                    <a:lnTo>
                      <a:pt x="92069" y="1115060"/>
                    </a:lnTo>
                    <a:lnTo>
                      <a:pt x="97891" y="1120139"/>
                    </a:lnTo>
                    <a:lnTo>
                      <a:pt x="97409" y="1120139"/>
                    </a:lnTo>
                    <a:lnTo>
                      <a:pt x="104965" y="1125219"/>
                    </a:lnTo>
                    <a:lnTo>
                      <a:pt x="104457" y="1125219"/>
                    </a:lnTo>
                    <a:lnTo>
                      <a:pt x="112280" y="1130300"/>
                    </a:lnTo>
                    <a:lnTo>
                      <a:pt x="113766" y="1130300"/>
                    </a:lnTo>
                    <a:lnTo>
                      <a:pt x="119824" y="1134110"/>
                    </a:lnTo>
                    <a:lnTo>
                      <a:pt x="119278" y="1134110"/>
                    </a:lnTo>
                    <a:lnTo>
                      <a:pt x="127596" y="1137919"/>
                    </a:lnTo>
                    <a:lnTo>
                      <a:pt x="127038" y="1137919"/>
                    </a:lnTo>
                    <a:lnTo>
                      <a:pt x="135572" y="1141730"/>
                    </a:lnTo>
                    <a:lnTo>
                      <a:pt x="135000" y="1141730"/>
                    </a:lnTo>
                    <a:lnTo>
                      <a:pt x="143751" y="1144269"/>
                    </a:lnTo>
                    <a:lnTo>
                      <a:pt x="143154" y="1144269"/>
                    </a:lnTo>
                    <a:lnTo>
                      <a:pt x="152107" y="1148080"/>
                    </a:lnTo>
                    <a:lnTo>
                      <a:pt x="156083" y="1148080"/>
                    </a:lnTo>
                    <a:lnTo>
                      <a:pt x="160654" y="1149350"/>
                    </a:lnTo>
                    <a:lnTo>
                      <a:pt x="160045" y="1149350"/>
                    </a:lnTo>
                    <a:lnTo>
                      <a:pt x="169367" y="1151889"/>
                    </a:lnTo>
                    <a:lnTo>
                      <a:pt x="168744" y="1151889"/>
                    </a:lnTo>
                    <a:lnTo>
                      <a:pt x="178231" y="1153160"/>
                    </a:lnTo>
                    <a:lnTo>
                      <a:pt x="177609" y="1153160"/>
                    </a:lnTo>
                    <a:lnTo>
                      <a:pt x="187248" y="1154430"/>
                    </a:lnTo>
                    <a:lnTo>
                      <a:pt x="186613" y="1154430"/>
                    </a:lnTo>
                    <a:lnTo>
                      <a:pt x="196392" y="1155700"/>
                    </a:lnTo>
                    <a:lnTo>
                      <a:pt x="1478521" y="1155700"/>
                    </a:lnTo>
                    <a:lnTo>
                      <a:pt x="1469656" y="1160780"/>
                    </a:lnTo>
                    <a:lnTo>
                      <a:pt x="1451228" y="1168400"/>
                    </a:lnTo>
                    <a:lnTo>
                      <a:pt x="1441678" y="1172210"/>
                    </a:lnTo>
                    <a:lnTo>
                      <a:pt x="1421980" y="1177289"/>
                    </a:lnTo>
                    <a:lnTo>
                      <a:pt x="1391234" y="1181100"/>
                    </a:lnTo>
                    <a:close/>
                  </a:path>
                  <a:path w="1586229" h="1181100">
                    <a:moveTo>
                      <a:pt x="1450949" y="39370"/>
                    </a:moveTo>
                    <a:lnTo>
                      <a:pt x="1442199" y="35560"/>
                    </a:lnTo>
                    <a:lnTo>
                      <a:pt x="1442783" y="35560"/>
                    </a:lnTo>
                    <a:lnTo>
                      <a:pt x="1433829" y="33020"/>
                    </a:lnTo>
                    <a:lnTo>
                      <a:pt x="1434426" y="33020"/>
                    </a:lnTo>
                    <a:lnTo>
                      <a:pt x="1425282" y="30479"/>
                    </a:lnTo>
                    <a:lnTo>
                      <a:pt x="1425905" y="30479"/>
                    </a:lnTo>
                    <a:lnTo>
                      <a:pt x="1415980" y="27776"/>
                    </a:lnTo>
                    <a:lnTo>
                      <a:pt x="1407706" y="26670"/>
                    </a:lnTo>
                    <a:lnTo>
                      <a:pt x="1408341" y="26670"/>
                    </a:lnTo>
                    <a:lnTo>
                      <a:pt x="1398701" y="25400"/>
                    </a:lnTo>
                    <a:lnTo>
                      <a:pt x="1390027" y="25400"/>
                    </a:lnTo>
                    <a:lnTo>
                      <a:pt x="1385087" y="24129"/>
                    </a:lnTo>
                    <a:lnTo>
                      <a:pt x="1478521" y="24129"/>
                    </a:lnTo>
                    <a:lnTo>
                      <a:pt x="1487119" y="29210"/>
                    </a:lnTo>
                    <a:lnTo>
                      <a:pt x="1495450" y="34289"/>
                    </a:lnTo>
                    <a:lnTo>
                      <a:pt x="1500281" y="38100"/>
                    </a:lnTo>
                    <a:lnTo>
                      <a:pt x="1450378" y="38100"/>
                    </a:lnTo>
                    <a:lnTo>
                      <a:pt x="1450949" y="39370"/>
                    </a:lnTo>
                    <a:close/>
                  </a:path>
                  <a:path w="1586229" h="1181100">
                    <a:moveTo>
                      <a:pt x="135000" y="39370"/>
                    </a:moveTo>
                    <a:lnTo>
                      <a:pt x="135572" y="38100"/>
                    </a:lnTo>
                    <a:lnTo>
                      <a:pt x="137917" y="38100"/>
                    </a:lnTo>
                    <a:lnTo>
                      <a:pt x="135000" y="39370"/>
                    </a:lnTo>
                    <a:close/>
                  </a:path>
                  <a:path w="1586229" h="1181100">
                    <a:moveTo>
                      <a:pt x="1458912" y="43179"/>
                    </a:moveTo>
                    <a:lnTo>
                      <a:pt x="1450378" y="38100"/>
                    </a:lnTo>
                    <a:lnTo>
                      <a:pt x="1500281" y="38100"/>
                    </a:lnTo>
                    <a:lnTo>
                      <a:pt x="1503502" y="40639"/>
                    </a:lnTo>
                    <a:lnTo>
                      <a:pt x="1505442" y="41910"/>
                    </a:lnTo>
                    <a:lnTo>
                      <a:pt x="1458353" y="41910"/>
                    </a:lnTo>
                    <a:lnTo>
                      <a:pt x="1458912" y="43179"/>
                    </a:lnTo>
                    <a:close/>
                  </a:path>
                  <a:path w="1586229" h="1181100">
                    <a:moveTo>
                      <a:pt x="127038" y="43179"/>
                    </a:moveTo>
                    <a:lnTo>
                      <a:pt x="127596" y="41910"/>
                    </a:lnTo>
                    <a:lnTo>
                      <a:pt x="129171" y="41910"/>
                    </a:lnTo>
                    <a:lnTo>
                      <a:pt x="127038" y="43179"/>
                    </a:lnTo>
                    <a:close/>
                  </a:path>
                  <a:path w="1586229" h="1181100">
                    <a:moveTo>
                      <a:pt x="1466659" y="46989"/>
                    </a:moveTo>
                    <a:lnTo>
                      <a:pt x="1458353" y="41910"/>
                    </a:lnTo>
                    <a:lnTo>
                      <a:pt x="1505442" y="41910"/>
                    </a:lnTo>
                    <a:lnTo>
                      <a:pt x="1511261" y="45720"/>
                    </a:lnTo>
                    <a:lnTo>
                      <a:pt x="1466126" y="45720"/>
                    </a:lnTo>
                    <a:lnTo>
                      <a:pt x="1466659" y="46989"/>
                    </a:lnTo>
                    <a:close/>
                  </a:path>
                  <a:path w="1586229" h="1181100">
                    <a:moveTo>
                      <a:pt x="119278" y="46989"/>
                    </a:moveTo>
                    <a:lnTo>
                      <a:pt x="119824" y="45720"/>
                    </a:lnTo>
                    <a:lnTo>
                      <a:pt x="121358" y="45720"/>
                    </a:lnTo>
                    <a:lnTo>
                      <a:pt x="119278" y="46989"/>
                    </a:lnTo>
                    <a:close/>
                  </a:path>
                  <a:path w="1586229" h="1181100">
                    <a:moveTo>
                      <a:pt x="1488541" y="60960"/>
                    </a:moveTo>
                    <a:lnTo>
                      <a:pt x="1480985" y="55879"/>
                    </a:lnTo>
                    <a:lnTo>
                      <a:pt x="1481493" y="55879"/>
                    </a:lnTo>
                    <a:lnTo>
                      <a:pt x="1473669" y="50800"/>
                    </a:lnTo>
                    <a:lnTo>
                      <a:pt x="1474190" y="50800"/>
                    </a:lnTo>
                    <a:lnTo>
                      <a:pt x="1466126" y="45720"/>
                    </a:lnTo>
                    <a:lnTo>
                      <a:pt x="1511261" y="45720"/>
                    </a:lnTo>
                    <a:lnTo>
                      <a:pt x="1518716" y="52070"/>
                    </a:lnTo>
                    <a:lnTo>
                      <a:pt x="1525841" y="59689"/>
                    </a:lnTo>
                    <a:lnTo>
                      <a:pt x="1488046" y="59689"/>
                    </a:lnTo>
                    <a:lnTo>
                      <a:pt x="1488541" y="60960"/>
                    </a:lnTo>
                    <a:close/>
                  </a:path>
                  <a:path w="1586229" h="1181100">
                    <a:moveTo>
                      <a:pt x="97409" y="60960"/>
                    </a:moveTo>
                    <a:lnTo>
                      <a:pt x="97891" y="59689"/>
                    </a:lnTo>
                    <a:lnTo>
                      <a:pt x="99298" y="59689"/>
                    </a:lnTo>
                    <a:lnTo>
                      <a:pt x="97409" y="60960"/>
                    </a:lnTo>
                    <a:close/>
                  </a:path>
                  <a:path w="1586229" h="1181100">
                    <a:moveTo>
                      <a:pt x="1525041" y="97789"/>
                    </a:moveTo>
                    <a:lnTo>
                      <a:pt x="1519313" y="90170"/>
                    </a:lnTo>
                    <a:lnTo>
                      <a:pt x="1519707" y="90170"/>
                    </a:lnTo>
                    <a:lnTo>
                      <a:pt x="1513649" y="83820"/>
                    </a:lnTo>
                    <a:lnTo>
                      <a:pt x="1514055" y="83820"/>
                    </a:lnTo>
                    <a:lnTo>
                      <a:pt x="1507667" y="77470"/>
                    </a:lnTo>
                    <a:lnTo>
                      <a:pt x="1508099" y="77470"/>
                    </a:lnTo>
                    <a:lnTo>
                      <a:pt x="1501406" y="71120"/>
                    </a:lnTo>
                    <a:lnTo>
                      <a:pt x="1501851" y="71120"/>
                    </a:lnTo>
                    <a:lnTo>
                      <a:pt x="1494866" y="66039"/>
                    </a:lnTo>
                    <a:lnTo>
                      <a:pt x="1495336" y="66039"/>
                    </a:lnTo>
                    <a:lnTo>
                      <a:pt x="1488046" y="59689"/>
                    </a:lnTo>
                    <a:lnTo>
                      <a:pt x="1525841" y="59689"/>
                    </a:lnTo>
                    <a:lnTo>
                      <a:pt x="1532648" y="66039"/>
                    </a:lnTo>
                    <a:lnTo>
                      <a:pt x="1539100" y="73660"/>
                    </a:lnTo>
                    <a:lnTo>
                      <a:pt x="1545196" y="81279"/>
                    </a:lnTo>
                    <a:lnTo>
                      <a:pt x="1550924" y="90170"/>
                    </a:lnTo>
                    <a:lnTo>
                      <a:pt x="1555379" y="96520"/>
                    </a:lnTo>
                    <a:lnTo>
                      <a:pt x="1524673" y="96520"/>
                    </a:lnTo>
                    <a:lnTo>
                      <a:pt x="1525041" y="97789"/>
                    </a:lnTo>
                    <a:close/>
                  </a:path>
                  <a:path w="1586229" h="1181100">
                    <a:moveTo>
                      <a:pt x="60909" y="97789"/>
                    </a:moveTo>
                    <a:lnTo>
                      <a:pt x="61277" y="96520"/>
                    </a:lnTo>
                    <a:lnTo>
                      <a:pt x="61861" y="96520"/>
                    </a:lnTo>
                    <a:lnTo>
                      <a:pt x="60909" y="97789"/>
                    </a:lnTo>
                    <a:close/>
                  </a:path>
                  <a:path w="1586229" h="1181100">
                    <a:moveTo>
                      <a:pt x="1534718" y="111760"/>
                    </a:moveTo>
                    <a:lnTo>
                      <a:pt x="1529702" y="104139"/>
                    </a:lnTo>
                    <a:lnTo>
                      <a:pt x="1530045" y="104139"/>
                    </a:lnTo>
                    <a:lnTo>
                      <a:pt x="1524673" y="96520"/>
                    </a:lnTo>
                    <a:lnTo>
                      <a:pt x="1555379" y="96520"/>
                    </a:lnTo>
                    <a:lnTo>
                      <a:pt x="1556270" y="97789"/>
                    </a:lnTo>
                    <a:lnTo>
                      <a:pt x="1561211" y="106679"/>
                    </a:lnTo>
                    <a:lnTo>
                      <a:pt x="1563154" y="110489"/>
                    </a:lnTo>
                    <a:lnTo>
                      <a:pt x="1534401" y="110489"/>
                    </a:lnTo>
                    <a:lnTo>
                      <a:pt x="1534718" y="111760"/>
                    </a:lnTo>
                    <a:close/>
                  </a:path>
                  <a:path w="1586229" h="1181100">
                    <a:moveTo>
                      <a:pt x="51231" y="111760"/>
                    </a:moveTo>
                    <a:lnTo>
                      <a:pt x="51549" y="110489"/>
                    </a:lnTo>
                    <a:lnTo>
                      <a:pt x="52065" y="110489"/>
                    </a:lnTo>
                    <a:lnTo>
                      <a:pt x="51231" y="111760"/>
                    </a:lnTo>
                    <a:close/>
                  </a:path>
                  <a:path w="1586229" h="1181100">
                    <a:moveTo>
                      <a:pt x="1539036" y="119379"/>
                    </a:moveTo>
                    <a:lnTo>
                      <a:pt x="1534401" y="110489"/>
                    </a:lnTo>
                    <a:lnTo>
                      <a:pt x="1563154" y="110489"/>
                    </a:lnTo>
                    <a:lnTo>
                      <a:pt x="1565744" y="115570"/>
                    </a:lnTo>
                    <a:lnTo>
                      <a:pt x="1566920" y="118110"/>
                    </a:lnTo>
                    <a:lnTo>
                      <a:pt x="1538744" y="118110"/>
                    </a:lnTo>
                    <a:lnTo>
                      <a:pt x="1539036" y="119379"/>
                    </a:lnTo>
                    <a:close/>
                  </a:path>
                  <a:path w="1586229" h="1181100">
                    <a:moveTo>
                      <a:pt x="46901" y="119379"/>
                    </a:moveTo>
                    <a:lnTo>
                      <a:pt x="47205" y="118110"/>
                    </a:lnTo>
                    <a:lnTo>
                      <a:pt x="47565" y="118110"/>
                    </a:lnTo>
                    <a:lnTo>
                      <a:pt x="46901" y="119379"/>
                    </a:lnTo>
                    <a:close/>
                  </a:path>
                  <a:path w="1586229" h="1181100">
                    <a:moveTo>
                      <a:pt x="1549806" y="143510"/>
                    </a:moveTo>
                    <a:lnTo>
                      <a:pt x="1546352" y="134620"/>
                    </a:lnTo>
                    <a:lnTo>
                      <a:pt x="1546593" y="134620"/>
                    </a:lnTo>
                    <a:lnTo>
                      <a:pt x="1542732" y="127000"/>
                    </a:lnTo>
                    <a:lnTo>
                      <a:pt x="1542999" y="127000"/>
                    </a:lnTo>
                    <a:lnTo>
                      <a:pt x="1538744" y="118110"/>
                    </a:lnTo>
                    <a:lnTo>
                      <a:pt x="1566920" y="118110"/>
                    </a:lnTo>
                    <a:lnTo>
                      <a:pt x="1569859" y="124460"/>
                    </a:lnTo>
                    <a:lnTo>
                      <a:pt x="1576319" y="142239"/>
                    </a:lnTo>
                    <a:lnTo>
                      <a:pt x="1549590" y="142239"/>
                    </a:lnTo>
                    <a:lnTo>
                      <a:pt x="1549806" y="143510"/>
                    </a:lnTo>
                    <a:close/>
                  </a:path>
                  <a:path w="1586229" h="1181100">
                    <a:moveTo>
                      <a:pt x="36144" y="143510"/>
                    </a:moveTo>
                    <a:lnTo>
                      <a:pt x="36360" y="142239"/>
                    </a:lnTo>
                    <a:lnTo>
                      <a:pt x="36637" y="142239"/>
                    </a:lnTo>
                    <a:lnTo>
                      <a:pt x="36144" y="143510"/>
                    </a:lnTo>
                    <a:close/>
                  </a:path>
                  <a:path w="1586229" h="1181100">
                    <a:moveTo>
                      <a:pt x="1557101" y="168896"/>
                    </a:moveTo>
                    <a:lnTo>
                      <a:pt x="1556871" y="168295"/>
                    </a:lnTo>
                    <a:lnTo>
                      <a:pt x="1554873" y="160020"/>
                    </a:lnTo>
                    <a:lnTo>
                      <a:pt x="1555026" y="160020"/>
                    </a:lnTo>
                    <a:lnTo>
                      <a:pt x="1552435" y="151129"/>
                    </a:lnTo>
                    <a:lnTo>
                      <a:pt x="1552613" y="151129"/>
                    </a:lnTo>
                    <a:lnTo>
                      <a:pt x="1549590" y="142239"/>
                    </a:lnTo>
                    <a:lnTo>
                      <a:pt x="1576319" y="142239"/>
                    </a:lnTo>
                    <a:lnTo>
                      <a:pt x="1576781" y="143510"/>
                    </a:lnTo>
                    <a:lnTo>
                      <a:pt x="1579549" y="153670"/>
                    </a:lnTo>
                    <a:lnTo>
                      <a:pt x="1581835" y="163829"/>
                    </a:lnTo>
                    <a:lnTo>
                      <a:pt x="1582516" y="167639"/>
                    </a:lnTo>
                    <a:lnTo>
                      <a:pt x="1556892" y="167639"/>
                    </a:lnTo>
                    <a:lnTo>
                      <a:pt x="1557006" y="168295"/>
                    </a:lnTo>
                    <a:lnTo>
                      <a:pt x="1557101" y="168896"/>
                    </a:lnTo>
                    <a:close/>
                  </a:path>
                  <a:path w="1586229" h="1181100">
                    <a:moveTo>
                      <a:pt x="28933" y="168896"/>
                    </a:moveTo>
                    <a:lnTo>
                      <a:pt x="29057" y="167639"/>
                    </a:lnTo>
                    <a:lnTo>
                      <a:pt x="29237" y="167639"/>
                    </a:lnTo>
                    <a:lnTo>
                      <a:pt x="28933" y="168896"/>
                    </a:lnTo>
                    <a:close/>
                  </a:path>
                  <a:path w="1586229" h="1181100">
                    <a:moveTo>
                      <a:pt x="1582743" y="1012189"/>
                    </a:moveTo>
                    <a:lnTo>
                      <a:pt x="1556892" y="1012189"/>
                    </a:lnTo>
                    <a:lnTo>
                      <a:pt x="1558493" y="1003300"/>
                    </a:lnTo>
                    <a:lnTo>
                      <a:pt x="1559712" y="993142"/>
                    </a:lnTo>
                    <a:lnTo>
                      <a:pt x="1559805" y="992282"/>
                    </a:lnTo>
                    <a:lnTo>
                      <a:pt x="1560213" y="986789"/>
                    </a:lnTo>
                    <a:lnTo>
                      <a:pt x="1560304" y="194310"/>
                    </a:lnTo>
                    <a:lnTo>
                      <a:pt x="1559790" y="187342"/>
                    </a:lnTo>
                    <a:lnTo>
                      <a:pt x="1558840" y="179354"/>
                    </a:lnTo>
                    <a:lnTo>
                      <a:pt x="1557109" y="168896"/>
                    </a:lnTo>
                    <a:lnTo>
                      <a:pt x="1556958" y="168295"/>
                    </a:lnTo>
                    <a:lnTo>
                      <a:pt x="1556892" y="167639"/>
                    </a:lnTo>
                    <a:lnTo>
                      <a:pt x="1582516" y="167639"/>
                    </a:lnTo>
                    <a:lnTo>
                      <a:pt x="1583651" y="173989"/>
                    </a:lnTo>
                    <a:lnTo>
                      <a:pt x="1584960" y="184150"/>
                    </a:lnTo>
                    <a:lnTo>
                      <a:pt x="1585734" y="194310"/>
                    </a:lnTo>
                    <a:lnTo>
                      <a:pt x="1585734" y="986789"/>
                    </a:lnTo>
                    <a:lnTo>
                      <a:pt x="1584960" y="996950"/>
                    </a:lnTo>
                    <a:lnTo>
                      <a:pt x="1583651" y="1007110"/>
                    </a:lnTo>
                    <a:lnTo>
                      <a:pt x="1582743" y="1012189"/>
                    </a:lnTo>
                    <a:close/>
                  </a:path>
                  <a:path w="1586229" h="1181100">
                    <a:moveTo>
                      <a:pt x="1580978" y="1021080"/>
                    </a:moveTo>
                    <a:lnTo>
                      <a:pt x="1554873" y="1021080"/>
                    </a:lnTo>
                    <a:lnTo>
                      <a:pt x="1557016" y="1010937"/>
                    </a:lnTo>
                    <a:lnTo>
                      <a:pt x="1556892" y="1012189"/>
                    </a:lnTo>
                    <a:lnTo>
                      <a:pt x="1582743" y="1012189"/>
                    </a:lnTo>
                    <a:lnTo>
                      <a:pt x="1581855" y="1017161"/>
                    </a:lnTo>
                    <a:lnTo>
                      <a:pt x="1581063" y="1020700"/>
                    </a:lnTo>
                    <a:lnTo>
                      <a:pt x="1580978" y="1021080"/>
                    </a:lnTo>
                    <a:close/>
                  </a:path>
                  <a:path w="1586229" h="1181100">
                    <a:moveTo>
                      <a:pt x="31248" y="1021080"/>
                    </a:moveTo>
                    <a:lnTo>
                      <a:pt x="31076" y="1021080"/>
                    </a:lnTo>
                    <a:lnTo>
                      <a:pt x="30203" y="1017161"/>
                    </a:lnTo>
                    <a:lnTo>
                      <a:pt x="31151" y="1020700"/>
                    </a:lnTo>
                    <a:lnTo>
                      <a:pt x="31248" y="1021080"/>
                    </a:lnTo>
                    <a:close/>
                  </a:path>
                  <a:path w="1586229" h="1181100">
                    <a:moveTo>
                      <a:pt x="1578758" y="1029969"/>
                    </a:moveTo>
                    <a:lnTo>
                      <a:pt x="1552435" y="1029969"/>
                    </a:lnTo>
                    <a:lnTo>
                      <a:pt x="1555020" y="1019833"/>
                    </a:lnTo>
                    <a:lnTo>
                      <a:pt x="1554953" y="1020700"/>
                    </a:lnTo>
                    <a:lnTo>
                      <a:pt x="1554873" y="1021080"/>
                    </a:lnTo>
                    <a:lnTo>
                      <a:pt x="1580978" y="1021080"/>
                    </a:lnTo>
                    <a:lnTo>
                      <a:pt x="1579549" y="1027430"/>
                    </a:lnTo>
                    <a:lnTo>
                      <a:pt x="1578758" y="1029969"/>
                    </a:lnTo>
                    <a:close/>
                  </a:path>
                  <a:path w="1586229" h="1181100">
                    <a:moveTo>
                      <a:pt x="33758" y="1029969"/>
                    </a:moveTo>
                    <a:lnTo>
                      <a:pt x="33515" y="1029969"/>
                    </a:lnTo>
                    <a:lnTo>
                      <a:pt x="33324" y="1028700"/>
                    </a:lnTo>
                    <a:lnTo>
                      <a:pt x="33758" y="1029969"/>
                    </a:lnTo>
                    <a:close/>
                  </a:path>
                  <a:path w="1586229" h="1181100">
                    <a:moveTo>
                      <a:pt x="1573542" y="1046480"/>
                    </a:moveTo>
                    <a:lnTo>
                      <a:pt x="1546352" y="1046480"/>
                    </a:lnTo>
                    <a:lnTo>
                      <a:pt x="1549806" y="1037589"/>
                    </a:lnTo>
                    <a:lnTo>
                      <a:pt x="1549590" y="1037589"/>
                    </a:lnTo>
                    <a:lnTo>
                      <a:pt x="1552613" y="1028700"/>
                    </a:lnTo>
                    <a:lnTo>
                      <a:pt x="1552435" y="1029969"/>
                    </a:lnTo>
                    <a:lnTo>
                      <a:pt x="1578758" y="1029969"/>
                    </a:lnTo>
                    <a:lnTo>
                      <a:pt x="1576781" y="1036319"/>
                    </a:lnTo>
                    <a:lnTo>
                      <a:pt x="1573542" y="1046480"/>
                    </a:lnTo>
                    <a:close/>
                  </a:path>
                  <a:path w="1586229" h="1181100">
                    <a:moveTo>
                      <a:pt x="39908" y="1046480"/>
                    </a:moveTo>
                    <a:lnTo>
                      <a:pt x="39598" y="1046480"/>
                    </a:lnTo>
                    <a:lnTo>
                      <a:pt x="39357" y="1045210"/>
                    </a:lnTo>
                    <a:lnTo>
                      <a:pt x="39908" y="1046480"/>
                    </a:lnTo>
                    <a:close/>
                  </a:path>
                  <a:path w="1586229" h="1181100">
                    <a:moveTo>
                      <a:pt x="1570385" y="1054100"/>
                    </a:moveTo>
                    <a:lnTo>
                      <a:pt x="1542732" y="1054100"/>
                    </a:lnTo>
                    <a:lnTo>
                      <a:pt x="1546593" y="1045210"/>
                    </a:lnTo>
                    <a:lnTo>
                      <a:pt x="1546352" y="1046480"/>
                    </a:lnTo>
                    <a:lnTo>
                      <a:pt x="1573542" y="1046480"/>
                    </a:lnTo>
                    <a:lnTo>
                      <a:pt x="1570385" y="1054100"/>
                    </a:lnTo>
                    <a:close/>
                  </a:path>
                  <a:path w="1586229" h="1181100">
                    <a:moveTo>
                      <a:pt x="43548" y="1054100"/>
                    </a:moveTo>
                    <a:lnTo>
                      <a:pt x="43218" y="1054100"/>
                    </a:lnTo>
                    <a:lnTo>
                      <a:pt x="42938" y="1052830"/>
                    </a:lnTo>
                    <a:lnTo>
                      <a:pt x="43548" y="1054100"/>
                    </a:lnTo>
                    <a:close/>
                  </a:path>
                  <a:path w="1586229" h="1181100">
                    <a:moveTo>
                      <a:pt x="1566920" y="1061719"/>
                    </a:moveTo>
                    <a:lnTo>
                      <a:pt x="1538744" y="1061719"/>
                    </a:lnTo>
                    <a:lnTo>
                      <a:pt x="1542999" y="1052830"/>
                    </a:lnTo>
                    <a:lnTo>
                      <a:pt x="1542732" y="1054100"/>
                    </a:lnTo>
                    <a:lnTo>
                      <a:pt x="1570385" y="1054100"/>
                    </a:lnTo>
                    <a:lnTo>
                      <a:pt x="1569859" y="1055369"/>
                    </a:lnTo>
                    <a:lnTo>
                      <a:pt x="1566920" y="1061719"/>
                    </a:lnTo>
                    <a:close/>
                  </a:path>
                  <a:path w="1586229" h="1181100">
                    <a:moveTo>
                      <a:pt x="47565" y="1061719"/>
                    </a:moveTo>
                    <a:lnTo>
                      <a:pt x="47205" y="1061719"/>
                    </a:lnTo>
                    <a:lnTo>
                      <a:pt x="46901" y="1060450"/>
                    </a:lnTo>
                    <a:lnTo>
                      <a:pt x="47565" y="1061719"/>
                    </a:lnTo>
                    <a:close/>
                  </a:path>
                  <a:path w="1586229" h="1181100">
                    <a:moveTo>
                      <a:pt x="1563154" y="1069339"/>
                    </a:moveTo>
                    <a:lnTo>
                      <a:pt x="1534401" y="1069339"/>
                    </a:lnTo>
                    <a:lnTo>
                      <a:pt x="1539036" y="1060450"/>
                    </a:lnTo>
                    <a:lnTo>
                      <a:pt x="1538744" y="1061719"/>
                    </a:lnTo>
                    <a:lnTo>
                      <a:pt x="1566920" y="1061719"/>
                    </a:lnTo>
                    <a:lnTo>
                      <a:pt x="1565744" y="1064260"/>
                    </a:lnTo>
                    <a:lnTo>
                      <a:pt x="1563154" y="1069339"/>
                    </a:lnTo>
                    <a:close/>
                  </a:path>
                  <a:path w="1586229" h="1181100">
                    <a:moveTo>
                      <a:pt x="51946" y="1069339"/>
                    </a:moveTo>
                    <a:lnTo>
                      <a:pt x="51549" y="1069339"/>
                    </a:lnTo>
                    <a:lnTo>
                      <a:pt x="51231" y="1068069"/>
                    </a:lnTo>
                    <a:lnTo>
                      <a:pt x="51946" y="1069339"/>
                    </a:lnTo>
                    <a:close/>
                  </a:path>
                  <a:path w="1586229" h="1181100">
                    <a:moveTo>
                      <a:pt x="1559093" y="1076960"/>
                    </a:moveTo>
                    <a:lnTo>
                      <a:pt x="1529702" y="1076960"/>
                    </a:lnTo>
                    <a:lnTo>
                      <a:pt x="1534718" y="1068069"/>
                    </a:lnTo>
                    <a:lnTo>
                      <a:pt x="1534401" y="1069339"/>
                    </a:lnTo>
                    <a:lnTo>
                      <a:pt x="1563154" y="1069339"/>
                    </a:lnTo>
                    <a:lnTo>
                      <a:pt x="1561211" y="1073150"/>
                    </a:lnTo>
                    <a:lnTo>
                      <a:pt x="1559093" y="1076960"/>
                    </a:lnTo>
                    <a:close/>
                  </a:path>
                  <a:path w="1586229" h="1181100">
                    <a:moveTo>
                      <a:pt x="56790" y="1076960"/>
                    </a:moveTo>
                    <a:lnTo>
                      <a:pt x="56235" y="1076960"/>
                    </a:lnTo>
                    <a:lnTo>
                      <a:pt x="55892" y="1075689"/>
                    </a:lnTo>
                    <a:lnTo>
                      <a:pt x="56790" y="1076960"/>
                    </a:lnTo>
                    <a:close/>
                  </a:path>
                  <a:path w="1586229" h="1181100">
                    <a:moveTo>
                      <a:pt x="1546150" y="1097280"/>
                    </a:moveTo>
                    <a:lnTo>
                      <a:pt x="1513649" y="1097280"/>
                    </a:lnTo>
                    <a:lnTo>
                      <a:pt x="1519707" y="1089660"/>
                    </a:lnTo>
                    <a:lnTo>
                      <a:pt x="1519313" y="1089660"/>
                    </a:lnTo>
                    <a:lnTo>
                      <a:pt x="1525041" y="1083310"/>
                    </a:lnTo>
                    <a:lnTo>
                      <a:pt x="1524673" y="1083310"/>
                    </a:lnTo>
                    <a:lnTo>
                      <a:pt x="1530045" y="1075689"/>
                    </a:lnTo>
                    <a:lnTo>
                      <a:pt x="1529702" y="1076960"/>
                    </a:lnTo>
                    <a:lnTo>
                      <a:pt x="1559093" y="1076960"/>
                    </a:lnTo>
                    <a:lnTo>
                      <a:pt x="1556270" y="1082039"/>
                    </a:lnTo>
                    <a:lnTo>
                      <a:pt x="1550924" y="1090930"/>
                    </a:lnTo>
                    <a:lnTo>
                      <a:pt x="1546150" y="1097280"/>
                    </a:lnTo>
                    <a:close/>
                  </a:path>
                  <a:path w="1586229" h="1181100">
                    <a:moveTo>
                      <a:pt x="72957" y="1097280"/>
                    </a:moveTo>
                    <a:lnTo>
                      <a:pt x="72301" y="1097280"/>
                    </a:lnTo>
                    <a:lnTo>
                      <a:pt x="71894" y="1096010"/>
                    </a:lnTo>
                    <a:lnTo>
                      <a:pt x="72957" y="1097280"/>
                    </a:lnTo>
                    <a:close/>
                  </a:path>
                  <a:path w="1586229" h="1181100">
                    <a:moveTo>
                      <a:pt x="1541132" y="1103630"/>
                    </a:moveTo>
                    <a:lnTo>
                      <a:pt x="1507667" y="1103630"/>
                    </a:lnTo>
                    <a:lnTo>
                      <a:pt x="1514055" y="1096010"/>
                    </a:lnTo>
                    <a:lnTo>
                      <a:pt x="1513649" y="1097280"/>
                    </a:lnTo>
                    <a:lnTo>
                      <a:pt x="1546150" y="1097280"/>
                    </a:lnTo>
                    <a:lnTo>
                      <a:pt x="1545196" y="1098550"/>
                    </a:lnTo>
                    <a:lnTo>
                      <a:pt x="1541132" y="1103630"/>
                    </a:lnTo>
                    <a:close/>
                  </a:path>
                  <a:path w="1586229" h="1181100">
                    <a:moveTo>
                      <a:pt x="79179" y="1103630"/>
                    </a:moveTo>
                    <a:lnTo>
                      <a:pt x="78270" y="1103630"/>
                    </a:lnTo>
                    <a:lnTo>
                      <a:pt x="77838" y="1102360"/>
                    </a:lnTo>
                    <a:lnTo>
                      <a:pt x="79179" y="1103630"/>
                    </a:lnTo>
                    <a:close/>
                  </a:path>
                  <a:path w="1586229" h="1181100">
                    <a:moveTo>
                      <a:pt x="1531514" y="1115060"/>
                    </a:moveTo>
                    <a:lnTo>
                      <a:pt x="1494866" y="1115060"/>
                    </a:lnTo>
                    <a:lnTo>
                      <a:pt x="1501851" y="1108710"/>
                    </a:lnTo>
                    <a:lnTo>
                      <a:pt x="1501406" y="1108710"/>
                    </a:lnTo>
                    <a:lnTo>
                      <a:pt x="1508099" y="1102360"/>
                    </a:lnTo>
                    <a:lnTo>
                      <a:pt x="1507667" y="1103630"/>
                    </a:lnTo>
                    <a:lnTo>
                      <a:pt x="1541132" y="1103630"/>
                    </a:lnTo>
                    <a:lnTo>
                      <a:pt x="1539100" y="1106169"/>
                    </a:lnTo>
                    <a:lnTo>
                      <a:pt x="1532648" y="1113789"/>
                    </a:lnTo>
                    <a:lnTo>
                      <a:pt x="1531514" y="1115060"/>
                    </a:lnTo>
                    <a:close/>
                  </a:path>
                  <a:path w="1586229" h="1181100">
                    <a:moveTo>
                      <a:pt x="92069" y="1115060"/>
                    </a:moveTo>
                    <a:lnTo>
                      <a:pt x="91084" y="1115060"/>
                    </a:lnTo>
                    <a:lnTo>
                      <a:pt x="90614" y="1113789"/>
                    </a:lnTo>
                    <a:lnTo>
                      <a:pt x="92069" y="1115060"/>
                    </a:lnTo>
                    <a:close/>
                  </a:path>
                  <a:path w="1586229" h="1181100">
                    <a:moveTo>
                      <a:pt x="1515734" y="1130300"/>
                    </a:moveTo>
                    <a:lnTo>
                      <a:pt x="1473669" y="1130300"/>
                    </a:lnTo>
                    <a:lnTo>
                      <a:pt x="1481493" y="1125219"/>
                    </a:lnTo>
                    <a:lnTo>
                      <a:pt x="1480985" y="1125219"/>
                    </a:lnTo>
                    <a:lnTo>
                      <a:pt x="1488541" y="1120139"/>
                    </a:lnTo>
                    <a:lnTo>
                      <a:pt x="1488046" y="1120139"/>
                    </a:lnTo>
                    <a:lnTo>
                      <a:pt x="1495336" y="1113789"/>
                    </a:lnTo>
                    <a:lnTo>
                      <a:pt x="1494866" y="1115060"/>
                    </a:lnTo>
                    <a:lnTo>
                      <a:pt x="1531514" y="1115060"/>
                    </a:lnTo>
                    <a:lnTo>
                      <a:pt x="1525841" y="1121410"/>
                    </a:lnTo>
                    <a:lnTo>
                      <a:pt x="1518716" y="1127760"/>
                    </a:lnTo>
                    <a:lnTo>
                      <a:pt x="1515734" y="1130300"/>
                    </a:lnTo>
                    <a:close/>
                  </a:path>
                  <a:path w="1586229" h="1181100">
                    <a:moveTo>
                      <a:pt x="113766" y="1130300"/>
                    </a:moveTo>
                    <a:lnTo>
                      <a:pt x="112280" y="1130300"/>
                    </a:lnTo>
                    <a:lnTo>
                      <a:pt x="111747" y="1129030"/>
                    </a:lnTo>
                    <a:lnTo>
                      <a:pt x="113766" y="1130300"/>
                    </a:lnTo>
                    <a:close/>
                  </a:path>
                  <a:path w="1586229" h="1181100">
                    <a:moveTo>
                      <a:pt x="1491284" y="1148080"/>
                    </a:moveTo>
                    <a:lnTo>
                      <a:pt x="1433829" y="1148080"/>
                    </a:lnTo>
                    <a:lnTo>
                      <a:pt x="1442783" y="1144269"/>
                    </a:lnTo>
                    <a:lnTo>
                      <a:pt x="1442199" y="1144269"/>
                    </a:lnTo>
                    <a:lnTo>
                      <a:pt x="1450949" y="1141730"/>
                    </a:lnTo>
                    <a:lnTo>
                      <a:pt x="1450378" y="1141730"/>
                    </a:lnTo>
                    <a:lnTo>
                      <a:pt x="1458912" y="1137919"/>
                    </a:lnTo>
                    <a:lnTo>
                      <a:pt x="1458353" y="1137919"/>
                    </a:lnTo>
                    <a:lnTo>
                      <a:pt x="1466659" y="1134110"/>
                    </a:lnTo>
                    <a:lnTo>
                      <a:pt x="1466126" y="1134110"/>
                    </a:lnTo>
                    <a:lnTo>
                      <a:pt x="1474190" y="1129030"/>
                    </a:lnTo>
                    <a:lnTo>
                      <a:pt x="1473669" y="1130300"/>
                    </a:lnTo>
                    <a:lnTo>
                      <a:pt x="1515734" y="1130300"/>
                    </a:lnTo>
                    <a:lnTo>
                      <a:pt x="1511261" y="1134110"/>
                    </a:lnTo>
                    <a:lnTo>
                      <a:pt x="1503502" y="1140460"/>
                    </a:lnTo>
                    <a:lnTo>
                      <a:pt x="1495450" y="1145539"/>
                    </a:lnTo>
                    <a:lnTo>
                      <a:pt x="1491284" y="1148080"/>
                    </a:lnTo>
                    <a:close/>
                  </a:path>
                  <a:path w="1586229" h="1181100">
                    <a:moveTo>
                      <a:pt x="156083" y="1148080"/>
                    </a:moveTo>
                    <a:lnTo>
                      <a:pt x="152107" y="1148080"/>
                    </a:lnTo>
                    <a:lnTo>
                      <a:pt x="151511" y="1146810"/>
                    </a:lnTo>
                    <a:lnTo>
                      <a:pt x="156083" y="1148080"/>
                    </a:lnTo>
                    <a:close/>
                  </a:path>
                  <a:path w="1586229" h="1181100">
                    <a:moveTo>
                      <a:pt x="1478521" y="1155700"/>
                    </a:moveTo>
                    <a:lnTo>
                      <a:pt x="1389545" y="1155700"/>
                    </a:lnTo>
                    <a:lnTo>
                      <a:pt x="1399336" y="1154430"/>
                    </a:lnTo>
                    <a:lnTo>
                      <a:pt x="1398701" y="1154430"/>
                    </a:lnTo>
                    <a:lnTo>
                      <a:pt x="1408341" y="1153160"/>
                    </a:lnTo>
                    <a:lnTo>
                      <a:pt x="1407706" y="1153160"/>
                    </a:lnTo>
                    <a:lnTo>
                      <a:pt x="1417205" y="1151889"/>
                    </a:lnTo>
                    <a:lnTo>
                      <a:pt x="1416583" y="1151889"/>
                    </a:lnTo>
                    <a:lnTo>
                      <a:pt x="1425905" y="1149350"/>
                    </a:lnTo>
                    <a:lnTo>
                      <a:pt x="1425282" y="1149350"/>
                    </a:lnTo>
                    <a:lnTo>
                      <a:pt x="1434426" y="1146810"/>
                    </a:lnTo>
                    <a:lnTo>
                      <a:pt x="1433829" y="1148080"/>
                    </a:lnTo>
                    <a:lnTo>
                      <a:pt x="1491284" y="1148080"/>
                    </a:lnTo>
                    <a:lnTo>
                      <a:pt x="1487119" y="1150619"/>
                    </a:lnTo>
                    <a:lnTo>
                      <a:pt x="1478521" y="1155700"/>
                    </a:lnTo>
                    <a:close/>
                  </a:path>
                </a:pathLst>
              </a:custGeom>
              <a:solidFill>
                <a:srgbClr val="E7E6E6"/>
              </a:solidFill>
            </p:spPr>
            <p:txBody>
              <a:bodyPr wrap="square"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59" name="object 13">
              <a:extLst>
                <a:ext uri="{FF2B5EF4-FFF2-40B4-BE49-F238E27FC236}">
                  <a16:creationId xmlns:a16="http://schemas.microsoft.com/office/drawing/2014/main" id="{863D495C-876A-49C6-A0B4-5593D883B932}"/>
                </a:ext>
              </a:extLst>
            </p:cNvPr>
            <p:cNvGrpSpPr/>
            <p:nvPr/>
          </p:nvGrpSpPr>
          <p:grpSpPr>
            <a:xfrm>
              <a:off x="5098656" y="4162925"/>
              <a:ext cx="1664335" cy="999319"/>
              <a:chOff x="5098656" y="3984955"/>
              <a:chExt cx="1664335" cy="1177290"/>
            </a:xfrm>
          </p:grpSpPr>
          <p:sp>
            <p:nvSpPr>
              <p:cNvPr id="60" name="object 14">
                <a:extLst>
                  <a:ext uri="{FF2B5EF4-FFF2-40B4-BE49-F238E27FC236}">
                    <a16:creationId xmlns:a16="http://schemas.microsoft.com/office/drawing/2014/main" id="{03E575DC-D770-4890-8B59-DA65B32C9D27}"/>
                  </a:ext>
                </a:extLst>
              </p:cNvPr>
              <p:cNvSpPr/>
              <p:nvPr/>
            </p:nvSpPr>
            <p:spPr>
              <a:xfrm>
                <a:off x="5111495" y="3997452"/>
                <a:ext cx="1638300" cy="1152525"/>
              </a:xfrm>
              <a:custGeom>
                <a:avLst/>
                <a:gdLst/>
                <a:ahLst/>
                <a:cxnLst/>
                <a:rect l="l" t="t" r="r" b="b"/>
                <a:pathLst>
                  <a:path w="1638300" h="1152525">
                    <a:moveTo>
                      <a:pt x="1446276" y="1152144"/>
                    </a:moveTo>
                    <a:lnTo>
                      <a:pt x="192024" y="1152144"/>
                    </a:lnTo>
                    <a:lnTo>
                      <a:pt x="147855" y="1147244"/>
                    </a:lnTo>
                    <a:lnTo>
                      <a:pt x="107342" y="1132910"/>
                    </a:lnTo>
                    <a:lnTo>
                      <a:pt x="71637" y="1110297"/>
                    </a:lnTo>
                    <a:lnTo>
                      <a:pt x="41897" y="1080558"/>
                    </a:lnTo>
                    <a:lnTo>
                      <a:pt x="19274" y="1044846"/>
                    </a:lnTo>
                    <a:lnTo>
                      <a:pt x="4923" y="1004315"/>
                    </a:lnTo>
                    <a:lnTo>
                      <a:pt x="0" y="960120"/>
                    </a:lnTo>
                    <a:lnTo>
                      <a:pt x="0" y="192024"/>
                    </a:lnTo>
                    <a:lnTo>
                      <a:pt x="4923" y="148056"/>
                    </a:lnTo>
                    <a:lnTo>
                      <a:pt x="19274" y="107676"/>
                    </a:lnTo>
                    <a:lnTo>
                      <a:pt x="41897" y="72038"/>
                    </a:lnTo>
                    <a:lnTo>
                      <a:pt x="71637" y="42298"/>
                    </a:lnTo>
                    <a:lnTo>
                      <a:pt x="107342" y="19608"/>
                    </a:lnTo>
                    <a:lnTo>
                      <a:pt x="147855" y="5124"/>
                    </a:lnTo>
                    <a:lnTo>
                      <a:pt x="192024" y="0"/>
                    </a:lnTo>
                    <a:lnTo>
                      <a:pt x="1446276" y="0"/>
                    </a:lnTo>
                    <a:lnTo>
                      <a:pt x="1490280" y="5124"/>
                    </a:lnTo>
                    <a:lnTo>
                      <a:pt x="1530683" y="19608"/>
                    </a:lnTo>
                    <a:lnTo>
                      <a:pt x="1566331" y="42298"/>
                    </a:lnTo>
                    <a:lnTo>
                      <a:pt x="1596070" y="72038"/>
                    </a:lnTo>
                    <a:lnTo>
                      <a:pt x="1618747" y="107676"/>
                    </a:lnTo>
                    <a:lnTo>
                      <a:pt x="1633208" y="148056"/>
                    </a:lnTo>
                    <a:lnTo>
                      <a:pt x="1638300" y="192024"/>
                    </a:lnTo>
                    <a:lnTo>
                      <a:pt x="1638300" y="960120"/>
                    </a:lnTo>
                    <a:lnTo>
                      <a:pt x="1633208" y="1004315"/>
                    </a:lnTo>
                    <a:lnTo>
                      <a:pt x="1618747" y="1044846"/>
                    </a:lnTo>
                    <a:lnTo>
                      <a:pt x="1596070" y="1080558"/>
                    </a:lnTo>
                    <a:lnTo>
                      <a:pt x="1566331" y="1110297"/>
                    </a:lnTo>
                    <a:lnTo>
                      <a:pt x="1530683" y="1132910"/>
                    </a:lnTo>
                    <a:lnTo>
                      <a:pt x="1490280" y="1147244"/>
                    </a:lnTo>
                    <a:lnTo>
                      <a:pt x="1446276" y="1152144"/>
                    </a:lnTo>
                    <a:close/>
                  </a:path>
                </a:pathLst>
              </a:custGeom>
              <a:solidFill>
                <a:srgbClr val="DEEBF7"/>
              </a:solidFill>
            </p:spPr>
            <p:txBody>
              <a:bodyPr wrap="square" lIns="0" tIns="0" rIns="0" bIns="0" rtlCol="0" anchor="ctr"/>
              <a:lstStyle/>
              <a:p>
                <a:pPr algn="ctr" defTabSz="914400"/>
                <a:r>
                  <a:rPr lang="en-US" altLang="ko-KR" sz="2000" kern="0" dirty="0">
                    <a:solidFill>
                      <a:sysClr val="windowText" lastClr="000000"/>
                    </a:solidFill>
                    <a:cs typeface="Times New Roman"/>
                  </a:rPr>
                  <a:t>Key-Value</a:t>
                </a:r>
                <a:br>
                  <a:rPr lang="en-US" altLang="ko-KR" sz="2000" kern="0" dirty="0">
                    <a:solidFill>
                      <a:sysClr val="windowText" lastClr="000000"/>
                    </a:solidFill>
                    <a:cs typeface="Times New Roman"/>
                  </a:rPr>
                </a:br>
                <a:r>
                  <a:rPr lang="en-US" altLang="ko-KR" sz="2000" kern="0" dirty="0">
                    <a:solidFill>
                      <a:sysClr val="windowText" lastClr="000000"/>
                    </a:solidFill>
                    <a:cs typeface="Times New Roman"/>
                  </a:rPr>
                  <a:t>Store</a:t>
                </a:r>
                <a:br>
                  <a:rPr lang="en-US" altLang="ko-KR" sz="2000" kern="0" dirty="0">
                    <a:solidFill>
                      <a:sysClr val="windowText" lastClr="000000"/>
                    </a:solidFill>
                    <a:cs typeface="Times New Roman"/>
                  </a:rPr>
                </a:br>
                <a:r>
                  <a:rPr lang="en-US" altLang="ko-KR" sz="2000" kern="0" dirty="0">
                    <a:solidFill>
                      <a:sysClr val="windowText" lastClr="000000"/>
                    </a:solidFill>
                    <a:cs typeface="Times New Roman"/>
                  </a:rPr>
                  <a:t>System</a:t>
                </a:r>
              </a:p>
            </p:txBody>
          </p:sp>
          <p:sp>
            <p:nvSpPr>
              <p:cNvPr id="61" name="object 15">
                <a:extLst>
                  <a:ext uri="{FF2B5EF4-FFF2-40B4-BE49-F238E27FC236}">
                    <a16:creationId xmlns:a16="http://schemas.microsoft.com/office/drawing/2014/main" id="{FB5B1E23-CA07-4EDF-8BDC-7E25AB1551A9}"/>
                  </a:ext>
                </a:extLst>
              </p:cNvPr>
              <p:cNvSpPr/>
              <p:nvPr/>
            </p:nvSpPr>
            <p:spPr>
              <a:xfrm>
                <a:off x="5098656" y="3984955"/>
                <a:ext cx="1664335" cy="1177290"/>
              </a:xfrm>
              <a:custGeom>
                <a:avLst/>
                <a:gdLst/>
                <a:ahLst/>
                <a:cxnLst/>
                <a:rect l="l" t="t" r="r" b="b"/>
                <a:pathLst>
                  <a:path w="1664334" h="1177289">
                    <a:moveTo>
                      <a:pt x="1469618" y="1177289"/>
                    </a:moveTo>
                    <a:lnTo>
                      <a:pt x="193916" y="1177289"/>
                    </a:lnTo>
                    <a:lnTo>
                      <a:pt x="163258" y="1173480"/>
                    </a:lnTo>
                    <a:lnTo>
                      <a:pt x="143624" y="1168400"/>
                    </a:lnTo>
                    <a:lnTo>
                      <a:pt x="124802" y="1160780"/>
                    </a:lnTo>
                    <a:lnTo>
                      <a:pt x="115735" y="1156969"/>
                    </a:lnTo>
                    <a:lnTo>
                      <a:pt x="106895" y="1151889"/>
                    </a:lnTo>
                    <a:lnTo>
                      <a:pt x="98323" y="1148080"/>
                    </a:lnTo>
                    <a:lnTo>
                      <a:pt x="90017" y="1141730"/>
                    </a:lnTo>
                    <a:lnTo>
                      <a:pt x="81978" y="1136650"/>
                    </a:lnTo>
                    <a:lnTo>
                      <a:pt x="74244" y="1130300"/>
                    </a:lnTo>
                    <a:lnTo>
                      <a:pt x="46494" y="1102360"/>
                    </a:lnTo>
                    <a:lnTo>
                      <a:pt x="29387" y="1078230"/>
                    </a:lnTo>
                    <a:lnTo>
                      <a:pt x="24460" y="1070610"/>
                    </a:lnTo>
                    <a:lnTo>
                      <a:pt x="19926" y="1061719"/>
                    </a:lnTo>
                    <a:lnTo>
                      <a:pt x="15824" y="1051560"/>
                    </a:lnTo>
                    <a:lnTo>
                      <a:pt x="12166" y="1042669"/>
                    </a:lnTo>
                    <a:lnTo>
                      <a:pt x="2095" y="1003300"/>
                    </a:lnTo>
                    <a:lnTo>
                      <a:pt x="0" y="982980"/>
                    </a:lnTo>
                    <a:lnTo>
                      <a:pt x="0" y="193039"/>
                    </a:lnTo>
                    <a:lnTo>
                      <a:pt x="6117" y="152698"/>
                    </a:lnTo>
                    <a:lnTo>
                      <a:pt x="19926" y="115570"/>
                    </a:lnTo>
                    <a:lnTo>
                      <a:pt x="34709" y="90170"/>
                    </a:lnTo>
                    <a:lnTo>
                      <a:pt x="40424" y="81279"/>
                    </a:lnTo>
                    <a:lnTo>
                      <a:pt x="46494" y="73660"/>
                    </a:lnTo>
                    <a:lnTo>
                      <a:pt x="52933" y="66039"/>
                    </a:lnTo>
                    <a:lnTo>
                      <a:pt x="59715" y="59689"/>
                    </a:lnTo>
                    <a:lnTo>
                      <a:pt x="66827" y="52070"/>
                    </a:lnTo>
                    <a:lnTo>
                      <a:pt x="98323" y="29210"/>
                    </a:lnTo>
                    <a:lnTo>
                      <a:pt x="134112" y="11429"/>
                    </a:lnTo>
                    <a:lnTo>
                      <a:pt x="173342" y="1270"/>
                    </a:lnTo>
                    <a:lnTo>
                      <a:pt x="183591" y="0"/>
                    </a:lnTo>
                    <a:lnTo>
                      <a:pt x="1479931" y="0"/>
                    </a:lnTo>
                    <a:lnTo>
                      <a:pt x="1519897" y="8889"/>
                    </a:lnTo>
                    <a:lnTo>
                      <a:pt x="1556626" y="24129"/>
                    </a:lnTo>
                    <a:lnTo>
                      <a:pt x="200037" y="24129"/>
                    </a:lnTo>
                    <a:lnTo>
                      <a:pt x="195110" y="25400"/>
                    </a:lnTo>
                    <a:lnTo>
                      <a:pt x="186474" y="25400"/>
                    </a:lnTo>
                    <a:lnTo>
                      <a:pt x="176872" y="26670"/>
                    </a:lnTo>
                    <a:lnTo>
                      <a:pt x="177495" y="26670"/>
                    </a:lnTo>
                    <a:lnTo>
                      <a:pt x="169281" y="27772"/>
                    </a:lnTo>
                    <a:lnTo>
                      <a:pt x="159372" y="30479"/>
                    </a:lnTo>
                    <a:lnTo>
                      <a:pt x="159981" y="30479"/>
                    </a:lnTo>
                    <a:lnTo>
                      <a:pt x="150863" y="33020"/>
                    </a:lnTo>
                    <a:lnTo>
                      <a:pt x="151472" y="33020"/>
                    </a:lnTo>
                    <a:lnTo>
                      <a:pt x="142544" y="35560"/>
                    </a:lnTo>
                    <a:lnTo>
                      <a:pt x="143128" y="35560"/>
                    </a:lnTo>
                    <a:lnTo>
                      <a:pt x="137312" y="38100"/>
                    </a:lnTo>
                    <a:lnTo>
                      <a:pt x="134988" y="38100"/>
                    </a:lnTo>
                    <a:lnTo>
                      <a:pt x="126479" y="41910"/>
                    </a:lnTo>
                    <a:lnTo>
                      <a:pt x="127038" y="41910"/>
                    </a:lnTo>
                    <a:lnTo>
                      <a:pt x="120818" y="45720"/>
                    </a:lnTo>
                    <a:lnTo>
                      <a:pt x="119291" y="45720"/>
                    </a:lnTo>
                    <a:lnTo>
                      <a:pt x="111251" y="50800"/>
                    </a:lnTo>
                    <a:lnTo>
                      <a:pt x="111772" y="50800"/>
                    </a:lnTo>
                    <a:lnTo>
                      <a:pt x="105924" y="54610"/>
                    </a:lnTo>
                    <a:lnTo>
                      <a:pt x="104482" y="54610"/>
                    </a:lnTo>
                    <a:lnTo>
                      <a:pt x="98458" y="59689"/>
                    </a:lnTo>
                    <a:lnTo>
                      <a:pt x="97434" y="59689"/>
                    </a:lnTo>
                    <a:lnTo>
                      <a:pt x="90182" y="66039"/>
                    </a:lnTo>
                    <a:lnTo>
                      <a:pt x="90652" y="66039"/>
                    </a:lnTo>
                    <a:lnTo>
                      <a:pt x="83680" y="71120"/>
                    </a:lnTo>
                    <a:lnTo>
                      <a:pt x="84124" y="71120"/>
                    </a:lnTo>
                    <a:lnTo>
                      <a:pt x="77457" y="77470"/>
                    </a:lnTo>
                    <a:lnTo>
                      <a:pt x="77889" y="77470"/>
                    </a:lnTo>
                    <a:lnTo>
                      <a:pt x="71526" y="83820"/>
                    </a:lnTo>
                    <a:lnTo>
                      <a:pt x="71932" y="83820"/>
                    </a:lnTo>
                    <a:lnTo>
                      <a:pt x="65900" y="90170"/>
                    </a:lnTo>
                    <a:lnTo>
                      <a:pt x="66281" y="90170"/>
                    </a:lnTo>
                    <a:lnTo>
                      <a:pt x="60578" y="96520"/>
                    </a:lnTo>
                    <a:lnTo>
                      <a:pt x="60947" y="96520"/>
                    </a:lnTo>
                    <a:lnTo>
                      <a:pt x="55587" y="104139"/>
                    </a:lnTo>
                    <a:lnTo>
                      <a:pt x="55930" y="104139"/>
                    </a:lnTo>
                    <a:lnTo>
                      <a:pt x="51771" y="110489"/>
                    </a:lnTo>
                    <a:lnTo>
                      <a:pt x="51257" y="110489"/>
                    </a:lnTo>
                    <a:lnTo>
                      <a:pt x="47294" y="118110"/>
                    </a:lnTo>
                    <a:lnTo>
                      <a:pt x="46926" y="118110"/>
                    </a:lnTo>
                    <a:lnTo>
                      <a:pt x="43290" y="125729"/>
                    </a:lnTo>
                    <a:lnTo>
                      <a:pt x="42951" y="125729"/>
                    </a:lnTo>
                    <a:lnTo>
                      <a:pt x="39653" y="133350"/>
                    </a:lnTo>
                    <a:lnTo>
                      <a:pt x="39344" y="133350"/>
                    </a:lnTo>
                    <a:lnTo>
                      <a:pt x="35902" y="142239"/>
                    </a:lnTo>
                    <a:lnTo>
                      <a:pt x="36118" y="142239"/>
                    </a:lnTo>
                    <a:lnTo>
                      <a:pt x="33527" y="149860"/>
                    </a:lnTo>
                    <a:lnTo>
                      <a:pt x="33286" y="149860"/>
                    </a:lnTo>
                    <a:lnTo>
                      <a:pt x="31019" y="158750"/>
                    </a:lnTo>
                    <a:lnTo>
                      <a:pt x="30861" y="158750"/>
                    </a:lnTo>
                    <a:lnTo>
                      <a:pt x="25445" y="982980"/>
                    </a:lnTo>
                    <a:lnTo>
                      <a:pt x="26022" y="990600"/>
                    </a:lnTo>
                    <a:lnTo>
                      <a:pt x="27152" y="999489"/>
                    </a:lnTo>
                    <a:lnTo>
                      <a:pt x="28710" y="1008358"/>
                    </a:lnTo>
                    <a:lnTo>
                      <a:pt x="30861" y="1017269"/>
                    </a:lnTo>
                    <a:lnTo>
                      <a:pt x="30695" y="1017269"/>
                    </a:lnTo>
                    <a:lnTo>
                      <a:pt x="33286" y="1026160"/>
                    </a:lnTo>
                    <a:lnTo>
                      <a:pt x="33527" y="1026160"/>
                    </a:lnTo>
                    <a:lnTo>
                      <a:pt x="36118" y="1033780"/>
                    </a:lnTo>
                    <a:lnTo>
                      <a:pt x="35902" y="1033780"/>
                    </a:lnTo>
                    <a:lnTo>
                      <a:pt x="39344" y="1042669"/>
                    </a:lnTo>
                    <a:lnTo>
                      <a:pt x="39653" y="1042669"/>
                    </a:lnTo>
                    <a:lnTo>
                      <a:pt x="42951" y="1050289"/>
                    </a:lnTo>
                    <a:lnTo>
                      <a:pt x="42684" y="1050289"/>
                    </a:lnTo>
                    <a:lnTo>
                      <a:pt x="46926" y="1057910"/>
                    </a:lnTo>
                    <a:lnTo>
                      <a:pt x="46634" y="1057910"/>
                    </a:lnTo>
                    <a:lnTo>
                      <a:pt x="51257" y="1065530"/>
                    </a:lnTo>
                    <a:lnTo>
                      <a:pt x="50939" y="1065530"/>
                    </a:lnTo>
                    <a:lnTo>
                      <a:pt x="55930" y="1073150"/>
                    </a:lnTo>
                    <a:lnTo>
                      <a:pt x="56481" y="1073150"/>
                    </a:lnTo>
                    <a:lnTo>
                      <a:pt x="60947" y="1079500"/>
                    </a:lnTo>
                    <a:lnTo>
                      <a:pt x="60578" y="1079500"/>
                    </a:lnTo>
                    <a:lnTo>
                      <a:pt x="66281" y="1087119"/>
                    </a:lnTo>
                    <a:lnTo>
                      <a:pt x="66905" y="1087119"/>
                    </a:lnTo>
                    <a:lnTo>
                      <a:pt x="71932" y="1093469"/>
                    </a:lnTo>
                    <a:lnTo>
                      <a:pt x="72586" y="1093469"/>
                    </a:lnTo>
                    <a:lnTo>
                      <a:pt x="77889" y="1099819"/>
                    </a:lnTo>
                    <a:lnTo>
                      <a:pt x="78790" y="1099819"/>
                    </a:lnTo>
                    <a:lnTo>
                      <a:pt x="84124" y="1104900"/>
                    </a:lnTo>
                    <a:lnTo>
                      <a:pt x="83680" y="1104900"/>
                    </a:lnTo>
                    <a:lnTo>
                      <a:pt x="90652" y="1111250"/>
                    </a:lnTo>
                    <a:lnTo>
                      <a:pt x="90182" y="1111250"/>
                    </a:lnTo>
                    <a:lnTo>
                      <a:pt x="97434" y="1116330"/>
                    </a:lnTo>
                    <a:lnTo>
                      <a:pt x="96951" y="1116330"/>
                    </a:lnTo>
                    <a:lnTo>
                      <a:pt x="104482" y="1121410"/>
                    </a:lnTo>
                    <a:lnTo>
                      <a:pt x="103974" y="1121410"/>
                    </a:lnTo>
                    <a:lnTo>
                      <a:pt x="111772" y="1126489"/>
                    </a:lnTo>
                    <a:lnTo>
                      <a:pt x="113261" y="1126489"/>
                    </a:lnTo>
                    <a:lnTo>
                      <a:pt x="119291" y="1130300"/>
                    </a:lnTo>
                    <a:lnTo>
                      <a:pt x="118745" y="1130300"/>
                    </a:lnTo>
                    <a:lnTo>
                      <a:pt x="127038" y="1134110"/>
                    </a:lnTo>
                    <a:lnTo>
                      <a:pt x="126479" y="1134110"/>
                    </a:lnTo>
                    <a:lnTo>
                      <a:pt x="134988" y="1137919"/>
                    </a:lnTo>
                    <a:lnTo>
                      <a:pt x="134404" y="1137919"/>
                    </a:lnTo>
                    <a:lnTo>
                      <a:pt x="143128" y="1140460"/>
                    </a:lnTo>
                    <a:lnTo>
                      <a:pt x="142544" y="1140460"/>
                    </a:lnTo>
                    <a:lnTo>
                      <a:pt x="151472" y="1144269"/>
                    </a:lnTo>
                    <a:lnTo>
                      <a:pt x="153902" y="1144269"/>
                    </a:lnTo>
                    <a:lnTo>
                      <a:pt x="159981" y="1146810"/>
                    </a:lnTo>
                    <a:lnTo>
                      <a:pt x="164020" y="1146810"/>
                    </a:lnTo>
                    <a:lnTo>
                      <a:pt x="168668" y="1148080"/>
                    </a:lnTo>
                    <a:lnTo>
                      <a:pt x="168033" y="1148080"/>
                    </a:lnTo>
                    <a:lnTo>
                      <a:pt x="177495" y="1149350"/>
                    </a:lnTo>
                    <a:lnTo>
                      <a:pt x="176872" y="1149350"/>
                    </a:lnTo>
                    <a:lnTo>
                      <a:pt x="186474" y="1150619"/>
                    </a:lnTo>
                    <a:lnTo>
                      <a:pt x="185839" y="1150619"/>
                    </a:lnTo>
                    <a:lnTo>
                      <a:pt x="195592" y="1151889"/>
                    </a:lnTo>
                    <a:lnTo>
                      <a:pt x="1556626" y="1151889"/>
                    </a:lnTo>
                    <a:lnTo>
                      <a:pt x="1547799" y="1156969"/>
                    </a:lnTo>
                    <a:lnTo>
                      <a:pt x="1538732" y="1160780"/>
                    </a:lnTo>
                    <a:lnTo>
                      <a:pt x="1519897" y="1168400"/>
                    </a:lnTo>
                    <a:lnTo>
                      <a:pt x="1500263" y="1173480"/>
                    </a:lnTo>
                    <a:lnTo>
                      <a:pt x="1469618" y="1177289"/>
                    </a:lnTo>
                    <a:close/>
                  </a:path>
                  <a:path w="1664334" h="1177289">
                    <a:moveTo>
                      <a:pt x="199720" y="25400"/>
                    </a:moveTo>
                    <a:lnTo>
                      <a:pt x="200037" y="24129"/>
                    </a:lnTo>
                    <a:lnTo>
                      <a:pt x="204673" y="24129"/>
                    </a:lnTo>
                    <a:lnTo>
                      <a:pt x="199720" y="25400"/>
                    </a:lnTo>
                    <a:close/>
                  </a:path>
                  <a:path w="1664334" h="1177289">
                    <a:moveTo>
                      <a:pt x="1463802" y="25400"/>
                    </a:moveTo>
                    <a:lnTo>
                      <a:pt x="1458849" y="24129"/>
                    </a:lnTo>
                    <a:lnTo>
                      <a:pt x="1463484" y="24129"/>
                    </a:lnTo>
                    <a:lnTo>
                      <a:pt x="1463802" y="25400"/>
                    </a:lnTo>
                    <a:close/>
                  </a:path>
                  <a:path w="1664334" h="1177289">
                    <a:moveTo>
                      <a:pt x="1529118" y="39370"/>
                    </a:moveTo>
                    <a:lnTo>
                      <a:pt x="1520393" y="35560"/>
                    </a:lnTo>
                    <a:lnTo>
                      <a:pt x="1520990" y="35560"/>
                    </a:lnTo>
                    <a:lnTo>
                      <a:pt x="1512062" y="33020"/>
                    </a:lnTo>
                    <a:lnTo>
                      <a:pt x="1512658" y="33020"/>
                    </a:lnTo>
                    <a:lnTo>
                      <a:pt x="1503540" y="30479"/>
                    </a:lnTo>
                    <a:lnTo>
                      <a:pt x="1504162" y="30479"/>
                    </a:lnTo>
                    <a:lnTo>
                      <a:pt x="1494240" y="27772"/>
                    </a:lnTo>
                    <a:lnTo>
                      <a:pt x="1486027" y="26670"/>
                    </a:lnTo>
                    <a:lnTo>
                      <a:pt x="1486662" y="26670"/>
                    </a:lnTo>
                    <a:lnTo>
                      <a:pt x="1477048" y="25400"/>
                    </a:lnTo>
                    <a:lnTo>
                      <a:pt x="1468412" y="25400"/>
                    </a:lnTo>
                    <a:lnTo>
                      <a:pt x="1463484" y="24129"/>
                    </a:lnTo>
                    <a:lnTo>
                      <a:pt x="1556626" y="24129"/>
                    </a:lnTo>
                    <a:lnTo>
                      <a:pt x="1565211" y="29210"/>
                    </a:lnTo>
                    <a:lnTo>
                      <a:pt x="1573517" y="34289"/>
                    </a:lnTo>
                    <a:lnTo>
                      <a:pt x="1579537" y="38100"/>
                    </a:lnTo>
                    <a:lnTo>
                      <a:pt x="1528546" y="38100"/>
                    </a:lnTo>
                    <a:lnTo>
                      <a:pt x="1529118" y="39370"/>
                    </a:lnTo>
                    <a:close/>
                  </a:path>
                  <a:path w="1664334" h="1177289">
                    <a:moveTo>
                      <a:pt x="134404" y="39370"/>
                    </a:moveTo>
                    <a:lnTo>
                      <a:pt x="134988" y="38100"/>
                    </a:lnTo>
                    <a:lnTo>
                      <a:pt x="137312" y="38100"/>
                    </a:lnTo>
                    <a:lnTo>
                      <a:pt x="134404" y="39370"/>
                    </a:lnTo>
                    <a:close/>
                  </a:path>
                  <a:path w="1664334" h="1177289">
                    <a:moveTo>
                      <a:pt x="1544777" y="46989"/>
                    </a:moveTo>
                    <a:lnTo>
                      <a:pt x="1536496" y="41910"/>
                    </a:lnTo>
                    <a:lnTo>
                      <a:pt x="1537055" y="41910"/>
                    </a:lnTo>
                    <a:lnTo>
                      <a:pt x="1528546" y="38100"/>
                    </a:lnTo>
                    <a:lnTo>
                      <a:pt x="1579537" y="38100"/>
                    </a:lnTo>
                    <a:lnTo>
                      <a:pt x="1581543" y="39370"/>
                    </a:lnTo>
                    <a:lnTo>
                      <a:pt x="1589278" y="45720"/>
                    </a:lnTo>
                    <a:lnTo>
                      <a:pt x="1544243" y="45720"/>
                    </a:lnTo>
                    <a:lnTo>
                      <a:pt x="1544777" y="46989"/>
                    </a:lnTo>
                    <a:close/>
                  </a:path>
                  <a:path w="1664334" h="1177289">
                    <a:moveTo>
                      <a:pt x="118745" y="46989"/>
                    </a:moveTo>
                    <a:lnTo>
                      <a:pt x="119291" y="45720"/>
                    </a:lnTo>
                    <a:lnTo>
                      <a:pt x="120818" y="45720"/>
                    </a:lnTo>
                    <a:lnTo>
                      <a:pt x="118745" y="46989"/>
                    </a:lnTo>
                    <a:close/>
                  </a:path>
                  <a:path w="1664334" h="1177289">
                    <a:moveTo>
                      <a:pt x="1559547" y="55879"/>
                    </a:moveTo>
                    <a:lnTo>
                      <a:pt x="1551762" y="50800"/>
                    </a:lnTo>
                    <a:lnTo>
                      <a:pt x="1552282" y="50800"/>
                    </a:lnTo>
                    <a:lnTo>
                      <a:pt x="1544243" y="45720"/>
                    </a:lnTo>
                    <a:lnTo>
                      <a:pt x="1589278" y="45720"/>
                    </a:lnTo>
                    <a:lnTo>
                      <a:pt x="1596707" y="52070"/>
                    </a:lnTo>
                    <a:lnTo>
                      <a:pt x="1599078" y="54610"/>
                    </a:lnTo>
                    <a:lnTo>
                      <a:pt x="1559052" y="54610"/>
                    </a:lnTo>
                    <a:lnTo>
                      <a:pt x="1559547" y="55879"/>
                    </a:lnTo>
                    <a:close/>
                  </a:path>
                  <a:path w="1664334" h="1177289">
                    <a:moveTo>
                      <a:pt x="103974" y="55879"/>
                    </a:moveTo>
                    <a:lnTo>
                      <a:pt x="104482" y="54610"/>
                    </a:lnTo>
                    <a:lnTo>
                      <a:pt x="105924" y="54610"/>
                    </a:lnTo>
                    <a:lnTo>
                      <a:pt x="103974" y="55879"/>
                    </a:lnTo>
                    <a:close/>
                  </a:path>
                  <a:path w="1664334" h="1177289">
                    <a:moveTo>
                      <a:pt x="1566583" y="60960"/>
                    </a:moveTo>
                    <a:lnTo>
                      <a:pt x="1559052" y="54610"/>
                    </a:lnTo>
                    <a:lnTo>
                      <a:pt x="1599078" y="54610"/>
                    </a:lnTo>
                    <a:lnTo>
                      <a:pt x="1603819" y="59689"/>
                    </a:lnTo>
                    <a:lnTo>
                      <a:pt x="1566087" y="59689"/>
                    </a:lnTo>
                    <a:lnTo>
                      <a:pt x="1566583" y="60960"/>
                    </a:lnTo>
                    <a:close/>
                  </a:path>
                  <a:path w="1664334" h="1177289">
                    <a:moveTo>
                      <a:pt x="96951" y="60960"/>
                    </a:moveTo>
                    <a:lnTo>
                      <a:pt x="97434" y="59689"/>
                    </a:lnTo>
                    <a:lnTo>
                      <a:pt x="98458" y="59689"/>
                    </a:lnTo>
                    <a:lnTo>
                      <a:pt x="96951" y="60960"/>
                    </a:lnTo>
                    <a:close/>
                  </a:path>
                  <a:path w="1664334" h="1177289">
                    <a:moveTo>
                      <a:pt x="1612595" y="111760"/>
                    </a:moveTo>
                    <a:lnTo>
                      <a:pt x="1607591" y="104139"/>
                    </a:lnTo>
                    <a:lnTo>
                      <a:pt x="1607934" y="104139"/>
                    </a:lnTo>
                    <a:lnTo>
                      <a:pt x="1602587" y="96520"/>
                    </a:lnTo>
                    <a:lnTo>
                      <a:pt x="1602943" y="96520"/>
                    </a:lnTo>
                    <a:lnTo>
                      <a:pt x="1597240" y="90170"/>
                    </a:lnTo>
                    <a:lnTo>
                      <a:pt x="1597634" y="90170"/>
                    </a:lnTo>
                    <a:lnTo>
                      <a:pt x="1591589" y="83820"/>
                    </a:lnTo>
                    <a:lnTo>
                      <a:pt x="1591995" y="83820"/>
                    </a:lnTo>
                    <a:lnTo>
                      <a:pt x="1585645" y="77470"/>
                    </a:lnTo>
                    <a:lnTo>
                      <a:pt x="1586064" y="77470"/>
                    </a:lnTo>
                    <a:lnTo>
                      <a:pt x="1579397" y="71120"/>
                    </a:lnTo>
                    <a:lnTo>
                      <a:pt x="1579841" y="71120"/>
                    </a:lnTo>
                    <a:lnTo>
                      <a:pt x="1572882" y="66039"/>
                    </a:lnTo>
                    <a:lnTo>
                      <a:pt x="1573339" y="66039"/>
                    </a:lnTo>
                    <a:lnTo>
                      <a:pt x="1566087" y="59689"/>
                    </a:lnTo>
                    <a:lnTo>
                      <a:pt x="1603819" y="59689"/>
                    </a:lnTo>
                    <a:lnTo>
                      <a:pt x="1610588" y="66039"/>
                    </a:lnTo>
                    <a:lnTo>
                      <a:pt x="1617027" y="73660"/>
                    </a:lnTo>
                    <a:lnTo>
                      <a:pt x="1623110" y="81279"/>
                    </a:lnTo>
                    <a:lnTo>
                      <a:pt x="1628813" y="90170"/>
                    </a:lnTo>
                    <a:lnTo>
                      <a:pt x="1634147" y="97789"/>
                    </a:lnTo>
                    <a:lnTo>
                      <a:pt x="1639074" y="106679"/>
                    </a:lnTo>
                    <a:lnTo>
                      <a:pt x="1641012" y="110489"/>
                    </a:lnTo>
                    <a:lnTo>
                      <a:pt x="1612277" y="110489"/>
                    </a:lnTo>
                    <a:lnTo>
                      <a:pt x="1612595" y="111760"/>
                    </a:lnTo>
                    <a:close/>
                  </a:path>
                  <a:path w="1664334" h="1177289">
                    <a:moveTo>
                      <a:pt x="50939" y="111760"/>
                    </a:moveTo>
                    <a:lnTo>
                      <a:pt x="51257" y="110489"/>
                    </a:lnTo>
                    <a:lnTo>
                      <a:pt x="51771" y="110489"/>
                    </a:lnTo>
                    <a:lnTo>
                      <a:pt x="50939" y="111760"/>
                    </a:lnTo>
                    <a:close/>
                  </a:path>
                  <a:path w="1664334" h="1177289">
                    <a:moveTo>
                      <a:pt x="1616900" y="119379"/>
                    </a:moveTo>
                    <a:lnTo>
                      <a:pt x="1612277" y="110489"/>
                    </a:lnTo>
                    <a:lnTo>
                      <a:pt x="1641012" y="110489"/>
                    </a:lnTo>
                    <a:lnTo>
                      <a:pt x="1643595" y="115570"/>
                    </a:lnTo>
                    <a:lnTo>
                      <a:pt x="1644767" y="118110"/>
                    </a:lnTo>
                    <a:lnTo>
                      <a:pt x="1616608" y="118110"/>
                    </a:lnTo>
                    <a:lnTo>
                      <a:pt x="1616900" y="119379"/>
                    </a:lnTo>
                    <a:close/>
                  </a:path>
                  <a:path w="1664334" h="1177289">
                    <a:moveTo>
                      <a:pt x="46634" y="119379"/>
                    </a:moveTo>
                    <a:lnTo>
                      <a:pt x="46926" y="118110"/>
                    </a:lnTo>
                    <a:lnTo>
                      <a:pt x="47294" y="118110"/>
                    </a:lnTo>
                    <a:lnTo>
                      <a:pt x="46634" y="119379"/>
                    </a:lnTo>
                    <a:close/>
                  </a:path>
                  <a:path w="1664334" h="1177289">
                    <a:moveTo>
                      <a:pt x="1620850" y="127000"/>
                    </a:moveTo>
                    <a:lnTo>
                      <a:pt x="1616608" y="118110"/>
                    </a:lnTo>
                    <a:lnTo>
                      <a:pt x="1644767" y="118110"/>
                    </a:lnTo>
                    <a:lnTo>
                      <a:pt x="1647697" y="124460"/>
                    </a:lnTo>
                    <a:lnTo>
                      <a:pt x="1648222" y="125729"/>
                    </a:lnTo>
                    <a:lnTo>
                      <a:pt x="1620583" y="125729"/>
                    </a:lnTo>
                    <a:lnTo>
                      <a:pt x="1620850" y="127000"/>
                    </a:lnTo>
                    <a:close/>
                  </a:path>
                  <a:path w="1664334" h="1177289">
                    <a:moveTo>
                      <a:pt x="42684" y="127000"/>
                    </a:moveTo>
                    <a:lnTo>
                      <a:pt x="42951" y="125729"/>
                    </a:lnTo>
                    <a:lnTo>
                      <a:pt x="43290" y="125729"/>
                    </a:lnTo>
                    <a:lnTo>
                      <a:pt x="42684" y="127000"/>
                    </a:lnTo>
                    <a:close/>
                  </a:path>
                  <a:path w="1664334" h="1177289">
                    <a:moveTo>
                      <a:pt x="1624431" y="134620"/>
                    </a:moveTo>
                    <a:lnTo>
                      <a:pt x="1620583" y="125729"/>
                    </a:lnTo>
                    <a:lnTo>
                      <a:pt x="1648222" y="125729"/>
                    </a:lnTo>
                    <a:lnTo>
                      <a:pt x="1651368" y="133350"/>
                    </a:lnTo>
                    <a:lnTo>
                      <a:pt x="1624177" y="133350"/>
                    </a:lnTo>
                    <a:lnTo>
                      <a:pt x="1624431" y="134620"/>
                    </a:lnTo>
                    <a:close/>
                  </a:path>
                  <a:path w="1664334" h="1177289">
                    <a:moveTo>
                      <a:pt x="39103" y="134620"/>
                    </a:moveTo>
                    <a:lnTo>
                      <a:pt x="39344" y="133350"/>
                    </a:lnTo>
                    <a:lnTo>
                      <a:pt x="39653" y="133350"/>
                    </a:lnTo>
                    <a:lnTo>
                      <a:pt x="39103" y="134620"/>
                    </a:lnTo>
                    <a:close/>
                  </a:path>
                  <a:path w="1664334" h="1177289">
                    <a:moveTo>
                      <a:pt x="1630883" y="152400"/>
                    </a:moveTo>
                    <a:lnTo>
                      <a:pt x="1630415" y="151098"/>
                    </a:lnTo>
                    <a:lnTo>
                      <a:pt x="1627403" y="142239"/>
                    </a:lnTo>
                    <a:lnTo>
                      <a:pt x="1627619" y="142239"/>
                    </a:lnTo>
                    <a:lnTo>
                      <a:pt x="1624177" y="133350"/>
                    </a:lnTo>
                    <a:lnTo>
                      <a:pt x="1651368" y="133350"/>
                    </a:lnTo>
                    <a:lnTo>
                      <a:pt x="1654594" y="143510"/>
                    </a:lnTo>
                    <a:lnTo>
                      <a:pt x="1656562" y="149860"/>
                    </a:lnTo>
                    <a:lnTo>
                      <a:pt x="1630235" y="149860"/>
                    </a:lnTo>
                    <a:lnTo>
                      <a:pt x="1630883" y="152400"/>
                    </a:lnTo>
                    <a:close/>
                  </a:path>
                  <a:path w="1664334" h="1177289">
                    <a:moveTo>
                      <a:pt x="32664" y="152400"/>
                    </a:moveTo>
                    <a:lnTo>
                      <a:pt x="33286" y="149860"/>
                    </a:lnTo>
                    <a:lnTo>
                      <a:pt x="33527" y="149860"/>
                    </a:lnTo>
                    <a:lnTo>
                      <a:pt x="32664" y="152400"/>
                    </a:lnTo>
                    <a:close/>
                  </a:path>
                  <a:path w="1664334" h="1177289">
                    <a:moveTo>
                      <a:pt x="1656661" y="1026160"/>
                    </a:moveTo>
                    <a:lnTo>
                      <a:pt x="1630235" y="1026160"/>
                    </a:lnTo>
                    <a:lnTo>
                      <a:pt x="1632826" y="1017269"/>
                    </a:lnTo>
                    <a:lnTo>
                      <a:pt x="1632673" y="1017269"/>
                    </a:lnTo>
                    <a:lnTo>
                      <a:pt x="1634332" y="1010400"/>
                    </a:lnTo>
                    <a:lnTo>
                      <a:pt x="1636280" y="999489"/>
                    </a:lnTo>
                    <a:lnTo>
                      <a:pt x="1637436" y="990600"/>
                    </a:lnTo>
                    <a:lnTo>
                      <a:pt x="1638045" y="982980"/>
                    </a:lnTo>
                    <a:lnTo>
                      <a:pt x="1638014" y="193039"/>
                    </a:lnTo>
                    <a:lnTo>
                      <a:pt x="1637499" y="185420"/>
                    </a:lnTo>
                    <a:lnTo>
                      <a:pt x="1636382" y="176529"/>
                    </a:lnTo>
                    <a:lnTo>
                      <a:pt x="1635658" y="172720"/>
                    </a:lnTo>
                    <a:lnTo>
                      <a:pt x="1634813" y="167611"/>
                    </a:lnTo>
                    <a:lnTo>
                      <a:pt x="1632673" y="158750"/>
                    </a:lnTo>
                    <a:lnTo>
                      <a:pt x="1632502" y="158750"/>
                    </a:lnTo>
                    <a:lnTo>
                      <a:pt x="1630551" y="151098"/>
                    </a:lnTo>
                    <a:lnTo>
                      <a:pt x="1630326" y="150465"/>
                    </a:lnTo>
                    <a:lnTo>
                      <a:pt x="1630235" y="149860"/>
                    </a:lnTo>
                    <a:lnTo>
                      <a:pt x="1656562" y="149860"/>
                    </a:lnTo>
                    <a:lnTo>
                      <a:pt x="1657350" y="152400"/>
                    </a:lnTo>
                    <a:lnTo>
                      <a:pt x="1658778" y="158750"/>
                    </a:lnTo>
                    <a:lnTo>
                      <a:pt x="1632673" y="158750"/>
                    </a:lnTo>
                    <a:lnTo>
                      <a:pt x="1632823" y="159993"/>
                    </a:lnTo>
                    <a:lnTo>
                      <a:pt x="1659058" y="159993"/>
                    </a:lnTo>
                    <a:lnTo>
                      <a:pt x="1659636" y="162560"/>
                    </a:lnTo>
                    <a:lnTo>
                      <a:pt x="1663725" y="977900"/>
                    </a:lnTo>
                    <a:lnTo>
                      <a:pt x="1663573" y="981710"/>
                    </a:lnTo>
                    <a:lnTo>
                      <a:pt x="1657350" y="1023619"/>
                    </a:lnTo>
                    <a:lnTo>
                      <a:pt x="1656661" y="1026160"/>
                    </a:lnTo>
                    <a:close/>
                  </a:path>
                  <a:path w="1664334" h="1177289">
                    <a:moveTo>
                      <a:pt x="30702" y="159993"/>
                    </a:moveTo>
                    <a:lnTo>
                      <a:pt x="30861" y="158750"/>
                    </a:lnTo>
                    <a:lnTo>
                      <a:pt x="31019" y="158750"/>
                    </a:lnTo>
                    <a:lnTo>
                      <a:pt x="30702" y="159993"/>
                    </a:lnTo>
                    <a:close/>
                  </a:path>
                  <a:path w="1664334" h="1177289">
                    <a:moveTo>
                      <a:pt x="33527" y="1026160"/>
                    </a:moveTo>
                    <a:lnTo>
                      <a:pt x="33286" y="1026160"/>
                    </a:lnTo>
                    <a:lnTo>
                      <a:pt x="33096" y="1024889"/>
                    </a:lnTo>
                    <a:lnTo>
                      <a:pt x="33527" y="1026160"/>
                    </a:lnTo>
                    <a:close/>
                  </a:path>
                  <a:path w="1664334" h="1177289">
                    <a:moveTo>
                      <a:pt x="1651368" y="1042669"/>
                    </a:moveTo>
                    <a:lnTo>
                      <a:pt x="1624177" y="1042669"/>
                    </a:lnTo>
                    <a:lnTo>
                      <a:pt x="1627619" y="1033780"/>
                    </a:lnTo>
                    <a:lnTo>
                      <a:pt x="1627403" y="1033780"/>
                    </a:lnTo>
                    <a:lnTo>
                      <a:pt x="1630426" y="1024889"/>
                    </a:lnTo>
                    <a:lnTo>
                      <a:pt x="1630235" y="1026160"/>
                    </a:lnTo>
                    <a:lnTo>
                      <a:pt x="1656661" y="1026160"/>
                    </a:lnTo>
                    <a:lnTo>
                      <a:pt x="1654594" y="1033780"/>
                    </a:lnTo>
                    <a:lnTo>
                      <a:pt x="1651368" y="1042669"/>
                    </a:lnTo>
                    <a:close/>
                  </a:path>
                  <a:path w="1664334" h="1177289">
                    <a:moveTo>
                      <a:pt x="39653" y="1042669"/>
                    </a:moveTo>
                    <a:lnTo>
                      <a:pt x="39344" y="1042669"/>
                    </a:lnTo>
                    <a:lnTo>
                      <a:pt x="39103" y="1041400"/>
                    </a:lnTo>
                    <a:lnTo>
                      <a:pt x="39653" y="1042669"/>
                    </a:lnTo>
                    <a:close/>
                  </a:path>
                  <a:path w="1664334" h="1177289">
                    <a:moveTo>
                      <a:pt x="1637432" y="1073150"/>
                    </a:moveTo>
                    <a:lnTo>
                      <a:pt x="1607591" y="1073150"/>
                    </a:lnTo>
                    <a:lnTo>
                      <a:pt x="1612595" y="1065530"/>
                    </a:lnTo>
                    <a:lnTo>
                      <a:pt x="1612277" y="1065530"/>
                    </a:lnTo>
                    <a:lnTo>
                      <a:pt x="1616900" y="1057910"/>
                    </a:lnTo>
                    <a:lnTo>
                      <a:pt x="1616608" y="1057910"/>
                    </a:lnTo>
                    <a:lnTo>
                      <a:pt x="1620850" y="1050289"/>
                    </a:lnTo>
                    <a:lnTo>
                      <a:pt x="1620583" y="1050289"/>
                    </a:lnTo>
                    <a:lnTo>
                      <a:pt x="1624431" y="1041400"/>
                    </a:lnTo>
                    <a:lnTo>
                      <a:pt x="1624177" y="1042669"/>
                    </a:lnTo>
                    <a:lnTo>
                      <a:pt x="1651368" y="1042669"/>
                    </a:lnTo>
                    <a:lnTo>
                      <a:pt x="1647697" y="1051560"/>
                    </a:lnTo>
                    <a:lnTo>
                      <a:pt x="1643595" y="1061719"/>
                    </a:lnTo>
                    <a:lnTo>
                      <a:pt x="1639074" y="1070610"/>
                    </a:lnTo>
                    <a:lnTo>
                      <a:pt x="1637432" y="1073150"/>
                    </a:lnTo>
                    <a:close/>
                  </a:path>
                  <a:path w="1664334" h="1177289">
                    <a:moveTo>
                      <a:pt x="56481" y="1073150"/>
                    </a:moveTo>
                    <a:lnTo>
                      <a:pt x="55930" y="1073150"/>
                    </a:lnTo>
                    <a:lnTo>
                      <a:pt x="55587" y="1071880"/>
                    </a:lnTo>
                    <a:lnTo>
                      <a:pt x="56481" y="1073150"/>
                    </a:lnTo>
                    <a:close/>
                  </a:path>
                  <a:path w="1664334" h="1177289">
                    <a:moveTo>
                      <a:pt x="1628813" y="1087119"/>
                    </a:moveTo>
                    <a:lnTo>
                      <a:pt x="1597240" y="1087119"/>
                    </a:lnTo>
                    <a:lnTo>
                      <a:pt x="1602943" y="1079500"/>
                    </a:lnTo>
                    <a:lnTo>
                      <a:pt x="1602587" y="1079500"/>
                    </a:lnTo>
                    <a:lnTo>
                      <a:pt x="1607934" y="1071880"/>
                    </a:lnTo>
                    <a:lnTo>
                      <a:pt x="1607591" y="1073150"/>
                    </a:lnTo>
                    <a:lnTo>
                      <a:pt x="1637432" y="1073150"/>
                    </a:lnTo>
                    <a:lnTo>
                      <a:pt x="1634147" y="1078230"/>
                    </a:lnTo>
                    <a:lnTo>
                      <a:pt x="1628813" y="1087119"/>
                    </a:lnTo>
                    <a:close/>
                  </a:path>
                  <a:path w="1664334" h="1177289">
                    <a:moveTo>
                      <a:pt x="66905" y="1087119"/>
                    </a:moveTo>
                    <a:lnTo>
                      <a:pt x="66281" y="1087119"/>
                    </a:lnTo>
                    <a:lnTo>
                      <a:pt x="65900" y="1085850"/>
                    </a:lnTo>
                    <a:lnTo>
                      <a:pt x="66905" y="1087119"/>
                    </a:lnTo>
                    <a:close/>
                  </a:path>
                  <a:path w="1664334" h="1177289">
                    <a:moveTo>
                      <a:pt x="1624061" y="1093469"/>
                    </a:moveTo>
                    <a:lnTo>
                      <a:pt x="1591589" y="1093469"/>
                    </a:lnTo>
                    <a:lnTo>
                      <a:pt x="1597634" y="1085850"/>
                    </a:lnTo>
                    <a:lnTo>
                      <a:pt x="1597240" y="1087119"/>
                    </a:lnTo>
                    <a:lnTo>
                      <a:pt x="1628813" y="1087119"/>
                    </a:lnTo>
                    <a:lnTo>
                      <a:pt x="1624061" y="1093469"/>
                    </a:lnTo>
                    <a:close/>
                  </a:path>
                  <a:path w="1664334" h="1177289">
                    <a:moveTo>
                      <a:pt x="72586" y="1093469"/>
                    </a:moveTo>
                    <a:lnTo>
                      <a:pt x="71932" y="1093469"/>
                    </a:lnTo>
                    <a:lnTo>
                      <a:pt x="71526" y="1092200"/>
                    </a:lnTo>
                    <a:lnTo>
                      <a:pt x="72586" y="1093469"/>
                    </a:lnTo>
                    <a:close/>
                  </a:path>
                  <a:path w="1664334" h="1177289">
                    <a:moveTo>
                      <a:pt x="1619055" y="1099819"/>
                    </a:moveTo>
                    <a:lnTo>
                      <a:pt x="1585645" y="1099819"/>
                    </a:lnTo>
                    <a:lnTo>
                      <a:pt x="1591995" y="1092200"/>
                    </a:lnTo>
                    <a:lnTo>
                      <a:pt x="1591589" y="1093469"/>
                    </a:lnTo>
                    <a:lnTo>
                      <a:pt x="1624061" y="1093469"/>
                    </a:lnTo>
                    <a:lnTo>
                      <a:pt x="1623110" y="1094739"/>
                    </a:lnTo>
                    <a:lnTo>
                      <a:pt x="1619055" y="1099819"/>
                    </a:lnTo>
                    <a:close/>
                  </a:path>
                  <a:path w="1664334" h="1177289">
                    <a:moveTo>
                      <a:pt x="78790" y="1099819"/>
                    </a:moveTo>
                    <a:lnTo>
                      <a:pt x="77889" y="1099819"/>
                    </a:lnTo>
                    <a:lnTo>
                      <a:pt x="77457" y="1098550"/>
                    </a:lnTo>
                    <a:lnTo>
                      <a:pt x="78790" y="1099819"/>
                    </a:lnTo>
                    <a:close/>
                  </a:path>
                  <a:path w="1664334" h="1177289">
                    <a:moveTo>
                      <a:pt x="1593735" y="1126489"/>
                    </a:moveTo>
                    <a:lnTo>
                      <a:pt x="1551762" y="1126489"/>
                    </a:lnTo>
                    <a:lnTo>
                      <a:pt x="1559547" y="1121410"/>
                    </a:lnTo>
                    <a:lnTo>
                      <a:pt x="1559052" y="1121410"/>
                    </a:lnTo>
                    <a:lnTo>
                      <a:pt x="1566583" y="1116330"/>
                    </a:lnTo>
                    <a:lnTo>
                      <a:pt x="1566087" y="1116330"/>
                    </a:lnTo>
                    <a:lnTo>
                      <a:pt x="1573339" y="1111250"/>
                    </a:lnTo>
                    <a:lnTo>
                      <a:pt x="1572882" y="1111250"/>
                    </a:lnTo>
                    <a:lnTo>
                      <a:pt x="1579841" y="1104900"/>
                    </a:lnTo>
                    <a:lnTo>
                      <a:pt x="1579397" y="1104900"/>
                    </a:lnTo>
                    <a:lnTo>
                      <a:pt x="1586064" y="1098550"/>
                    </a:lnTo>
                    <a:lnTo>
                      <a:pt x="1585645" y="1099819"/>
                    </a:lnTo>
                    <a:lnTo>
                      <a:pt x="1619055" y="1099819"/>
                    </a:lnTo>
                    <a:lnTo>
                      <a:pt x="1617027" y="1102360"/>
                    </a:lnTo>
                    <a:lnTo>
                      <a:pt x="1610588" y="1109980"/>
                    </a:lnTo>
                    <a:lnTo>
                      <a:pt x="1603819" y="1117600"/>
                    </a:lnTo>
                    <a:lnTo>
                      <a:pt x="1596707" y="1123950"/>
                    </a:lnTo>
                    <a:lnTo>
                      <a:pt x="1593735" y="1126489"/>
                    </a:lnTo>
                    <a:close/>
                  </a:path>
                  <a:path w="1664334" h="1177289">
                    <a:moveTo>
                      <a:pt x="113261" y="1126489"/>
                    </a:moveTo>
                    <a:lnTo>
                      <a:pt x="111772" y="1126489"/>
                    </a:lnTo>
                    <a:lnTo>
                      <a:pt x="111251" y="1125219"/>
                    </a:lnTo>
                    <a:lnTo>
                      <a:pt x="113261" y="1126489"/>
                    </a:lnTo>
                    <a:close/>
                  </a:path>
                  <a:path w="1664334" h="1177289">
                    <a:moveTo>
                      <a:pt x="1570194" y="1144269"/>
                    </a:moveTo>
                    <a:lnTo>
                      <a:pt x="1512062" y="1144269"/>
                    </a:lnTo>
                    <a:lnTo>
                      <a:pt x="1520990" y="1140460"/>
                    </a:lnTo>
                    <a:lnTo>
                      <a:pt x="1520393" y="1140460"/>
                    </a:lnTo>
                    <a:lnTo>
                      <a:pt x="1529118" y="1137919"/>
                    </a:lnTo>
                    <a:lnTo>
                      <a:pt x="1528546" y="1137919"/>
                    </a:lnTo>
                    <a:lnTo>
                      <a:pt x="1537055" y="1134110"/>
                    </a:lnTo>
                    <a:lnTo>
                      <a:pt x="1536496" y="1134110"/>
                    </a:lnTo>
                    <a:lnTo>
                      <a:pt x="1544777" y="1130300"/>
                    </a:lnTo>
                    <a:lnTo>
                      <a:pt x="1544243" y="1130300"/>
                    </a:lnTo>
                    <a:lnTo>
                      <a:pt x="1552282" y="1125219"/>
                    </a:lnTo>
                    <a:lnTo>
                      <a:pt x="1551762" y="1126489"/>
                    </a:lnTo>
                    <a:lnTo>
                      <a:pt x="1593735" y="1126489"/>
                    </a:lnTo>
                    <a:lnTo>
                      <a:pt x="1589278" y="1130300"/>
                    </a:lnTo>
                    <a:lnTo>
                      <a:pt x="1581543" y="1136650"/>
                    </a:lnTo>
                    <a:lnTo>
                      <a:pt x="1573517" y="1141730"/>
                    </a:lnTo>
                    <a:lnTo>
                      <a:pt x="1570194" y="1144269"/>
                    </a:lnTo>
                    <a:close/>
                  </a:path>
                  <a:path w="1664334" h="1177289">
                    <a:moveTo>
                      <a:pt x="153902" y="1144269"/>
                    </a:moveTo>
                    <a:lnTo>
                      <a:pt x="151472" y="1144269"/>
                    </a:lnTo>
                    <a:lnTo>
                      <a:pt x="150863" y="1143000"/>
                    </a:lnTo>
                    <a:lnTo>
                      <a:pt x="153902" y="1144269"/>
                    </a:lnTo>
                    <a:close/>
                  </a:path>
                  <a:path w="1664334" h="1177289">
                    <a:moveTo>
                      <a:pt x="1566872" y="1146810"/>
                    </a:moveTo>
                    <a:lnTo>
                      <a:pt x="1503540" y="1146810"/>
                    </a:lnTo>
                    <a:lnTo>
                      <a:pt x="1512658" y="1143000"/>
                    </a:lnTo>
                    <a:lnTo>
                      <a:pt x="1512062" y="1144269"/>
                    </a:lnTo>
                    <a:lnTo>
                      <a:pt x="1570194" y="1144269"/>
                    </a:lnTo>
                    <a:lnTo>
                      <a:pt x="1566872" y="1146810"/>
                    </a:lnTo>
                    <a:close/>
                  </a:path>
                  <a:path w="1664334" h="1177289">
                    <a:moveTo>
                      <a:pt x="164020" y="1146810"/>
                    </a:moveTo>
                    <a:lnTo>
                      <a:pt x="159981" y="1146810"/>
                    </a:lnTo>
                    <a:lnTo>
                      <a:pt x="159372" y="1145539"/>
                    </a:lnTo>
                    <a:lnTo>
                      <a:pt x="164020" y="1146810"/>
                    </a:lnTo>
                    <a:close/>
                  </a:path>
                  <a:path w="1664334" h="1177289">
                    <a:moveTo>
                      <a:pt x="1556626" y="1151889"/>
                    </a:moveTo>
                    <a:lnTo>
                      <a:pt x="1467929" y="1151889"/>
                    </a:lnTo>
                    <a:lnTo>
                      <a:pt x="1477683" y="1150619"/>
                    </a:lnTo>
                    <a:lnTo>
                      <a:pt x="1477048" y="1150619"/>
                    </a:lnTo>
                    <a:lnTo>
                      <a:pt x="1486662" y="1149350"/>
                    </a:lnTo>
                    <a:lnTo>
                      <a:pt x="1486027" y="1149350"/>
                    </a:lnTo>
                    <a:lnTo>
                      <a:pt x="1495488" y="1148080"/>
                    </a:lnTo>
                    <a:lnTo>
                      <a:pt x="1494866" y="1148080"/>
                    </a:lnTo>
                    <a:lnTo>
                      <a:pt x="1504162" y="1145539"/>
                    </a:lnTo>
                    <a:lnTo>
                      <a:pt x="1503540" y="1146810"/>
                    </a:lnTo>
                    <a:lnTo>
                      <a:pt x="1566872" y="1146810"/>
                    </a:lnTo>
                    <a:lnTo>
                      <a:pt x="1565211" y="1148080"/>
                    </a:lnTo>
                    <a:lnTo>
                      <a:pt x="1556626" y="1151889"/>
                    </a:lnTo>
                    <a:close/>
                  </a:path>
                </a:pathLst>
              </a:custGeom>
              <a:solidFill>
                <a:srgbClr val="E7E6E6"/>
              </a:solidFill>
            </p:spPr>
            <p:txBody>
              <a:bodyPr wrap="square"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2" name="object 4">
              <a:extLst>
                <a:ext uri="{FF2B5EF4-FFF2-40B4-BE49-F238E27FC236}">
                  <a16:creationId xmlns:a16="http://schemas.microsoft.com/office/drawing/2014/main" id="{F6FCA7EB-EBB3-4EF1-8D0D-2D2F2FD3FAE5}"/>
                </a:ext>
              </a:extLst>
            </p:cNvPr>
            <p:cNvGrpSpPr/>
            <p:nvPr/>
          </p:nvGrpSpPr>
          <p:grpSpPr>
            <a:xfrm>
              <a:off x="3290557" y="5316788"/>
              <a:ext cx="5332095" cy="449532"/>
              <a:chOff x="3290557" y="5236730"/>
              <a:chExt cx="5332095" cy="529590"/>
            </a:xfrm>
          </p:grpSpPr>
          <p:sp>
            <p:nvSpPr>
              <p:cNvPr id="63" name="object 5">
                <a:extLst>
                  <a:ext uri="{FF2B5EF4-FFF2-40B4-BE49-F238E27FC236}">
                    <a16:creationId xmlns:a16="http://schemas.microsoft.com/office/drawing/2014/main" id="{66C216D4-7874-4E04-89BF-23FC11D57B94}"/>
                  </a:ext>
                </a:extLst>
              </p:cNvPr>
              <p:cNvSpPr/>
              <p:nvPr/>
            </p:nvSpPr>
            <p:spPr>
              <a:xfrm>
                <a:off x="3302507" y="5248656"/>
                <a:ext cx="5308600" cy="506095"/>
              </a:xfrm>
              <a:custGeom>
                <a:avLst/>
                <a:gdLst/>
                <a:ahLst/>
                <a:cxnLst/>
                <a:rect l="l" t="t" r="r" b="b"/>
                <a:pathLst>
                  <a:path w="5308600" h="506095">
                    <a:moveTo>
                      <a:pt x="5222747" y="505968"/>
                    </a:moveTo>
                    <a:lnTo>
                      <a:pt x="85343" y="505968"/>
                    </a:lnTo>
                    <a:lnTo>
                      <a:pt x="52252" y="499123"/>
                    </a:lnTo>
                    <a:lnTo>
                      <a:pt x="25269" y="481045"/>
                    </a:lnTo>
                    <a:lnTo>
                      <a:pt x="6987" y="454474"/>
                    </a:lnTo>
                    <a:lnTo>
                      <a:pt x="0" y="422148"/>
                    </a:lnTo>
                    <a:lnTo>
                      <a:pt x="0" y="85344"/>
                    </a:lnTo>
                    <a:lnTo>
                      <a:pt x="6987" y="52265"/>
                    </a:lnTo>
                    <a:lnTo>
                      <a:pt x="25269" y="25284"/>
                    </a:lnTo>
                    <a:lnTo>
                      <a:pt x="52252" y="6996"/>
                    </a:lnTo>
                    <a:lnTo>
                      <a:pt x="85343" y="0"/>
                    </a:lnTo>
                    <a:lnTo>
                      <a:pt x="5222747" y="0"/>
                    </a:lnTo>
                    <a:lnTo>
                      <a:pt x="5255869" y="6996"/>
                    </a:lnTo>
                    <a:lnTo>
                      <a:pt x="5282865" y="25284"/>
                    </a:lnTo>
                    <a:lnTo>
                      <a:pt x="5301138" y="52265"/>
                    </a:lnTo>
                    <a:lnTo>
                      <a:pt x="5308092" y="85344"/>
                    </a:lnTo>
                    <a:lnTo>
                      <a:pt x="5308092" y="422148"/>
                    </a:lnTo>
                    <a:lnTo>
                      <a:pt x="5301138" y="454474"/>
                    </a:lnTo>
                    <a:lnTo>
                      <a:pt x="5282865" y="481045"/>
                    </a:lnTo>
                    <a:lnTo>
                      <a:pt x="5255869" y="499123"/>
                    </a:lnTo>
                    <a:lnTo>
                      <a:pt x="5222747" y="505968"/>
                    </a:lnTo>
                    <a:close/>
                  </a:path>
                </a:pathLst>
              </a:custGeom>
              <a:solidFill>
                <a:srgbClr val="FAE4D5"/>
              </a:solidFill>
            </p:spPr>
            <p:txBody>
              <a:bodyPr wrap="square" lIns="0" tIns="0" rIns="0" bIns="0" rtlCol="0" anchor="ctr"/>
              <a:lstStyle/>
              <a:p>
                <a:pPr algn="ctr" defTabSz="914400"/>
                <a:r>
                  <a:rPr lang="en-US" altLang="ko-KR" sz="2400" b="1" kern="0" dirty="0" err="1">
                    <a:solidFill>
                      <a:srgbClr val="C00000"/>
                    </a:solidFill>
                    <a:cs typeface="Times New Roman"/>
                  </a:rPr>
                  <a:t>FineMem</a:t>
                </a:r>
                <a:endParaRPr lang="en-US" altLang="ko-KR" sz="2400" kern="0" dirty="0">
                  <a:solidFill>
                    <a:sysClr val="windowText" lastClr="000000"/>
                  </a:solidFill>
                  <a:cs typeface="Times New Roman"/>
                </a:endParaRPr>
              </a:p>
            </p:txBody>
          </p:sp>
          <p:sp>
            <p:nvSpPr>
              <p:cNvPr id="64" name="object 6">
                <a:extLst>
                  <a:ext uri="{FF2B5EF4-FFF2-40B4-BE49-F238E27FC236}">
                    <a16:creationId xmlns:a16="http://schemas.microsoft.com/office/drawing/2014/main" id="{54C64681-6325-40B2-A099-1F81DD4A5B3E}"/>
                  </a:ext>
                </a:extLst>
              </p:cNvPr>
              <p:cNvSpPr/>
              <p:nvPr/>
            </p:nvSpPr>
            <p:spPr>
              <a:xfrm>
                <a:off x="3290557" y="5236730"/>
                <a:ext cx="5332095" cy="529590"/>
              </a:xfrm>
              <a:custGeom>
                <a:avLst/>
                <a:gdLst/>
                <a:ahLst/>
                <a:cxnLst/>
                <a:rect l="l" t="t" r="r" b="b"/>
                <a:pathLst>
                  <a:path w="5332095" h="529589">
                    <a:moveTo>
                      <a:pt x="5259514" y="527050"/>
                    </a:moveTo>
                    <a:lnTo>
                      <a:pt x="72542" y="527050"/>
                    </a:lnTo>
                    <a:lnTo>
                      <a:pt x="67932" y="525779"/>
                    </a:lnTo>
                    <a:lnTo>
                      <a:pt x="63436" y="523239"/>
                    </a:lnTo>
                    <a:lnTo>
                      <a:pt x="59029" y="521970"/>
                    </a:lnTo>
                    <a:lnTo>
                      <a:pt x="54737" y="519429"/>
                    </a:lnTo>
                    <a:lnTo>
                      <a:pt x="50558" y="518160"/>
                    </a:lnTo>
                    <a:lnTo>
                      <a:pt x="46494" y="515620"/>
                    </a:lnTo>
                    <a:lnTo>
                      <a:pt x="42570" y="513079"/>
                    </a:lnTo>
                    <a:lnTo>
                      <a:pt x="38773" y="510539"/>
                    </a:lnTo>
                    <a:lnTo>
                      <a:pt x="35115" y="508000"/>
                    </a:lnTo>
                    <a:lnTo>
                      <a:pt x="31610" y="504189"/>
                    </a:lnTo>
                    <a:lnTo>
                      <a:pt x="28244" y="501650"/>
                    </a:lnTo>
                    <a:lnTo>
                      <a:pt x="7493" y="469900"/>
                    </a:lnTo>
                    <a:lnTo>
                      <a:pt x="5753" y="466089"/>
                    </a:lnTo>
                    <a:lnTo>
                      <a:pt x="4229" y="461010"/>
                    </a:lnTo>
                    <a:lnTo>
                      <a:pt x="2921" y="457200"/>
                    </a:lnTo>
                    <a:lnTo>
                      <a:pt x="1841" y="452120"/>
                    </a:lnTo>
                    <a:lnTo>
                      <a:pt x="990" y="447039"/>
                    </a:lnTo>
                    <a:lnTo>
                      <a:pt x="533" y="443229"/>
                    </a:lnTo>
                    <a:lnTo>
                      <a:pt x="484" y="442823"/>
                    </a:lnTo>
                    <a:lnTo>
                      <a:pt x="381" y="441960"/>
                    </a:lnTo>
                    <a:lnTo>
                      <a:pt x="126" y="439420"/>
                    </a:lnTo>
                    <a:lnTo>
                      <a:pt x="0" y="91439"/>
                    </a:lnTo>
                    <a:lnTo>
                      <a:pt x="381" y="86360"/>
                    </a:lnTo>
                    <a:lnTo>
                      <a:pt x="990" y="81279"/>
                    </a:lnTo>
                    <a:lnTo>
                      <a:pt x="1841" y="76200"/>
                    </a:lnTo>
                    <a:lnTo>
                      <a:pt x="2921" y="72389"/>
                    </a:lnTo>
                    <a:lnTo>
                      <a:pt x="4229" y="67310"/>
                    </a:lnTo>
                    <a:lnTo>
                      <a:pt x="5753" y="62229"/>
                    </a:lnTo>
                    <a:lnTo>
                      <a:pt x="7493" y="58420"/>
                    </a:lnTo>
                    <a:lnTo>
                      <a:pt x="9436" y="54610"/>
                    </a:lnTo>
                    <a:lnTo>
                      <a:pt x="11569" y="49529"/>
                    </a:lnTo>
                    <a:lnTo>
                      <a:pt x="28244" y="27939"/>
                    </a:lnTo>
                    <a:lnTo>
                      <a:pt x="31610" y="24129"/>
                    </a:lnTo>
                    <a:lnTo>
                      <a:pt x="35115" y="21589"/>
                    </a:lnTo>
                    <a:lnTo>
                      <a:pt x="38773" y="19050"/>
                    </a:lnTo>
                    <a:lnTo>
                      <a:pt x="42570" y="15239"/>
                    </a:lnTo>
                    <a:lnTo>
                      <a:pt x="46494" y="12700"/>
                    </a:lnTo>
                    <a:lnTo>
                      <a:pt x="50558" y="11429"/>
                    </a:lnTo>
                    <a:lnTo>
                      <a:pt x="54737" y="8889"/>
                    </a:lnTo>
                    <a:lnTo>
                      <a:pt x="59029" y="6350"/>
                    </a:lnTo>
                    <a:lnTo>
                      <a:pt x="67932" y="3810"/>
                    </a:lnTo>
                    <a:lnTo>
                      <a:pt x="82003" y="0"/>
                    </a:lnTo>
                    <a:lnTo>
                      <a:pt x="5250053" y="0"/>
                    </a:lnTo>
                    <a:lnTo>
                      <a:pt x="5281498" y="11429"/>
                    </a:lnTo>
                    <a:lnTo>
                      <a:pt x="5285549" y="12700"/>
                    </a:lnTo>
                    <a:lnTo>
                      <a:pt x="5289473" y="15239"/>
                    </a:lnTo>
                    <a:lnTo>
                      <a:pt x="5293271" y="19050"/>
                    </a:lnTo>
                    <a:lnTo>
                      <a:pt x="5296928" y="21589"/>
                    </a:lnTo>
                    <a:lnTo>
                      <a:pt x="5300446" y="24129"/>
                    </a:lnTo>
                    <a:lnTo>
                      <a:pt x="93370" y="24129"/>
                    </a:lnTo>
                    <a:lnTo>
                      <a:pt x="89090" y="25400"/>
                    </a:lnTo>
                    <a:lnTo>
                      <a:pt x="82626" y="25400"/>
                    </a:lnTo>
                    <a:lnTo>
                      <a:pt x="78562" y="26670"/>
                    </a:lnTo>
                    <a:lnTo>
                      <a:pt x="79171" y="26670"/>
                    </a:lnTo>
                    <a:lnTo>
                      <a:pt x="75171" y="27939"/>
                    </a:lnTo>
                    <a:lnTo>
                      <a:pt x="75780" y="27939"/>
                    </a:lnTo>
                    <a:lnTo>
                      <a:pt x="71869" y="29210"/>
                    </a:lnTo>
                    <a:lnTo>
                      <a:pt x="72453" y="29210"/>
                    </a:lnTo>
                    <a:lnTo>
                      <a:pt x="68630" y="30479"/>
                    </a:lnTo>
                    <a:lnTo>
                      <a:pt x="69202" y="30479"/>
                    </a:lnTo>
                    <a:lnTo>
                      <a:pt x="65481" y="31750"/>
                    </a:lnTo>
                    <a:lnTo>
                      <a:pt x="66039" y="31750"/>
                    </a:lnTo>
                    <a:lnTo>
                      <a:pt x="62407" y="33020"/>
                    </a:lnTo>
                    <a:lnTo>
                      <a:pt x="62953" y="33020"/>
                    </a:lnTo>
                    <a:lnTo>
                      <a:pt x="61188" y="34289"/>
                    </a:lnTo>
                    <a:lnTo>
                      <a:pt x="59956" y="34289"/>
                    </a:lnTo>
                    <a:lnTo>
                      <a:pt x="56540" y="36829"/>
                    </a:lnTo>
                    <a:lnTo>
                      <a:pt x="57048" y="36829"/>
                    </a:lnTo>
                    <a:lnTo>
                      <a:pt x="55397" y="38100"/>
                    </a:lnTo>
                    <a:lnTo>
                      <a:pt x="54229" y="38100"/>
                    </a:lnTo>
                    <a:lnTo>
                      <a:pt x="51054" y="40639"/>
                    </a:lnTo>
                    <a:lnTo>
                      <a:pt x="51523" y="40639"/>
                    </a:lnTo>
                    <a:lnTo>
                      <a:pt x="48463" y="43179"/>
                    </a:lnTo>
                    <a:lnTo>
                      <a:pt x="48920" y="43179"/>
                    </a:lnTo>
                    <a:lnTo>
                      <a:pt x="45986" y="45720"/>
                    </a:lnTo>
                    <a:lnTo>
                      <a:pt x="46418" y="45720"/>
                    </a:lnTo>
                    <a:lnTo>
                      <a:pt x="43637" y="48260"/>
                    </a:lnTo>
                    <a:lnTo>
                      <a:pt x="44043" y="48260"/>
                    </a:lnTo>
                    <a:lnTo>
                      <a:pt x="41401" y="50800"/>
                    </a:lnTo>
                    <a:lnTo>
                      <a:pt x="41783" y="50800"/>
                    </a:lnTo>
                    <a:lnTo>
                      <a:pt x="39281" y="53339"/>
                    </a:lnTo>
                    <a:lnTo>
                      <a:pt x="39649" y="53339"/>
                    </a:lnTo>
                    <a:lnTo>
                      <a:pt x="37299" y="55879"/>
                    </a:lnTo>
                    <a:lnTo>
                      <a:pt x="37642" y="55879"/>
                    </a:lnTo>
                    <a:lnTo>
                      <a:pt x="36186" y="58420"/>
                    </a:lnTo>
                    <a:lnTo>
                      <a:pt x="35775" y="58420"/>
                    </a:lnTo>
                    <a:lnTo>
                      <a:pt x="33743" y="62229"/>
                    </a:lnTo>
                    <a:lnTo>
                      <a:pt x="34036" y="62229"/>
                    </a:lnTo>
                    <a:lnTo>
                      <a:pt x="32181" y="64770"/>
                    </a:lnTo>
                    <a:lnTo>
                      <a:pt x="32448" y="64770"/>
                    </a:lnTo>
                    <a:lnTo>
                      <a:pt x="30772" y="68579"/>
                    </a:lnTo>
                    <a:lnTo>
                      <a:pt x="31013" y="68579"/>
                    </a:lnTo>
                    <a:lnTo>
                      <a:pt x="30005" y="71120"/>
                    </a:lnTo>
                    <a:lnTo>
                      <a:pt x="29718" y="71120"/>
                    </a:lnTo>
                    <a:lnTo>
                      <a:pt x="28397" y="74929"/>
                    </a:lnTo>
                    <a:lnTo>
                      <a:pt x="28575" y="74929"/>
                    </a:lnTo>
                    <a:lnTo>
                      <a:pt x="27821" y="77470"/>
                    </a:lnTo>
                    <a:lnTo>
                      <a:pt x="27609" y="77470"/>
                    </a:lnTo>
                    <a:lnTo>
                      <a:pt x="26670" y="82550"/>
                    </a:lnTo>
                    <a:lnTo>
                      <a:pt x="26149" y="85089"/>
                    </a:lnTo>
                    <a:lnTo>
                      <a:pt x="25679" y="88900"/>
                    </a:lnTo>
                    <a:lnTo>
                      <a:pt x="25679" y="440689"/>
                    </a:lnTo>
                    <a:lnTo>
                      <a:pt x="25882" y="441960"/>
                    </a:lnTo>
                    <a:lnTo>
                      <a:pt x="26149" y="444500"/>
                    </a:lnTo>
                    <a:lnTo>
                      <a:pt x="26670" y="447039"/>
                    </a:lnTo>
                    <a:lnTo>
                      <a:pt x="27609" y="450850"/>
                    </a:lnTo>
                    <a:lnTo>
                      <a:pt x="27444" y="450850"/>
                    </a:lnTo>
                    <a:lnTo>
                      <a:pt x="28575" y="454660"/>
                    </a:lnTo>
                    <a:lnTo>
                      <a:pt x="28837" y="454660"/>
                    </a:lnTo>
                    <a:lnTo>
                      <a:pt x="29718" y="457200"/>
                    </a:lnTo>
                    <a:lnTo>
                      <a:pt x="29502" y="457200"/>
                    </a:lnTo>
                    <a:lnTo>
                      <a:pt x="31013" y="461010"/>
                    </a:lnTo>
                    <a:lnTo>
                      <a:pt x="31330" y="461010"/>
                    </a:lnTo>
                    <a:lnTo>
                      <a:pt x="32448" y="463550"/>
                    </a:lnTo>
                    <a:lnTo>
                      <a:pt x="32181" y="463550"/>
                    </a:lnTo>
                    <a:lnTo>
                      <a:pt x="34036" y="467360"/>
                    </a:lnTo>
                    <a:lnTo>
                      <a:pt x="34421" y="467360"/>
                    </a:lnTo>
                    <a:lnTo>
                      <a:pt x="35775" y="469900"/>
                    </a:lnTo>
                    <a:lnTo>
                      <a:pt x="35458" y="469900"/>
                    </a:lnTo>
                    <a:lnTo>
                      <a:pt x="37642" y="472439"/>
                    </a:lnTo>
                    <a:lnTo>
                      <a:pt x="37299" y="472439"/>
                    </a:lnTo>
                    <a:lnTo>
                      <a:pt x="39649" y="476250"/>
                    </a:lnTo>
                    <a:lnTo>
                      <a:pt x="40115" y="476250"/>
                    </a:lnTo>
                    <a:lnTo>
                      <a:pt x="41783" y="478789"/>
                    </a:lnTo>
                    <a:lnTo>
                      <a:pt x="42282" y="478789"/>
                    </a:lnTo>
                    <a:lnTo>
                      <a:pt x="44043" y="481329"/>
                    </a:lnTo>
                    <a:lnTo>
                      <a:pt x="44564" y="481329"/>
                    </a:lnTo>
                    <a:lnTo>
                      <a:pt x="46418" y="483870"/>
                    </a:lnTo>
                    <a:lnTo>
                      <a:pt x="46964" y="483870"/>
                    </a:lnTo>
                    <a:lnTo>
                      <a:pt x="48920" y="486410"/>
                    </a:lnTo>
                    <a:lnTo>
                      <a:pt x="49993" y="486410"/>
                    </a:lnTo>
                    <a:lnTo>
                      <a:pt x="51523" y="487679"/>
                    </a:lnTo>
                    <a:lnTo>
                      <a:pt x="51054" y="487679"/>
                    </a:lnTo>
                    <a:lnTo>
                      <a:pt x="54229" y="490220"/>
                    </a:lnTo>
                    <a:lnTo>
                      <a:pt x="53746" y="490220"/>
                    </a:lnTo>
                    <a:lnTo>
                      <a:pt x="57048" y="491489"/>
                    </a:lnTo>
                    <a:lnTo>
                      <a:pt x="56540" y="491489"/>
                    </a:lnTo>
                    <a:lnTo>
                      <a:pt x="59956" y="494029"/>
                    </a:lnTo>
                    <a:lnTo>
                      <a:pt x="59423" y="494029"/>
                    </a:lnTo>
                    <a:lnTo>
                      <a:pt x="62953" y="495300"/>
                    </a:lnTo>
                    <a:lnTo>
                      <a:pt x="62407" y="495300"/>
                    </a:lnTo>
                    <a:lnTo>
                      <a:pt x="66039" y="497839"/>
                    </a:lnTo>
                    <a:lnTo>
                      <a:pt x="67341" y="497839"/>
                    </a:lnTo>
                    <a:lnTo>
                      <a:pt x="69202" y="499110"/>
                    </a:lnTo>
                    <a:lnTo>
                      <a:pt x="70542" y="499110"/>
                    </a:lnTo>
                    <a:lnTo>
                      <a:pt x="72453" y="500379"/>
                    </a:lnTo>
                    <a:lnTo>
                      <a:pt x="73825" y="500379"/>
                    </a:lnTo>
                    <a:lnTo>
                      <a:pt x="75780" y="501650"/>
                    </a:lnTo>
                    <a:lnTo>
                      <a:pt x="78562" y="501650"/>
                    </a:lnTo>
                    <a:lnTo>
                      <a:pt x="82626" y="502920"/>
                    </a:lnTo>
                    <a:lnTo>
                      <a:pt x="85521" y="502920"/>
                    </a:lnTo>
                    <a:lnTo>
                      <a:pt x="89725" y="504189"/>
                    </a:lnTo>
                    <a:lnTo>
                      <a:pt x="5300446" y="504189"/>
                    </a:lnTo>
                    <a:lnTo>
                      <a:pt x="5277307" y="519429"/>
                    </a:lnTo>
                    <a:lnTo>
                      <a:pt x="5273014" y="521970"/>
                    </a:lnTo>
                    <a:lnTo>
                      <a:pt x="5268620" y="523239"/>
                    </a:lnTo>
                    <a:lnTo>
                      <a:pt x="5264111" y="525779"/>
                    </a:lnTo>
                    <a:lnTo>
                      <a:pt x="5259514" y="527050"/>
                    </a:lnTo>
                    <a:close/>
                  </a:path>
                  <a:path w="5332095" h="529589">
                    <a:moveTo>
                      <a:pt x="5272620" y="35560"/>
                    </a:moveTo>
                    <a:lnTo>
                      <a:pt x="5269103" y="33020"/>
                    </a:lnTo>
                    <a:lnTo>
                      <a:pt x="5269636" y="33020"/>
                    </a:lnTo>
                    <a:lnTo>
                      <a:pt x="5266016" y="31750"/>
                    </a:lnTo>
                    <a:lnTo>
                      <a:pt x="5266563" y="31750"/>
                    </a:lnTo>
                    <a:lnTo>
                      <a:pt x="5262841" y="30479"/>
                    </a:lnTo>
                    <a:lnTo>
                      <a:pt x="5263413" y="30479"/>
                    </a:lnTo>
                    <a:lnTo>
                      <a:pt x="5259590" y="29210"/>
                    </a:lnTo>
                    <a:lnTo>
                      <a:pt x="5260174" y="29210"/>
                    </a:lnTo>
                    <a:lnTo>
                      <a:pt x="5256276" y="27939"/>
                    </a:lnTo>
                    <a:lnTo>
                      <a:pt x="5256872" y="27939"/>
                    </a:lnTo>
                    <a:lnTo>
                      <a:pt x="5252872" y="26670"/>
                    </a:lnTo>
                    <a:lnTo>
                      <a:pt x="5253494" y="26670"/>
                    </a:lnTo>
                    <a:lnTo>
                      <a:pt x="5249418" y="25400"/>
                    </a:lnTo>
                    <a:lnTo>
                      <a:pt x="5242953" y="25400"/>
                    </a:lnTo>
                    <a:lnTo>
                      <a:pt x="5238686" y="24129"/>
                    </a:lnTo>
                    <a:lnTo>
                      <a:pt x="5300446" y="24129"/>
                    </a:lnTo>
                    <a:lnTo>
                      <a:pt x="5303799" y="27939"/>
                    </a:lnTo>
                    <a:lnTo>
                      <a:pt x="5307012" y="30479"/>
                    </a:lnTo>
                    <a:lnTo>
                      <a:pt x="5310047" y="34289"/>
                    </a:lnTo>
                    <a:lnTo>
                      <a:pt x="5272100" y="34289"/>
                    </a:lnTo>
                    <a:lnTo>
                      <a:pt x="5272620" y="35560"/>
                    </a:lnTo>
                    <a:close/>
                  </a:path>
                  <a:path w="5332095" h="529589">
                    <a:moveTo>
                      <a:pt x="82003" y="26670"/>
                    </a:moveTo>
                    <a:lnTo>
                      <a:pt x="82626" y="25400"/>
                    </a:lnTo>
                    <a:lnTo>
                      <a:pt x="86144" y="25400"/>
                    </a:lnTo>
                    <a:lnTo>
                      <a:pt x="82003" y="26670"/>
                    </a:lnTo>
                    <a:close/>
                  </a:path>
                  <a:path w="5332095" h="529589">
                    <a:moveTo>
                      <a:pt x="5250040" y="26670"/>
                    </a:moveTo>
                    <a:lnTo>
                      <a:pt x="5245900" y="25400"/>
                    </a:lnTo>
                    <a:lnTo>
                      <a:pt x="5249418" y="25400"/>
                    </a:lnTo>
                    <a:lnTo>
                      <a:pt x="5250040" y="26670"/>
                    </a:lnTo>
                    <a:close/>
                  </a:path>
                  <a:path w="5332095" h="529589">
                    <a:moveTo>
                      <a:pt x="59423" y="35560"/>
                    </a:moveTo>
                    <a:lnTo>
                      <a:pt x="59956" y="34289"/>
                    </a:lnTo>
                    <a:lnTo>
                      <a:pt x="61188" y="34289"/>
                    </a:lnTo>
                    <a:lnTo>
                      <a:pt x="59423" y="35560"/>
                    </a:lnTo>
                    <a:close/>
                  </a:path>
                  <a:path w="5332095" h="529589">
                    <a:moveTo>
                      <a:pt x="5278310" y="39370"/>
                    </a:moveTo>
                    <a:lnTo>
                      <a:pt x="5275008" y="36829"/>
                    </a:lnTo>
                    <a:lnTo>
                      <a:pt x="5275516" y="36829"/>
                    </a:lnTo>
                    <a:lnTo>
                      <a:pt x="5272100" y="34289"/>
                    </a:lnTo>
                    <a:lnTo>
                      <a:pt x="5310047" y="34289"/>
                    </a:lnTo>
                    <a:lnTo>
                      <a:pt x="5312918" y="38100"/>
                    </a:lnTo>
                    <a:lnTo>
                      <a:pt x="5277815" y="38100"/>
                    </a:lnTo>
                    <a:lnTo>
                      <a:pt x="5278310" y="39370"/>
                    </a:lnTo>
                    <a:close/>
                  </a:path>
                  <a:path w="5332095" h="529589">
                    <a:moveTo>
                      <a:pt x="53746" y="39370"/>
                    </a:moveTo>
                    <a:lnTo>
                      <a:pt x="54229" y="38100"/>
                    </a:lnTo>
                    <a:lnTo>
                      <a:pt x="55397" y="38100"/>
                    </a:lnTo>
                    <a:lnTo>
                      <a:pt x="53746" y="39370"/>
                    </a:lnTo>
                    <a:close/>
                  </a:path>
                  <a:path w="5332095" h="529589">
                    <a:moveTo>
                      <a:pt x="5296598" y="59689"/>
                    </a:moveTo>
                    <a:lnTo>
                      <a:pt x="5294401" y="55879"/>
                    </a:lnTo>
                    <a:lnTo>
                      <a:pt x="5294744" y="55879"/>
                    </a:lnTo>
                    <a:lnTo>
                      <a:pt x="5292394" y="53339"/>
                    </a:lnTo>
                    <a:lnTo>
                      <a:pt x="5292763" y="53339"/>
                    </a:lnTo>
                    <a:lnTo>
                      <a:pt x="5290261" y="50800"/>
                    </a:lnTo>
                    <a:lnTo>
                      <a:pt x="5290654" y="50800"/>
                    </a:lnTo>
                    <a:lnTo>
                      <a:pt x="5288013" y="48260"/>
                    </a:lnTo>
                    <a:lnTo>
                      <a:pt x="5288419" y="48260"/>
                    </a:lnTo>
                    <a:lnTo>
                      <a:pt x="5285625" y="45720"/>
                    </a:lnTo>
                    <a:lnTo>
                      <a:pt x="5286057" y="45720"/>
                    </a:lnTo>
                    <a:lnTo>
                      <a:pt x="5283136" y="43179"/>
                    </a:lnTo>
                    <a:lnTo>
                      <a:pt x="5283581" y="43179"/>
                    </a:lnTo>
                    <a:lnTo>
                      <a:pt x="5280533" y="40639"/>
                    </a:lnTo>
                    <a:lnTo>
                      <a:pt x="5281002" y="40639"/>
                    </a:lnTo>
                    <a:lnTo>
                      <a:pt x="5277815" y="38100"/>
                    </a:lnTo>
                    <a:lnTo>
                      <a:pt x="5312918" y="38100"/>
                    </a:lnTo>
                    <a:lnTo>
                      <a:pt x="5315623" y="41910"/>
                    </a:lnTo>
                    <a:lnTo>
                      <a:pt x="5318137" y="45720"/>
                    </a:lnTo>
                    <a:lnTo>
                      <a:pt x="5320474" y="49529"/>
                    </a:lnTo>
                    <a:lnTo>
                      <a:pt x="5322620" y="54610"/>
                    </a:lnTo>
                    <a:lnTo>
                      <a:pt x="5324551" y="58420"/>
                    </a:lnTo>
                    <a:lnTo>
                      <a:pt x="5296281" y="58420"/>
                    </a:lnTo>
                    <a:lnTo>
                      <a:pt x="5296598" y="59689"/>
                    </a:lnTo>
                    <a:close/>
                  </a:path>
                  <a:path w="5332095" h="529589">
                    <a:moveTo>
                      <a:pt x="35458" y="59689"/>
                    </a:moveTo>
                    <a:lnTo>
                      <a:pt x="35775" y="58420"/>
                    </a:lnTo>
                    <a:lnTo>
                      <a:pt x="36186" y="58420"/>
                    </a:lnTo>
                    <a:lnTo>
                      <a:pt x="35458" y="59689"/>
                    </a:lnTo>
                    <a:close/>
                  </a:path>
                  <a:path w="5332095" h="529589">
                    <a:moveTo>
                      <a:pt x="5302542" y="72389"/>
                    </a:moveTo>
                    <a:lnTo>
                      <a:pt x="5301043" y="68579"/>
                    </a:lnTo>
                    <a:lnTo>
                      <a:pt x="5301284" y="68579"/>
                    </a:lnTo>
                    <a:lnTo>
                      <a:pt x="5299595" y="64770"/>
                    </a:lnTo>
                    <a:lnTo>
                      <a:pt x="5299862" y="64770"/>
                    </a:lnTo>
                    <a:lnTo>
                      <a:pt x="5298008" y="62229"/>
                    </a:lnTo>
                    <a:lnTo>
                      <a:pt x="5298300" y="62229"/>
                    </a:lnTo>
                    <a:lnTo>
                      <a:pt x="5296281" y="58420"/>
                    </a:lnTo>
                    <a:lnTo>
                      <a:pt x="5324551" y="58420"/>
                    </a:lnTo>
                    <a:lnTo>
                      <a:pt x="5326291" y="62229"/>
                    </a:lnTo>
                    <a:lnTo>
                      <a:pt x="5327815" y="67310"/>
                    </a:lnTo>
                    <a:lnTo>
                      <a:pt x="5328796" y="71120"/>
                    </a:lnTo>
                    <a:lnTo>
                      <a:pt x="5302326" y="71120"/>
                    </a:lnTo>
                    <a:lnTo>
                      <a:pt x="5302542" y="72389"/>
                    </a:lnTo>
                    <a:close/>
                  </a:path>
                  <a:path w="5332095" h="529589">
                    <a:moveTo>
                      <a:pt x="29502" y="72389"/>
                    </a:moveTo>
                    <a:lnTo>
                      <a:pt x="29718" y="71120"/>
                    </a:lnTo>
                    <a:lnTo>
                      <a:pt x="30005" y="71120"/>
                    </a:lnTo>
                    <a:lnTo>
                      <a:pt x="29502" y="72389"/>
                    </a:lnTo>
                    <a:close/>
                  </a:path>
                  <a:path w="5332095" h="529589">
                    <a:moveTo>
                      <a:pt x="5331364" y="444500"/>
                    </a:moveTo>
                    <a:lnTo>
                      <a:pt x="5305894" y="444500"/>
                    </a:lnTo>
                    <a:lnTo>
                      <a:pt x="5306031" y="443229"/>
                    </a:lnTo>
                    <a:lnTo>
                      <a:pt x="5306075" y="442823"/>
                    </a:lnTo>
                    <a:lnTo>
                      <a:pt x="5306167" y="441960"/>
                    </a:lnTo>
                    <a:lnTo>
                      <a:pt x="5306364" y="440689"/>
                    </a:lnTo>
                    <a:lnTo>
                      <a:pt x="5306447" y="439420"/>
                    </a:lnTo>
                    <a:lnTo>
                      <a:pt x="5306529" y="438150"/>
                    </a:lnTo>
                    <a:lnTo>
                      <a:pt x="5306610" y="91439"/>
                    </a:lnTo>
                    <a:lnTo>
                      <a:pt x="5306441" y="88900"/>
                    </a:lnTo>
                    <a:lnTo>
                      <a:pt x="5305996" y="85089"/>
                    </a:lnTo>
                    <a:lnTo>
                      <a:pt x="5305386" y="82550"/>
                    </a:lnTo>
                    <a:lnTo>
                      <a:pt x="5304447" y="77470"/>
                    </a:lnTo>
                    <a:lnTo>
                      <a:pt x="5304222" y="77470"/>
                    </a:lnTo>
                    <a:lnTo>
                      <a:pt x="5303469" y="74929"/>
                    </a:lnTo>
                    <a:lnTo>
                      <a:pt x="5303659" y="74929"/>
                    </a:lnTo>
                    <a:lnTo>
                      <a:pt x="5302326" y="71120"/>
                    </a:lnTo>
                    <a:lnTo>
                      <a:pt x="5328796" y="71120"/>
                    </a:lnTo>
                    <a:lnTo>
                      <a:pt x="5329123" y="72389"/>
                    </a:lnTo>
                    <a:lnTo>
                      <a:pt x="5330202" y="76200"/>
                    </a:lnTo>
                    <a:lnTo>
                      <a:pt x="5330415" y="77470"/>
                    </a:lnTo>
                    <a:lnTo>
                      <a:pt x="5304447" y="77470"/>
                    </a:lnTo>
                    <a:lnTo>
                      <a:pt x="5304679" y="78725"/>
                    </a:lnTo>
                    <a:lnTo>
                      <a:pt x="5330625" y="78725"/>
                    </a:lnTo>
                    <a:lnTo>
                      <a:pt x="5331053" y="81279"/>
                    </a:lnTo>
                    <a:lnTo>
                      <a:pt x="5331675" y="86360"/>
                    </a:lnTo>
                    <a:lnTo>
                      <a:pt x="5332044" y="91439"/>
                    </a:lnTo>
                    <a:lnTo>
                      <a:pt x="5331921" y="439420"/>
                    </a:lnTo>
                    <a:lnTo>
                      <a:pt x="5331798" y="440689"/>
                    </a:lnTo>
                    <a:lnTo>
                      <a:pt x="5331675" y="441960"/>
                    </a:lnTo>
                    <a:lnTo>
                      <a:pt x="5331364" y="444500"/>
                    </a:lnTo>
                    <a:close/>
                  </a:path>
                  <a:path w="5332095" h="529589">
                    <a:moveTo>
                      <a:pt x="27449" y="78725"/>
                    </a:moveTo>
                    <a:lnTo>
                      <a:pt x="27609" y="77470"/>
                    </a:lnTo>
                    <a:lnTo>
                      <a:pt x="27821" y="77470"/>
                    </a:lnTo>
                    <a:lnTo>
                      <a:pt x="27449" y="78725"/>
                    </a:lnTo>
                    <a:close/>
                  </a:path>
                  <a:path w="5332095" h="529589">
                    <a:moveTo>
                      <a:pt x="5329662" y="454660"/>
                    </a:moveTo>
                    <a:lnTo>
                      <a:pt x="5303469" y="454660"/>
                    </a:lnTo>
                    <a:lnTo>
                      <a:pt x="5304599" y="450850"/>
                    </a:lnTo>
                    <a:lnTo>
                      <a:pt x="5304447" y="450850"/>
                    </a:lnTo>
                    <a:lnTo>
                      <a:pt x="5305259" y="447039"/>
                    </a:lnTo>
                    <a:lnTo>
                      <a:pt x="5305996" y="443229"/>
                    </a:lnTo>
                    <a:lnTo>
                      <a:pt x="5305894" y="444500"/>
                    </a:lnTo>
                    <a:lnTo>
                      <a:pt x="5331364" y="444500"/>
                    </a:lnTo>
                    <a:lnTo>
                      <a:pt x="5331053" y="447039"/>
                    </a:lnTo>
                    <a:lnTo>
                      <a:pt x="5330202" y="452120"/>
                    </a:lnTo>
                    <a:lnTo>
                      <a:pt x="5329662" y="454660"/>
                    </a:lnTo>
                    <a:close/>
                  </a:path>
                  <a:path w="5332095" h="529589">
                    <a:moveTo>
                      <a:pt x="28837" y="454660"/>
                    </a:moveTo>
                    <a:lnTo>
                      <a:pt x="28575" y="454660"/>
                    </a:lnTo>
                    <a:lnTo>
                      <a:pt x="28397" y="453389"/>
                    </a:lnTo>
                    <a:lnTo>
                      <a:pt x="28837" y="454660"/>
                    </a:lnTo>
                    <a:close/>
                  </a:path>
                  <a:path w="5332095" h="529589">
                    <a:moveTo>
                      <a:pt x="5327815" y="461010"/>
                    </a:moveTo>
                    <a:lnTo>
                      <a:pt x="5301043" y="461010"/>
                    </a:lnTo>
                    <a:lnTo>
                      <a:pt x="5302542" y="457200"/>
                    </a:lnTo>
                    <a:lnTo>
                      <a:pt x="5302326" y="457200"/>
                    </a:lnTo>
                    <a:lnTo>
                      <a:pt x="5303659" y="453389"/>
                    </a:lnTo>
                    <a:lnTo>
                      <a:pt x="5303469" y="454660"/>
                    </a:lnTo>
                    <a:lnTo>
                      <a:pt x="5329662" y="454660"/>
                    </a:lnTo>
                    <a:lnTo>
                      <a:pt x="5329123" y="457200"/>
                    </a:lnTo>
                    <a:lnTo>
                      <a:pt x="5327815" y="461010"/>
                    </a:lnTo>
                    <a:close/>
                  </a:path>
                  <a:path w="5332095" h="529589">
                    <a:moveTo>
                      <a:pt x="31330" y="461010"/>
                    </a:moveTo>
                    <a:lnTo>
                      <a:pt x="31013" y="461010"/>
                    </a:lnTo>
                    <a:lnTo>
                      <a:pt x="30772" y="459739"/>
                    </a:lnTo>
                    <a:lnTo>
                      <a:pt x="31330" y="461010"/>
                    </a:lnTo>
                    <a:close/>
                  </a:path>
                  <a:path w="5332095" h="529589">
                    <a:moveTo>
                      <a:pt x="5325711" y="467360"/>
                    </a:moveTo>
                    <a:lnTo>
                      <a:pt x="5298008" y="467360"/>
                    </a:lnTo>
                    <a:lnTo>
                      <a:pt x="5299862" y="463550"/>
                    </a:lnTo>
                    <a:lnTo>
                      <a:pt x="5299595" y="463550"/>
                    </a:lnTo>
                    <a:lnTo>
                      <a:pt x="5301284" y="459739"/>
                    </a:lnTo>
                    <a:lnTo>
                      <a:pt x="5301043" y="461010"/>
                    </a:lnTo>
                    <a:lnTo>
                      <a:pt x="5327815" y="461010"/>
                    </a:lnTo>
                    <a:lnTo>
                      <a:pt x="5326291" y="466089"/>
                    </a:lnTo>
                    <a:lnTo>
                      <a:pt x="5325711" y="467360"/>
                    </a:lnTo>
                    <a:close/>
                  </a:path>
                  <a:path w="5332095" h="529589">
                    <a:moveTo>
                      <a:pt x="34421" y="467360"/>
                    </a:moveTo>
                    <a:lnTo>
                      <a:pt x="34036" y="467360"/>
                    </a:lnTo>
                    <a:lnTo>
                      <a:pt x="33743" y="466089"/>
                    </a:lnTo>
                    <a:lnTo>
                      <a:pt x="34421" y="467360"/>
                    </a:lnTo>
                    <a:close/>
                  </a:path>
                  <a:path w="5332095" h="529589">
                    <a:moveTo>
                      <a:pt x="5321905" y="476250"/>
                    </a:moveTo>
                    <a:lnTo>
                      <a:pt x="5292394" y="476250"/>
                    </a:lnTo>
                    <a:lnTo>
                      <a:pt x="5294744" y="472439"/>
                    </a:lnTo>
                    <a:lnTo>
                      <a:pt x="5294401" y="472439"/>
                    </a:lnTo>
                    <a:lnTo>
                      <a:pt x="5296598" y="469900"/>
                    </a:lnTo>
                    <a:lnTo>
                      <a:pt x="5296281" y="469900"/>
                    </a:lnTo>
                    <a:lnTo>
                      <a:pt x="5298300" y="466089"/>
                    </a:lnTo>
                    <a:lnTo>
                      <a:pt x="5298008" y="467360"/>
                    </a:lnTo>
                    <a:lnTo>
                      <a:pt x="5325711" y="467360"/>
                    </a:lnTo>
                    <a:lnTo>
                      <a:pt x="5324551" y="469900"/>
                    </a:lnTo>
                    <a:lnTo>
                      <a:pt x="5322620" y="474979"/>
                    </a:lnTo>
                    <a:lnTo>
                      <a:pt x="5321905" y="476250"/>
                    </a:lnTo>
                    <a:close/>
                  </a:path>
                  <a:path w="5332095" h="529589">
                    <a:moveTo>
                      <a:pt x="40115" y="476250"/>
                    </a:moveTo>
                    <a:lnTo>
                      <a:pt x="39649" y="476250"/>
                    </a:lnTo>
                    <a:lnTo>
                      <a:pt x="39281" y="474979"/>
                    </a:lnTo>
                    <a:lnTo>
                      <a:pt x="40115" y="476250"/>
                    </a:lnTo>
                    <a:close/>
                  </a:path>
                  <a:path w="5332095" h="529589">
                    <a:moveTo>
                      <a:pt x="5320474" y="478789"/>
                    </a:moveTo>
                    <a:lnTo>
                      <a:pt x="5290261" y="478789"/>
                    </a:lnTo>
                    <a:lnTo>
                      <a:pt x="5292763" y="474979"/>
                    </a:lnTo>
                    <a:lnTo>
                      <a:pt x="5292394" y="476250"/>
                    </a:lnTo>
                    <a:lnTo>
                      <a:pt x="5321905" y="476250"/>
                    </a:lnTo>
                    <a:lnTo>
                      <a:pt x="5320474" y="478789"/>
                    </a:lnTo>
                    <a:close/>
                  </a:path>
                  <a:path w="5332095" h="529589">
                    <a:moveTo>
                      <a:pt x="42282" y="478789"/>
                    </a:moveTo>
                    <a:lnTo>
                      <a:pt x="41783" y="478789"/>
                    </a:lnTo>
                    <a:lnTo>
                      <a:pt x="41401" y="477520"/>
                    </a:lnTo>
                    <a:lnTo>
                      <a:pt x="42282" y="478789"/>
                    </a:lnTo>
                    <a:close/>
                  </a:path>
                  <a:path w="5332095" h="529589">
                    <a:moveTo>
                      <a:pt x="5318916" y="481329"/>
                    </a:moveTo>
                    <a:lnTo>
                      <a:pt x="5288013" y="481329"/>
                    </a:lnTo>
                    <a:lnTo>
                      <a:pt x="5290654" y="477520"/>
                    </a:lnTo>
                    <a:lnTo>
                      <a:pt x="5290261" y="478789"/>
                    </a:lnTo>
                    <a:lnTo>
                      <a:pt x="5320474" y="478789"/>
                    </a:lnTo>
                    <a:lnTo>
                      <a:pt x="5318916" y="481329"/>
                    </a:lnTo>
                    <a:close/>
                  </a:path>
                  <a:path w="5332095" h="529589">
                    <a:moveTo>
                      <a:pt x="44564" y="481329"/>
                    </a:moveTo>
                    <a:lnTo>
                      <a:pt x="44043" y="481329"/>
                    </a:lnTo>
                    <a:lnTo>
                      <a:pt x="43637" y="480060"/>
                    </a:lnTo>
                    <a:lnTo>
                      <a:pt x="44564" y="481329"/>
                    </a:lnTo>
                    <a:close/>
                  </a:path>
                  <a:path w="5332095" h="529589">
                    <a:moveTo>
                      <a:pt x="5317299" y="483870"/>
                    </a:moveTo>
                    <a:lnTo>
                      <a:pt x="5285625" y="483870"/>
                    </a:lnTo>
                    <a:lnTo>
                      <a:pt x="5288419" y="480060"/>
                    </a:lnTo>
                    <a:lnTo>
                      <a:pt x="5288013" y="481329"/>
                    </a:lnTo>
                    <a:lnTo>
                      <a:pt x="5318916" y="481329"/>
                    </a:lnTo>
                    <a:lnTo>
                      <a:pt x="5318137" y="482600"/>
                    </a:lnTo>
                    <a:lnTo>
                      <a:pt x="5317299" y="483870"/>
                    </a:lnTo>
                    <a:close/>
                  </a:path>
                  <a:path w="5332095" h="529589">
                    <a:moveTo>
                      <a:pt x="46964" y="483870"/>
                    </a:moveTo>
                    <a:lnTo>
                      <a:pt x="46418" y="483870"/>
                    </a:lnTo>
                    <a:lnTo>
                      <a:pt x="45986" y="482600"/>
                    </a:lnTo>
                    <a:lnTo>
                      <a:pt x="46964" y="483870"/>
                    </a:lnTo>
                    <a:close/>
                  </a:path>
                  <a:path w="5332095" h="529589">
                    <a:moveTo>
                      <a:pt x="5315623" y="486410"/>
                    </a:moveTo>
                    <a:lnTo>
                      <a:pt x="5283136" y="486410"/>
                    </a:lnTo>
                    <a:lnTo>
                      <a:pt x="5286057" y="482600"/>
                    </a:lnTo>
                    <a:lnTo>
                      <a:pt x="5285625" y="483870"/>
                    </a:lnTo>
                    <a:lnTo>
                      <a:pt x="5317299" y="483870"/>
                    </a:lnTo>
                    <a:lnTo>
                      <a:pt x="5315623" y="486410"/>
                    </a:lnTo>
                    <a:close/>
                  </a:path>
                  <a:path w="5332095" h="529589">
                    <a:moveTo>
                      <a:pt x="49993" y="486410"/>
                    </a:moveTo>
                    <a:lnTo>
                      <a:pt x="48920" y="486410"/>
                    </a:lnTo>
                    <a:lnTo>
                      <a:pt x="48463" y="485139"/>
                    </a:lnTo>
                    <a:lnTo>
                      <a:pt x="49993" y="486410"/>
                    </a:lnTo>
                    <a:close/>
                  </a:path>
                  <a:path w="5332095" h="529589">
                    <a:moveTo>
                      <a:pt x="5307012" y="497839"/>
                    </a:moveTo>
                    <a:lnTo>
                      <a:pt x="5266016" y="497839"/>
                    </a:lnTo>
                    <a:lnTo>
                      <a:pt x="5269636" y="495300"/>
                    </a:lnTo>
                    <a:lnTo>
                      <a:pt x="5269103" y="495300"/>
                    </a:lnTo>
                    <a:lnTo>
                      <a:pt x="5272620" y="494029"/>
                    </a:lnTo>
                    <a:lnTo>
                      <a:pt x="5272100" y="494029"/>
                    </a:lnTo>
                    <a:lnTo>
                      <a:pt x="5275516" y="491489"/>
                    </a:lnTo>
                    <a:lnTo>
                      <a:pt x="5275008" y="491489"/>
                    </a:lnTo>
                    <a:lnTo>
                      <a:pt x="5278310" y="490220"/>
                    </a:lnTo>
                    <a:lnTo>
                      <a:pt x="5277815" y="490220"/>
                    </a:lnTo>
                    <a:lnTo>
                      <a:pt x="5281002" y="487679"/>
                    </a:lnTo>
                    <a:lnTo>
                      <a:pt x="5280533" y="487679"/>
                    </a:lnTo>
                    <a:lnTo>
                      <a:pt x="5283581" y="485139"/>
                    </a:lnTo>
                    <a:lnTo>
                      <a:pt x="5283136" y="486410"/>
                    </a:lnTo>
                    <a:lnTo>
                      <a:pt x="5315623" y="486410"/>
                    </a:lnTo>
                    <a:lnTo>
                      <a:pt x="5312918" y="490220"/>
                    </a:lnTo>
                    <a:lnTo>
                      <a:pt x="5310047" y="494029"/>
                    </a:lnTo>
                    <a:lnTo>
                      <a:pt x="5307012" y="497839"/>
                    </a:lnTo>
                    <a:close/>
                  </a:path>
                  <a:path w="5332095" h="529589">
                    <a:moveTo>
                      <a:pt x="67341" y="497839"/>
                    </a:moveTo>
                    <a:lnTo>
                      <a:pt x="66039" y="497839"/>
                    </a:lnTo>
                    <a:lnTo>
                      <a:pt x="65481" y="496570"/>
                    </a:lnTo>
                    <a:lnTo>
                      <a:pt x="67341" y="497839"/>
                    </a:lnTo>
                    <a:close/>
                  </a:path>
                  <a:path w="5332095" h="529589">
                    <a:moveTo>
                      <a:pt x="5305941" y="499110"/>
                    </a:moveTo>
                    <a:lnTo>
                      <a:pt x="5262841" y="499110"/>
                    </a:lnTo>
                    <a:lnTo>
                      <a:pt x="5266563" y="496570"/>
                    </a:lnTo>
                    <a:lnTo>
                      <a:pt x="5266016" y="497839"/>
                    </a:lnTo>
                    <a:lnTo>
                      <a:pt x="5307012" y="497839"/>
                    </a:lnTo>
                    <a:lnTo>
                      <a:pt x="5305941" y="499110"/>
                    </a:lnTo>
                    <a:close/>
                  </a:path>
                  <a:path w="5332095" h="529589">
                    <a:moveTo>
                      <a:pt x="70542" y="499110"/>
                    </a:moveTo>
                    <a:lnTo>
                      <a:pt x="69202" y="499110"/>
                    </a:lnTo>
                    <a:lnTo>
                      <a:pt x="68630" y="497839"/>
                    </a:lnTo>
                    <a:lnTo>
                      <a:pt x="70542" y="499110"/>
                    </a:lnTo>
                    <a:close/>
                  </a:path>
                  <a:path w="5332095" h="529589">
                    <a:moveTo>
                      <a:pt x="5304870" y="500379"/>
                    </a:moveTo>
                    <a:lnTo>
                      <a:pt x="5259590" y="500379"/>
                    </a:lnTo>
                    <a:lnTo>
                      <a:pt x="5263413" y="497839"/>
                    </a:lnTo>
                    <a:lnTo>
                      <a:pt x="5262841" y="499110"/>
                    </a:lnTo>
                    <a:lnTo>
                      <a:pt x="5305941" y="499110"/>
                    </a:lnTo>
                    <a:lnTo>
                      <a:pt x="5304870" y="500379"/>
                    </a:lnTo>
                    <a:close/>
                  </a:path>
                  <a:path w="5332095" h="529589">
                    <a:moveTo>
                      <a:pt x="73825" y="500379"/>
                    </a:moveTo>
                    <a:lnTo>
                      <a:pt x="72453" y="500379"/>
                    </a:lnTo>
                    <a:lnTo>
                      <a:pt x="71869" y="499110"/>
                    </a:lnTo>
                    <a:lnTo>
                      <a:pt x="73825" y="500379"/>
                    </a:lnTo>
                    <a:close/>
                  </a:path>
                  <a:path w="5332095" h="529589">
                    <a:moveTo>
                      <a:pt x="5300446" y="504189"/>
                    </a:moveTo>
                    <a:lnTo>
                      <a:pt x="5242318" y="504189"/>
                    </a:lnTo>
                    <a:lnTo>
                      <a:pt x="5246535" y="502920"/>
                    </a:lnTo>
                    <a:lnTo>
                      <a:pt x="5249418" y="502920"/>
                    </a:lnTo>
                    <a:lnTo>
                      <a:pt x="5253494" y="501650"/>
                    </a:lnTo>
                    <a:lnTo>
                      <a:pt x="5256276" y="501650"/>
                    </a:lnTo>
                    <a:lnTo>
                      <a:pt x="5260174" y="499110"/>
                    </a:lnTo>
                    <a:lnTo>
                      <a:pt x="5259590" y="500379"/>
                    </a:lnTo>
                    <a:lnTo>
                      <a:pt x="5304870" y="500379"/>
                    </a:lnTo>
                    <a:lnTo>
                      <a:pt x="5303799" y="501650"/>
                    </a:lnTo>
                    <a:lnTo>
                      <a:pt x="5300446" y="504189"/>
                    </a:lnTo>
                    <a:close/>
                  </a:path>
                  <a:path w="5332095" h="529589">
                    <a:moveTo>
                      <a:pt x="79171" y="501650"/>
                    </a:moveTo>
                    <a:lnTo>
                      <a:pt x="75780" y="501650"/>
                    </a:lnTo>
                    <a:lnTo>
                      <a:pt x="75171" y="500379"/>
                    </a:lnTo>
                    <a:lnTo>
                      <a:pt x="79171" y="501650"/>
                    </a:lnTo>
                    <a:close/>
                  </a:path>
                  <a:path w="5332095" h="529589">
                    <a:moveTo>
                      <a:pt x="5256276" y="501650"/>
                    </a:moveTo>
                    <a:lnTo>
                      <a:pt x="5252872" y="501650"/>
                    </a:lnTo>
                    <a:lnTo>
                      <a:pt x="5256872" y="500379"/>
                    </a:lnTo>
                    <a:lnTo>
                      <a:pt x="5256276" y="501650"/>
                    </a:lnTo>
                    <a:close/>
                  </a:path>
                  <a:path w="5332095" h="529589">
                    <a:moveTo>
                      <a:pt x="5245201" y="529589"/>
                    </a:moveTo>
                    <a:lnTo>
                      <a:pt x="86842" y="529589"/>
                    </a:lnTo>
                    <a:lnTo>
                      <a:pt x="77228" y="527050"/>
                    </a:lnTo>
                    <a:lnTo>
                      <a:pt x="5254828" y="527050"/>
                    </a:lnTo>
                    <a:lnTo>
                      <a:pt x="5245201" y="529589"/>
                    </a:lnTo>
                    <a:close/>
                  </a:path>
                </a:pathLst>
              </a:custGeom>
              <a:solidFill>
                <a:srgbClr val="E7E6E6"/>
              </a:solidFill>
            </p:spPr>
            <p:txBody>
              <a:bodyPr wrap="square"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7" name="object 17">
              <a:extLst>
                <a:ext uri="{FF2B5EF4-FFF2-40B4-BE49-F238E27FC236}">
                  <a16:creationId xmlns:a16="http://schemas.microsoft.com/office/drawing/2014/main" id="{2A617A41-4A59-425D-A6F0-C6B269021973}"/>
                </a:ext>
              </a:extLst>
            </p:cNvPr>
            <p:cNvGrpSpPr/>
            <p:nvPr/>
          </p:nvGrpSpPr>
          <p:grpSpPr>
            <a:xfrm>
              <a:off x="6970306" y="4159716"/>
              <a:ext cx="1652270" cy="1002553"/>
              <a:chOff x="6970306" y="3981170"/>
              <a:chExt cx="1652270" cy="1181100"/>
            </a:xfrm>
          </p:grpSpPr>
          <p:sp>
            <p:nvSpPr>
              <p:cNvPr id="68" name="object 18">
                <a:extLst>
                  <a:ext uri="{FF2B5EF4-FFF2-40B4-BE49-F238E27FC236}">
                    <a16:creationId xmlns:a16="http://schemas.microsoft.com/office/drawing/2014/main" id="{ECD5D249-DECB-416A-BA8B-AAA70D6BDF72}"/>
                  </a:ext>
                </a:extLst>
              </p:cNvPr>
              <p:cNvSpPr/>
              <p:nvPr/>
            </p:nvSpPr>
            <p:spPr>
              <a:xfrm>
                <a:off x="6982968" y="3994403"/>
                <a:ext cx="1628139" cy="1155700"/>
              </a:xfrm>
              <a:custGeom>
                <a:avLst/>
                <a:gdLst/>
                <a:ahLst/>
                <a:cxnLst/>
                <a:rect l="l" t="t" r="r" b="b"/>
                <a:pathLst>
                  <a:path w="1628140" h="1155700">
                    <a:moveTo>
                      <a:pt x="1434083" y="1155192"/>
                    </a:moveTo>
                    <a:lnTo>
                      <a:pt x="192024" y="1155192"/>
                    </a:lnTo>
                    <a:lnTo>
                      <a:pt x="148079" y="1150244"/>
                    </a:lnTo>
                    <a:lnTo>
                      <a:pt x="107691" y="1135853"/>
                    </a:lnTo>
                    <a:lnTo>
                      <a:pt x="72029" y="1113188"/>
                    </a:lnTo>
                    <a:lnTo>
                      <a:pt x="42261" y="1083418"/>
                    </a:lnTo>
                    <a:lnTo>
                      <a:pt x="19554" y="1047712"/>
                    </a:lnTo>
                    <a:lnTo>
                      <a:pt x="5077" y="1007239"/>
                    </a:lnTo>
                    <a:lnTo>
                      <a:pt x="0" y="963168"/>
                    </a:lnTo>
                    <a:lnTo>
                      <a:pt x="0" y="192024"/>
                    </a:lnTo>
                    <a:lnTo>
                      <a:pt x="5077" y="147869"/>
                    </a:lnTo>
                    <a:lnTo>
                      <a:pt x="19554" y="107342"/>
                    </a:lnTo>
                    <a:lnTo>
                      <a:pt x="42261" y="71609"/>
                    </a:lnTo>
                    <a:lnTo>
                      <a:pt x="72029" y="41841"/>
                    </a:lnTo>
                    <a:lnTo>
                      <a:pt x="107691" y="19204"/>
                    </a:lnTo>
                    <a:lnTo>
                      <a:pt x="148079" y="4867"/>
                    </a:lnTo>
                    <a:lnTo>
                      <a:pt x="192024" y="0"/>
                    </a:lnTo>
                    <a:lnTo>
                      <a:pt x="1434083" y="0"/>
                    </a:lnTo>
                    <a:lnTo>
                      <a:pt x="1478369" y="4867"/>
                    </a:lnTo>
                    <a:lnTo>
                      <a:pt x="1519013" y="19204"/>
                    </a:lnTo>
                    <a:lnTo>
                      <a:pt x="1554874" y="41841"/>
                    </a:lnTo>
                    <a:lnTo>
                      <a:pt x="1584808" y="71609"/>
                    </a:lnTo>
                    <a:lnTo>
                      <a:pt x="1607674" y="107342"/>
                    </a:lnTo>
                    <a:lnTo>
                      <a:pt x="1622329" y="147869"/>
                    </a:lnTo>
                    <a:lnTo>
                      <a:pt x="1627631" y="192024"/>
                    </a:lnTo>
                    <a:lnTo>
                      <a:pt x="1627631" y="963168"/>
                    </a:lnTo>
                    <a:lnTo>
                      <a:pt x="1622329" y="1007239"/>
                    </a:lnTo>
                    <a:lnTo>
                      <a:pt x="1607674" y="1047712"/>
                    </a:lnTo>
                    <a:lnTo>
                      <a:pt x="1584808" y="1083418"/>
                    </a:lnTo>
                    <a:lnTo>
                      <a:pt x="1554874" y="1113188"/>
                    </a:lnTo>
                    <a:lnTo>
                      <a:pt x="1519013" y="1135853"/>
                    </a:lnTo>
                    <a:lnTo>
                      <a:pt x="1478369" y="1150244"/>
                    </a:lnTo>
                    <a:lnTo>
                      <a:pt x="1434083" y="1155192"/>
                    </a:lnTo>
                    <a:close/>
                  </a:path>
                </a:pathLst>
              </a:custGeom>
              <a:solidFill>
                <a:srgbClr val="DEEBF7"/>
              </a:solidFill>
            </p:spPr>
            <p:txBody>
              <a:bodyPr wrap="square" lIns="0" tIns="0" rIns="0" bIns="0" rtlCol="0" anchor="ctr"/>
              <a:lstStyle/>
              <a:p>
                <a:pPr algn="ctr" defTabSz="914400"/>
                <a:r>
                  <a:rPr lang="en-US" altLang="ko-KR" sz="2000" kern="0" dirty="0">
                    <a:solidFill>
                      <a:sysClr val="windowText" lastClr="000000"/>
                    </a:solidFill>
                    <a:cs typeface="Times New Roman"/>
                  </a:rPr>
                  <a:t>DM-Swap</a:t>
                </a:r>
                <a:br>
                  <a:rPr lang="en-US" altLang="ko-KR" sz="2000" kern="0" dirty="0">
                    <a:solidFill>
                      <a:sysClr val="windowText" lastClr="000000"/>
                    </a:solidFill>
                    <a:cs typeface="Times New Roman"/>
                  </a:rPr>
                </a:br>
                <a:r>
                  <a:rPr lang="en-US" altLang="ko-KR" sz="2000" kern="0" dirty="0">
                    <a:solidFill>
                      <a:sysClr val="windowText" lastClr="000000"/>
                    </a:solidFill>
                    <a:cs typeface="Times New Roman"/>
                  </a:rPr>
                  <a:t>System</a:t>
                </a:r>
              </a:p>
            </p:txBody>
          </p:sp>
          <p:sp>
            <p:nvSpPr>
              <p:cNvPr id="69" name="object 19">
                <a:extLst>
                  <a:ext uri="{FF2B5EF4-FFF2-40B4-BE49-F238E27FC236}">
                    <a16:creationId xmlns:a16="http://schemas.microsoft.com/office/drawing/2014/main" id="{2DDD11CC-06E4-4F19-B790-63322542CC80}"/>
                  </a:ext>
                </a:extLst>
              </p:cNvPr>
              <p:cNvSpPr/>
              <p:nvPr/>
            </p:nvSpPr>
            <p:spPr>
              <a:xfrm>
                <a:off x="6970306" y="3981170"/>
                <a:ext cx="1652270" cy="1181100"/>
              </a:xfrm>
              <a:custGeom>
                <a:avLst/>
                <a:gdLst/>
                <a:ahLst/>
                <a:cxnLst/>
                <a:rect l="l" t="t" r="r" b="b"/>
                <a:pathLst>
                  <a:path w="1652270" h="1181100">
                    <a:moveTo>
                      <a:pt x="1457655" y="1181100"/>
                    </a:moveTo>
                    <a:lnTo>
                      <a:pt x="194691" y="1181100"/>
                    </a:lnTo>
                    <a:lnTo>
                      <a:pt x="163957" y="1177289"/>
                    </a:lnTo>
                    <a:lnTo>
                      <a:pt x="125374" y="1164589"/>
                    </a:lnTo>
                    <a:lnTo>
                      <a:pt x="90487" y="1145539"/>
                    </a:lnTo>
                    <a:lnTo>
                      <a:pt x="60096" y="1120139"/>
                    </a:lnTo>
                    <a:lnTo>
                      <a:pt x="53289" y="1113789"/>
                    </a:lnTo>
                    <a:lnTo>
                      <a:pt x="29679" y="1082039"/>
                    </a:lnTo>
                    <a:lnTo>
                      <a:pt x="12395" y="1046480"/>
                    </a:lnTo>
                    <a:lnTo>
                      <a:pt x="2298" y="1007110"/>
                    </a:lnTo>
                    <a:lnTo>
                      <a:pt x="0" y="199389"/>
                    </a:lnTo>
                    <a:lnTo>
                      <a:pt x="152" y="195579"/>
                    </a:lnTo>
                    <a:lnTo>
                      <a:pt x="203" y="194310"/>
                    </a:lnTo>
                    <a:lnTo>
                      <a:pt x="743" y="187342"/>
                    </a:lnTo>
                    <a:lnTo>
                      <a:pt x="793" y="186687"/>
                    </a:lnTo>
                    <a:lnTo>
                      <a:pt x="891" y="185430"/>
                    </a:lnTo>
                    <a:lnTo>
                      <a:pt x="9169" y="143510"/>
                    </a:lnTo>
                    <a:lnTo>
                      <a:pt x="24726" y="106679"/>
                    </a:lnTo>
                    <a:lnTo>
                      <a:pt x="35013" y="90170"/>
                    </a:lnTo>
                    <a:lnTo>
                      <a:pt x="40741" y="81279"/>
                    </a:lnTo>
                    <a:lnTo>
                      <a:pt x="46837" y="73660"/>
                    </a:lnTo>
                    <a:lnTo>
                      <a:pt x="53289" y="66039"/>
                    </a:lnTo>
                    <a:lnTo>
                      <a:pt x="60096" y="59689"/>
                    </a:lnTo>
                    <a:lnTo>
                      <a:pt x="67221" y="52070"/>
                    </a:lnTo>
                    <a:lnTo>
                      <a:pt x="74675" y="45720"/>
                    </a:lnTo>
                    <a:lnTo>
                      <a:pt x="82435" y="40639"/>
                    </a:lnTo>
                    <a:lnTo>
                      <a:pt x="90487" y="34289"/>
                    </a:lnTo>
                    <a:lnTo>
                      <a:pt x="125374" y="15239"/>
                    </a:lnTo>
                    <a:lnTo>
                      <a:pt x="174066" y="1270"/>
                    </a:lnTo>
                    <a:lnTo>
                      <a:pt x="184353" y="0"/>
                    </a:lnTo>
                    <a:lnTo>
                      <a:pt x="1468005" y="0"/>
                    </a:lnTo>
                    <a:lnTo>
                      <a:pt x="1508099" y="8889"/>
                    </a:lnTo>
                    <a:lnTo>
                      <a:pt x="1544929" y="24129"/>
                    </a:lnTo>
                    <a:lnTo>
                      <a:pt x="200837" y="24129"/>
                    </a:lnTo>
                    <a:lnTo>
                      <a:pt x="195897" y="25400"/>
                    </a:lnTo>
                    <a:lnTo>
                      <a:pt x="187236" y="25400"/>
                    </a:lnTo>
                    <a:lnTo>
                      <a:pt x="177584" y="26670"/>
                    </a:lnTo>
                    <a:lnTo>
                      <a:pt x="178219" y="26670"/>
                    </a:lnTo>
                    <a:lnTo>
                      <a:pt x="169955" y="27776"/>
                    </a:lnTo>
                    <a:lnTo>
                      <a:pt x="160032" y="30479"/>
                    </a:lnTo>
                    <a:lnTo>
                      <a:pt x="160642" y="30479"/>
                    </a:lnTo>
                    <a:lnTo>
                      <a:pt x="151498" y="33020"/>
                    </a:lnTo>
                    <a:lnTo>
                      <a:pt x="152107" y="33020"/>
                    </a:lnTo>
                    <a:lnTo>
                      <a:pt x="143154" y="35560"/>
                    </a:lnTo>
                    <a:lnTo>
                      <a:pt x="143738" y="35560"/>
                    </a:lnTo>
                    <a:lnTo>
                      <a:pt x="137905" y="38100"/>
                    </a:lnTo>
                    <a:lnTo>
                      <a:pt x="135559" y="38100"/>
                    </a:lnTo>
                    <a:lnTo>
                      <a:pt x="129159" y="41910"/>
                    </a:lnTo>
                    <a:lnTo>
                      <a:pt x="127584" y="41910"/>
                    </a:lnTo>
                    <a:lnTo>
                      <a:pt x="121345" y="45720"/>
                    </a:lnTo>
                    <a:lnTo>
                      <a:pt x="119811" y="45720"/>
                    </a:lnTo>
                    <a:lnTo>
                      <a:pt x="111747" y="50800"/>
                    </a:lnTo>
                    <a:lnTo>
                      <a:pt x="112268" y="50800"/>
                    </a:lnTo>
                    <a:lnTo>
                      <a:pt x="104444" y="55879"/>
                    </a:lnTo>
                    <a:lnTo>
                      <a:pt x="104952" y="55879"/>
                    </a:lnTo>
                    <a:lnTo>
                      <a:pt x="99285" y="59689"/>
                    </a:lnTo>
                    <a:lnTo>
                      <a:pt x="97891" y="59689"/>
                    </a:lnTo>
                    <a:lnTo>
                      <a:pt x="90601" y="66039"/>
                    </a:lnTo>
                    <a:lnTo>
                      <a:pt x="91071" y="66039"/>
                    </a:lnTo>
                    <a:lnTo>
                      <a:pt x="84086" y="71120"/>
                    </a:lnTo>
                    <a:lnTo>
                      <a:pt x="84531" y="71120"/>
                    </a:lnTo>
                    <a:lnTo>
                      <a:pt x="77838" y="77470"/>
                    </a:lnTo>
                    <a:lnTo>
                      <a:pt x="78270" y="77470"/>
                    </a:lnTo>
                    <a:lnTo>
                      <a:pt x="71882" y="83820"/>
                    </a:lnTo>
                    <a:lnTo>
                      <a:pt x="72288" y="83820"/>
                    </a:lnTo>
                    <a:lnTo>
                      <a:pt x="66243" y="90170"/>
                    </a:lnTo>
                    <a:lnTo>
                      <a:pt x="66624" y="90170"/>
                    </a:lnTo>
                    <a:lnTo>
                      <a:pt x="61861" y="96520"/>
                    </a:lnTo>
                    <a:lnTo>
                      <a:pt x="61264" y="96520"/>
                    </a:lnTo>
                    <a:lnTo>
                      <a:pt x="55892" y="104139"/>
                    </a:lnTo>
                    <a:lnTo>
                      <a:pt x="56235" y="104139"/>
                    </a:lnTo>
                    <a:lnTo>
                      <a:pt x="52055" y="110489"/>
                    </a:lnTo>
                    <a:lnTo>
                      <a:pt x="51536" y="110489"/>
                    </a:lnTo>
                    <a:lnTo>
                      <a:pt x="47563" y="118110"/>
                    </a:lnTo>
                    <a:lnTo>
                      <a:pt x="47193" y="118110"/>
                    </a:lnTo>
                    <a:lnTo>
                      <a:pt x="42938" y="127000"/>
                    </a:lnTo>
                    <a:lnTo>
                      <a:pt x="43205" y="127000"/>
                    </a:lnTo>
                    <a:lnTo>
                      <a:pt x="39344" y="134620"/>
                    </a:lnTo>
                    <a:lnTo>
                      <a:pt x="39598" y="134620"/>
                    </a:lnTo>
                    <a:lnTo>
                      <a:pt x="36637" y="142239"/>
                    </a:lnTo>
                    <a:lnTo>
                      <a:pt x="36360" y="142239"/>
                    </a:lnTo>
                    <a:lnTo>
                      <a:pt x="33324" y="151129"/>
                    </a:lnTo>
                    <a:lnTo>
                      <a:pt x="33515" y="151129"/>
                    </a:lnTo>
                    <a:lnTo>
                      <a:pt x="30924" y="160020"/>
                    </a:lnTo>
                    <a:lnTo>
                      <a:pt x="31076" y="160020"/>
                    </a:lnTo>
                    <a:lnTo>
                      <a:pt x="29237" y="167639"/>
                    </a:lnTo>
                    <a:lnTo>
                      <a:pt x="29057" y="167639"/>
                    </a:lnTo>
                    <a:lnTo>
                      <a:pt x="27166" y="178932"/>
                    </a:lnTo>
                    <a:lnTo>
                      <a:pt x="26221" y="186687"/>
                    </a:lnTo>
                    <a:lnTo>
                      <a:pt x="26154" y="187342"/>
                    </a:lnTo>
                    <a:lnTo>
                      <a:pt x="25666" y="194310"/>
                    </a:lnTo>
                    <a:lnTo>
                      <a:pt x="25644" y="985514"/>
                    </a:lnTo>
                    <a:lnTo>
                      <a:pt x="26143" y="992466"/>
                    </a:lnTo>
                    <a:lnTo>
                      <a:pt x="27129" y="1000657"/>
                    </a:lnTo>
                    <a:lnTo>
                      <a:pt x="28424" y="1008526"/>
                    </a:lnTo>
                    <a:lnTo>
                      <a:pt x="29057" y="1012189"/>
                    </a:lnTo>
                    <a:lnTo>
                      <a:pt x="29189" y="1012189"/>
                    </a:lnTo>
                    <a:lnTo>
                      <a:pt x="30403" y="1018014"/>
                    </a:lnTo>
                    <a:lnTo>
                      <a:pt x="30802" y="1019833"/>
                    </a:lnTo>
                    <a:lnTo>
                      <a:pt x="31007" y="1020503"/>
                    </a:lnTo>
                    <a:lnTo>
                      <a:pt x="31076" y="1021080"/>
                    </a:lnTo>
                    <a:lnTo>
                      <a:pt x="31294" y="1021080"/>
                    </a:lnTo>
                    <a:lnTo>
                      <a:pt x="33515" y="1028700"/>
                    </a:lnTo>
                    <a:lnTo>
                      <a:pt x="33324" y="1028700"/>
                    </a:lnTo>
                    <a:lnTo>
                      <a:pt x="36360" y="1037589"/>
                    </a:lnTo>
                    <a:lnTo>
                      <a:pt x="36144" y="1037589"/>
                    </a:lnTo>
                    <a:lnTo>
                      <a:pt x="39598" y="1045210"/>
                    </a:lnTo>
                    <a:lnTo>
                      <a:pt x="39344" y="1045210"/>
                    </a:lnTo>
                    <a:lnTo>
                      <a:pt x="43205" y="1054100"/>
                    </a:lnTo>
                    <a:lnTo>
                      <a:pt x="43546" y="1054100"/>
                    </a:lnTo>
                    <a:lnTo>
                      <a:pt x="47193" y="1061719"/>
                    </a:lnTo>
                    <a:lnTo>
                      <a:pt x="47563" y="1061719"/>
                    </a:lnTo>
                    <a:lnTo>
                      <a:pt x="51536" y="1069339"/>
                    </a:lnTo>
                    <a:lnTo>
                      <a:pt x="51935" y="1069339"/>
                    </a:lnTo>
                    <a:lnTo>
                      <a:pt x="56235" y="1076960"/>
                    </a:lnTo>
                    <a:lnTo>
                      <a:pt x="56788" y="1076960"/>
                    </a:lnTo>
                    <a:lnTo>
                      <a:pt x="61264" y="1083310"/>
                    </a:lnTo>
                    <a:lnTo>
                      <a:pt x="60909" y="1083310"/>
                    </a:lnTo>
                    <a:lnTo>
                      <a:pt x="66624" y="1089660"/>
                    </a:lnTo>
                    <a:lnTo>
                      <a:pt x="66243" y="1089660"/>
                    </a:lnTo>
                    <a:lnTo>
                      <a:pt x="72288" y="1097280"/>
                    </a:lnTo>
                    <a:lnTo>
                      <a:pt x="73159" y="1097280"/>
                    </a:lnTo>
                    <a:lnTo>
                      <a:pt x="78270" y="1102360"/>
                    </a:lnTo>
                    <a:lnTo>
                      <a:pt x="77838" y="1102360"/>
                    </a:lnTo>
                    <a:lnTo>
                      <a:pt x="84531" y="1108710"/>
                    </a:lnTo>
                    <a:lnTo>
                      <a:pt x="84086" y="1108710"/>
                    </a:lnTo>
                    <a:lnTo>
                      <a:pt x="91071" y="1115060"/>
                    </a:lnTo>
                    <a:lnTo>
                      <a:pt x="92059" y="1115060"/>
                    </a:lnTo>
                    <a:lnTo>
                      <a:pt x="97891" y="1120139"/>
                    </a:lnTo>
                    <a:lnTo>
                      <a:pt x="97396" y="1120139"/>
                    </a:lnTo>
                    <a:lnTo>
                      <a:pt x="104952" y="1125219"/>
                    </a:lnTo>
                    <a:lnTo>
                      <a:pt x="106400" y="1125219"/>
                    </a:lnTo>
                    <a:lnTo>
                      <a:pt x="112268" y="1129030"/>
                    </a:lnTo>
                    <a:lnTo>
                      <a:pt x="111747" y="1129030"/>
                    </a:lnTo>
                    <a:lnTo>
                      <a:pt x="119811" y="1134110"/>
                    </a:lnTo>
                    <a:lnTo>
                      <a:pt x="119265" y="1134110"/>
                    </a:lnTo>
                    <a:lnTo>
                      <a:pt x="127584" y="1137919"/>
                    </a:lnTo>
                    <a:lnTo>
                      <a:pt x="127025" y="1137919"/>
                    </a:lnTo>
                    <a:lnTo>
                      <a:pt x="135559" y="1141730"/>
                    </a:lnTo>
                    <a:lnTo>
                      <a:pt x="134988" y="1141730"/>
                    </a:lnTo>
                    <a:lnTo>
                      <a:pt x="143738" y="1144269"/>
                    </a:lnTo>
                    <a:lnTo>
                      <a:pt x="143154" y="1144269"/>
                    </a:lnTo>
                    <a:lnTo>
                      <a:pt x="152107" y="1148080"/>
                    </a:lnTo>
                    <a:lnTo>
                      <a:pt x="156070" y="1148080"/>
                    </a:lnTo>
                    <a:lnTo>
                      <a:pt x="160642" y="1149350"/>
                    </a:lnTo>
                    <a:lnTo>
                      <a:pt x="160032" y="1149350"/>
                    </a:lnTo>
                    <a:lnTo>
                      <a:pt x="169354" y="1151889"/>
                    </a:lnTo>
                    <a:lnTo>
                      <a:pt x="168732" y="1151889"/>
                    </a:lnTo>
                    <a:lnTo>
                      <a:pt x="178219" y="1153160"/>
                    </a:lnTo>
                    <a:lnTo>
                      <a:pt x="177584" y="1153160"/>
                    </a:lnTo>
                    <a:lnTo>
                      <a:pt x="187236" y="1154430"/>
                    </a:lnTo>
                    <a:lnTo>
                      <a:pt x="186601" y="1154430"/>
                    </a:lnTo>
                    <a:lnTo>
                      <a:pt x="196380" y="1155700"/>
                    </a:lnTo>
                    <a:lnTo>
                      <a:pt x="1544929" y="1155700"/>
                    </a:lnTo>
                    <a:lnTo>
                      <a:pt x="1536077" y="1160780"/>
                    </a:lnTo>
                    <a:lnTo>
                      <a:pt x="1526971" y="1164589"/>
                    </a:lnTo>
                    <a:lnTo>
                      <a:pt x="1508099" y="1172210"/>
                    </a:lnTo>
                    <a:lnTo>
                      <a:pt x="1488401" y="1177289"/>
                    </a:lnTo>
                    <a:lnTo>
                      <a:pt x="1457655" y="1181100"/>
                    </a:lnTo>
                    <a:close/>
                  </a:path>
                  <a:path w="1652270" h="1181100">
                    <a:moveTo>
                      <a:pt x="1517370" y="39370"/>
                    </a:moveTo>
                    <a:lnTo>
                      <a:pt x="1508620" y="35560"/>
                    </a:lnTo>
                    <a:lnTo>
                      <a:pt x="1509204" y="35560"/>
                    </a:lnTo>
                    <a:lnTo>
                      <a:pt x="1500251" y="33020"/>
                    </a:lnTo>
                    <a:lnTo>
                      <a:pt x="1500847" y="33020"/>
                    </a:lnTo>
                    <a:lnTo>
                      <a:pt x="1491703" y="30479"/>
                    </a:lnTo>
                    <a:lnTo>
                      <a:pt x="1492326" y="30479"/>
                    </a:lnTo>
                    <a:lnTo>
                      <a:pt x="1482403" y="27776"/>
                    </a:lnTo>
                    <a:lnTo>
                      <a:pt x="1474139" y="26670"/>
                    </a:lnTo>
                    <a:lnTo>
                      <a:pt x="1474762" y="26670"/>
                    </a:lnTo>
                    <a:lnTo>
                      <a:pt x="1465122" y="25400"/>
                    </a:lnTo>
                    <a:lnTo>
                      <a:pt x="1456448" y="25400"/>
                    </a:lnTo>
                    <a:lnTo>
                      <a:pt x="1451508" y="24129"/>
                    </a:lnTo>
                    <a:lnTo>
                      <a:pt x="1544929" y="24129"/>
                    </a:lnTo>
                    <a:lnTo>
                      <a:pt x="1553540" y="29210"/>
                    </a:lnTo>
                    <a:lnTo>
                      <a:pt x="1561871" y="34289"/>
                    </a:lnTo>
                    <a:lnTo>
                      <a:pt x="1566702" y="38100"/>
                    </a:lnTo>
                    <a:lnTo>
                      <a:pt x="1516799" y="38100"/>
                    </a:lnTo>
                    <a:lnTo>
                      <a:pt x="1517370" y="39370"/>
                    </a:lnTo>
                    <a:close/>
                  </a:path>
                  <a:path w="1652270" h="1181100">
                    <a:moveTo>
                      <a:pt x="134988" y="39370"/>
                    </a:moveTo>
                    <a:lnTo>
                      <a:pt x="135559" y="38100"/>
                    </a:lnTo>
                    <a:lnTo>
                      <a:pt x="137905" y="38100"/>
                    </a:lnTo>
                    <a:lnTo>
                      <a:pt x="134988" y="39370"/>
                    </a:lnTo>
                    <a:close/>
                  </a:path>
                  <a:path w="1652270" h="1181100">
                    <a:moveTo>
                      <a:pt x="1525333" y="43179"/>
                    </a:moveTo>
                    <a:lnTo>
                      <a:pt x="1516799" y="38100"/>
                    </a:lnTo>
                    <a:lnTo>
                      <a:pt x="1566702" y="38100"/>
                    </a:lnTo>
                    <a:lnTo>
                      <a:pt x="1569923" y="40639"/>
                    </a:lnTo>
                    <a:lnTo>
                      <a:pt x="1571863" y="41910"/>
                    </a:lnTo>
                    <a:lnTo>
                      <a:pt x="1524774" y="41910"/>
                    </a:lnTo>
                    <a:lnTo>
                      <a:pt x="1525333" y="43179"/>
                    </a:lnTo>
                    <a:close/>
                  </a:path>
                  <a:path w="1652270" h="1181100">
                    <a:moveTo>
                      <a:pt x="127025" y="43179"/>
                    </a:moveTo>
                    <a:lnTo>
                      <a:pt x="127584" y="41910"/>
                    </a:lnTo>
                    <a:lnTo>
                      <a:pt x="129159" y="41910"/>
                    </a:lnTo>
                    <a:lnTo>
                      <a:pt x="127025" y="43179"/>
                    </a:lnTo>
                    <a:close/>
                  </a:path>
                  <a:path w="1652270" h="1181100">
                    <a:moveTo>
                      <a:pt x="1533080" y="46989"/>
                    </a:moveTo>
                    <a:lnTo>
                      <a:pt x="1524774" y="41910"/>
                    </a:lnTo>
                    <a:lnTo>
                      <a:pt x="1571863" y="41910"/>
                    </a:lnTo>
                    <a:lnTo>
                      <a:pt x="1577682" y="45720"/>
                    </a:lnTo>
                    <a:lnTo>
                      <a:pt x="1532547" y="45720"/>
                    </a:lnTo>
                    <a:lnTo>
                      <a:pt x="1533080" y="46989"/>
                    </a:lnTo>
                    <a:close/>
                  </a:path>
                  <a:path w="1652270" h="1181100">
                    <a:moveTo>
                      <a:pt x="119265" y="46989"/>
                    </a:moveTo>
                    <a:lnTo>
                      <a:pt x="119811" y="45720"/>
                    </a:lnTo>
                    <a:lnTo>
                      <a:pt x="121345" y="45720"/>
                    </a:lnTo>
                    <a:lnTo>
                      <a:pt x="119265" y="46989"/>
                    </a:lnTo>
                    <a:close/>
                  </a:path>
                  <a:path w="1652270" h="1181100">
                    <a:moveTo>
                      <a:pt x="1554949" y="60960"/>
                    </a:moveTo>
                    <a:lnTo>
                      <a:pt x="1547393" y="55879"/>
                    </a:lnTo>
                    <a:lnTo>
                      <a:pt x="1547901" y="55879"/>
                    </a:lnTo>
                    <a:lnTo>
                      <a:pt x="1540090" y="50800"/>
                    </a:lnTo>
                    <a:lnTo>
                      <a:pt x="1540611" y="50800"/>
                    </a:lnTo>
                    <a:lnTo>
                      <a:pt x="1532547" y="45720"/>
                    </a:lnTo>
                    <a:lnTo>
                      <a:pt x="1577682" y="45720"/>
                    </a:lnTo>
                    <a:lnTo>
                      <a:pt x="1585125" y="52070"/>
                    </a:lnTo>
                    <a:lnTo>
                      <a:pt x="1592262" y="59689"/>
                    </a:lnTo>
                    <a:lnTo>
                      <a:pt x="1554467" y="59689"/>
                    </a:lnTo>
                    <a:lnTo>
                      <a:pt x="1554949" y="60960"/>
                    </a:lnTo>
                    <a:close/>
                  </a:path>
                  <a:path w="1652270" h="1181100">
                    <a:moveTo>
                      <a:pt x="97396" y="60960"/>
                    </a:moveTo>
                    <a:lnTo>
                      <a:pt x="97891" y="59689"/>
                    </a:lnTo>
                    <a:lnTo>
                      <a:pt x="99285" y="59689"/>
                    </a:lnTo>
                    <a:lnTo>
                      <a:pt x="97396" y="60960"/>
                    </a:lnTo>
                    <a:close/>
                  </a:path>
                  <a:path w="1652270" h="1181100">
                    <a:moveTo>
                      <a:pt x="1591449" y="97789"/>
                    </a:moveTo>
                    <a:lnTo>
                      <a:pt x="1585734" y="90170"/>
                    </a:lnTo>
                    <a:lnTo>
                      <a:pt x="1586115" y="90170"/>
                    </a:lnTo>
                    <a:lnTo>
                      <a:pt x="1580057" y="83820"/>
                    </a:lnTo>
                    <a:lnTo>
                      <a:pt x="1580464" y="83820"/>
                    </a:lnTo>
                    <a:lnTo>
                      <a:pt x="1574088" y="77470"/>
                    </a:lnTo>
                    <a:lnTo>
                      <a:pt x="1574520" y="77470"/>
                    </a:lnTo>
                    <a:lnTo>
                      <a:pt x="1567827" y="71120"/>
                    </a:lnTo>
                    <a:lnTo>
                      <a:pt x="1568272" y="71120"/>
                    </a:lnTo>
                    <a:lnTo>
                      <a:pt x="1561274" y="66039"/>
                    </a:lnTo>
                    <a:lnTo>
                      <a:pt x="1561744" y="66039"/>
                    </a:lnTo>
                    <a:lnTo>
                      <a:pt x="1554467" y="59689"/>
                    </a:lnTo>
                    <a:lnTo>
                      <a:pt x="1592262" y="59689"/>
                    </a:lnTo>
                    <a:lnTo>
                      <a:pt x="1599057" y="66039"/>
                    </a:lnTo>
                    <a:lnTo>
                      <a:pt x="1605508" y="73660"/>
                    </a:lnTo>
                    <a:lnTo>
                      <a:pt x="1611604" y="81279"/>
                    </a:lnTo>
                    <a:lnTo>
                      <a:pt x="1617332" y="90170"/>
                    </a:lnTo>
                    <a:lnTo>
                      <a:pt x="1621787" y="96520"/>
                    </a:lnTo>
                    <a:lnTo>
                      <a:pt x="1591081" y="96520"/>
                    </a:lnTo>
                    <a:lnTo>
                      <a:pt x="1591449" y="97789"/>
                    </a:lnTo>
                    <a:close/>
                  </a:path>
                  <a:path w="1652270" h="1181100">
                    <a:moveTo>
                      <a:pt x="60909" y="97789"/>
                    </a:moveTo>
                    <a:lnTo>
                      <a:pt x="61264" y="96520"/>
                    </a:lnTo>
                    <a:lnTo>
                      <a:pt x="61861" y="96520"/>
                    </a:lnTo>
                    <a:lnTo>
                      <a:pt x="60909" y="97789"/>
                    </a:lnTo>
                    <a:close/>
                  </a:path>
                  <a:path w="1652270" h="1181100">
                    <a:moveTo>
                      <a:pt x="1601127" y="111760"/>
                    </a:moveTo>
                    <a:lnTo>
                      <a:pt x="1596123" y="104139"/>
                    </a:lnTo>
                    <a:lnTo>
                      <a:pt x="1596453" y="104139"/>
                    </a:lnTo>
                    <a:lnTo>
                      <a:pt x="1591081" y="96520"/>
                    </a:lnTo>
                    <a:lnTo>
                      <a:pt x="1621787" y="96520"/>
                    </a:lnTo>
                    <a:lnTo>
                      <a:pt x="1622679" y="97789"/>
                    </a:lnTo>
                    <a:lnTo>
                      <a:pt x="1627619" y="106679"/>
                    </a:lnTo>
                    <a:lnTo>
                      <a:pt x="1629567" y="110489"/>
                    </a:lnTo>
                    <a:lnTo>
                      <a:pt x="1600809" y="110489"/>
                    </a:lnTo>
                    <a:lnTo>
                      <a:pt x="1601127" y="111760"/>
                    </a:lnTo>
                    <a:close/>
                  </a:path>
                  <a:path w="1652270" h="1181100">
                    <a:moveTo>
                      <a:pt x="51219" y="111760"/>
                    </a:moveTo>
                    <a:lnTo>
                      <a:pt x="51536" y="110489"/>
                    </a:lnTo>
                    <a:lnTo>
                      <a:pt x="52055" y="110489"/>
                    </a:lnTo>
                    <a:lnTo>
                      <a:pt x="51219" y="111760"/>
                    </a:lnTo>
                    <a:close/>
                  </a:path>
                  <a:path w="1652270" h="1181100">
                    <a:moveTo>
                      <a:pt x="1605445" y="119379"/>
                    </a:moveTo>
                    <a:lnTo>
                      <a:pt x="1600809" y="110489"/>
                    </a:lnTo>
                    <a:lnTo>
                      <a:pt x="1629567" y="110489"/>
                    </a:lnTo>
                    <a:lnTo>
                      <a:pt x="1632165" y="115570"/>
                    </a:lnTo>
                    <a:lnTo>
                      <a:pt x="1633341" y="118110"/>
                    </a:lnTo>
                    <a:lnTo>
                      <a:pt x="1605152" y="118110"/>
                    </a:lnTo>
                    <a:lnTo>
                      <a:pt x="1605445" y="119379"/>
                    </a:lnTo>
                    <a:close/>
                  </a:path>
                  <a:path w="1652270" h="1181100">
                    <a:moveTo>
                      <a:pt x="46901" y="119379"/>
                    </a:moveTo>
                    <a:lnTo>
                      <a:pt x="47193" y="118110"/>
                    </a:lnTo>
                    <a:lnTo>
                      <a:pt x="47563" y="118110"/>
                    </a:lnTo>
                    <a:lnTo>
                      <a:pt x="46901" y="119379"/>
                    </a:lnTo>
                    <a:close/>
                  </a:path>
                  <a:path w="1652270" h="1181100">
                    <a:moveTo>
                      <a:pt x="1616214" y="143510"/>
                    </a:moveTo>
                    <a:lnTo>
                      <a:pt x="1612760" y="134620"/>
                    </a:lnTo>
                    <a:lnTo>
                      <a:pt x="1613001" y="134620"/>
                    </a:lnTo>
                    <a:lnTo>
                      <a:pt x="1609140" y="127000"/>
                    </a:lnTo>
                    <a:lnTo>
                      <a:pt x="1609407" y="127000"/>
                    </a:lnTo>
                    <a:lnTo>
                      <a:pt x="1605152" y="118110"/>
                    </a:lnTo>
                    <a:lnTo>
                      <a:pt x="1633341" y="118110"/>
                    </a:lnTo>
                    <a:lnTo>
                      <a:pt x="1636280" y="124460"/>
                    </a:lnTo>
                    <a:lnTo>
                      <a:pt x="1642726" y="142239"/>
                    </a:lnTo>
                    <a:lnTo>
                      <a:pt x="1615998" y="142239"/>
                    </a:lnTo>
                    <a:lnTo>
                      <a:pt x="1616214" y="143510"/>
                    </a:lnTo>
                    <a:close/>
                  </a:path>
                  <a:path w="1652270" h="1181100">
                    <a:moveTo>
                      <a:pt x="36144" y="143510"/>
                    </a:moveTo>
                    <a:lnTo>
                      <a:pt x="36360" y="142239"/>
                    </a:lnTo>
                    <a:lnTo>
                      <a:pt x="36637" y="142239"/>
                    </a:lnTo>
                    <a:lnTo>
                      <a:pt x="36144" y="143510"/>
                    </a:lnTo>
                    <a:close/>
                  </a:path>
                  <a:path w="1652270" h="1181100">
                    <a:moveTo>
                      <a:pt x="1623510" y="168896"/>
                    </a:moveTo>
                    <a:lnTo>
                      <a:pt x="1623279" y="168295"/>
                    </a:lnTo>
                    <a:lnTo>
                      <a:pt x="1621282" y="160020"/>
                    </a:lnTo>
                    <a:lnTo>
                      <a:pt x="1621434" y="160020"/>
                    </a:lnTo>
                    <a:lnTo>
                      <a:pt x="1618843" y="151129"/>
                    </a:lnTo>
                    <a:lnTo>
                      <a:pt x="1619021" y="151129"/>
                    </a:lnTo>
                    <a:lnTo>
                      <a:pt x="1615998" y="142239"/>
                    </a:lnTo>
                    <a:lnTo>
                      <a:pt x="1642726" y="142239"/>
                    </a:lnTo>
                    <a:lnTo>
                      <a:pt x="1643189" y="143510"/>
                    </a:lnTo>
                    <a:lnTo>
                      <a:pt x="1645958" y="153670"/>
                    </a:lnTo>
                    <a:lnTo>
                      <a:pt x="1648244" y="163829"/>
                    </a:lnTo>
                    <a:lnTo>
                      <a:pt x="1648925" y="167639"/>
                    </a:lnTo>
                    <a:lnTo>
                      <a:pt x="1623301" y="167639"/>
                    </a:lnTo>
                    <a:lnTo>
                      <a:pt x="1623414" y="168295"/>
                    </a:lnTo>
                    <a:lnTo>
                      <a:pt x="1623510" y="168896"/>
                    </a:lnTo>
                    <a:close/>
                  </a:path>
                  <a:path w="1652270" h="1181100">
                    <a:moveTo>
                      <a:pt x="28933" y="168896"/>
                    </a:moveTo>
                    <a:lnTo>
                      <a:pt x="29057" y="167639"/>
                    </a:lnTo>
                    <a:lnTo>
                      <a:pt x="29237" y="167639"/>
                    </a:lnTo>
                    <a:lnTo>
                      <a:pt x="28933" y="168896"/>
                    </a:lnTo>
                    <a:close/>
                  </a:path>
                  <a:path w="1652270" h="1181100">
                    <a:moveTo>
                      <a:pt x="1649152" y="1012189"/>
                    </a:moveTo>
                    <a:lnTo>
                      <a:pt x="1623301" y="1012189"/>
                    </a:lnTo>
                    <a:lnTo>
                      <a:pt x="1623425" y="1010933"/>
                    </a:lnTo>
                    <a:lnTo>
                      <a:pt x="1623838" y="1008960"/>
                    </a:lnTo>
                    <a:lnTo>
                      <a:pt x="1624782" y="1003280"/>
                    </a:lnTo>
                    <a:lnTo>
                      <a:pt x="1625053" y="1002036"/>
                    </a:lnTo>
                    <a:lnTo>
                      <a:pt x="1626126" y="993142"/>
                    </a:lnTo>
                    <a:lnTo>
                      <a:pt x="1626200" y="992466"/>
                    </a:lnTo>
                    <a:lnTo>
                      <a:pt x="1626713" y="985514"/>
                    </a:lnTo>
                    <a:lnTo>
                      <a:pt x="1626712" y="194310"/>
                    </a:lnTo>
                    <a:lnTo>
                      <a:pt x="1626198" y="187342"/>
                    </a:lnTo>
                    <a:lnTo>
                      <a:pt x="1625248" y="179354"/>
                    </a:lnTo>
                    <a:lnTo>
                      <a:pt x="1623518" y="168896"/>
                    </a:lnTo>
                    <a:lnTo>
                      <a:pt x="1623366" y="168295"/>
                    </a:lnTo>
                    <a:lnTo>
                      <a:pt x="1623301" y="167639"/>
                    </a:lnTo>
                    <a:lnTo>
                      <a:pt x="1648925" y="167639"/>
                    </a:lnTo>
                    <a:lnTo>
                      <a:pt x="1650060" y="173989"/>
                    </a:lnTo>
                    <a:lnTo>
                      <a:pt x="1651368" y="184150"/>
                    </a:lnTo>
                    <a:lnTo>
                      <a:pt x="1652155" y="194310"/>
                    </a:lnTo>
                    <a:lnTo>
                      <a:pt x="1652155" y="985514"/>
                    </a:lnTo>
                    <a:lnTo>
                      <a:pt x="1651368" y="996950"/>
                    </a:lnTo>
                    <a:lnTo>
                      <a:pt x="1650060" y="1007110"/>
                    </a:lnTo>
                    <a:lnTo>
                      <a:pt x="1649152" y="1012189"/>
                    </a:lnTo>
                    <a:close/>
                  </a:path>
                  <a:path w="1652270" h="1181100">
                    <a:moveTo>
                      <a:pt x="29189" y="1012189"/>
                    </a:moveTo>
                    <a:lnTo>
                      <a:pt x="29057" y="1012189"/>
                    </a:lnTo>
                    <a:lnTo>
                      <a:pt x="28847" y="1010933"/>
                    </a:lnTo>
                    <a:lnTo>
                      <a:pt x="29189" y="1012189"/>
                    </a:lnTo>
                    <a:close/>
                  </a:path>
                  <a:path w="1652270" h="1181100">
                    <a:moveTo>
                      <a:pt x="1647264" y="1021080"/>
                    </a:moveTo>
                    <a:lnTo>
                      <a:pt x="1621282" y="1021080"/>
                    </a:lnTo>
                    <a:lnTo>
                      <a:pt x="1623425" y="1010933"/>
                    </a:lnTo>
                    <a:lnTo>
                      <a:pt x="1623301" y="1012189"/>
                    </a:lnTo>
                    <a:lnTo>
                      <a:pt x="1649152" y="1012189"/>
                    </a:lnTo>
                    <a:lnTo>
                      <a:pt x="1648244" y="1017269"/>
                    </a:lnTo>
                    <a:lnTo>
                      <a:pt x="1647264" y="1021080"/>
                    </a:lnTo>
                    <a:close/>
                  </a:path>
                  <a:path w="1652270" h="1181100">
                    <a:moveTo>
                      <a:pt x="31294" y="1021080"/>
                    </a:moveTo>
                    <a:lnTo>
                      <a:pt x="31076" y="1021080"/>
                    </a:lnTo>
                    <a:lnTo>
                      <a:pt x="30480" y="1018364"/>
                    </a:lnTo>
                    <a:lnTo>
                      <a:pt x="31294" y="1021080"/>
                    </a:lnTo>
                    <a:close/>
                  </a:path>
                  <a:path w="1652270" h="1181100">
                    <a:moveTo>
                      <a:pt x="1636805" y="1054100"/>
                    </a:moveTo>
                    <a:lnTo>
                      <a:pt x="1609140" y="1054100"/>
                    </a:lnTo>
                    <a:lnTo>
                      <a:pt x="1613001" y="1045210"/>
                    </a:lnTo>
                    <a:lnTo>
                      <a:pt x="1612760" y="1045210"/>
                    </a:lnTo>
                    <a:lnTo>
                      <a:pt x="1616214" y="1037589"/>
                    </a:lnTo>
                    <a:lnTo>
                      <a:pt x="1615998" y="1037589"/>
                    </a:lnTo>
                    <a:lnTo>
                      <a:pt x="1619021" y="1028700"/>
                    </a:lnTo>
                    <a:lnTo>
                      <a:pt x="1618843" y="1028700"/>
                    </a:lnTo>
                    <a:lnTo>
                      <a:pt x="1621427" y="1019833"/>
                    </a:lnTo>
                    <a:lnTo>
                      <a:pt x="1621403" y="1020503"/>
                    </a:lnTo>
                    <a:lnTo>
                      <a:pt x="1621282" y="1021080"/>
                    </a:lnTo>
                    <a:lnTo>
                      <a:pt x="1647264" y="1021080"/>
                    </a:lnTo>
                    <a:lnTo>
                      <a:pt x="1645958" y="1026160"/>
                    </a:lnTo>
                    <a:lnTo>
                      <a:pt x="1643189" y="1036319"/>
                    </a:lnTo>
                    <a:lnTo>
                      <a:pt x="1639951" y="1046480"/>
                    </a:lnTo>
                    <a:lnTo>
                      <a:pt x="1636805" y="1054100"/>
                    </a:lnTo>
                    <a:close/>
                  </a:path>
                  <a:path w="1652270" h="1181100">
                    <a:moveTo>
                      <a:pt x="43546" y="1054100"/>
                    </a:moveTo>
                    <a:lnTo>
                      <a:pt x="43205" y="1054100"/>
                    </a:lnTo>
                    <a:lnTo>
                      <a:pt x="42938" y="1052830"/>
                    </a:lnTo>
                    <a:lnTo>
                      <a:pt x="43546" y="1054100"/>
                    </a:lnTo>
                    <a:close/>
                  </a:path>
                  <a:path w="1652270" h="1181100">
                    <a:moveTo>
                      <a:pt x="1633341" y="1061719"/>
                    </a:moveTo>
                    <a:lnTo>
                      <a:pt x="1605152" y="1061719"/>
                    </a:lnTo>
                    <a:lnTo>
                      <a:pt x="1609407" y="1052830"/>
                    </a:lnTo>
                    <a:lnTo>
                      <a:pt x="1609140" y="1054100"/>
                    </a:lnTo>
                    <a:lnTo>
                      <a:pt x="1636805" y="1054100"/>
                    </a:lnTo>
                    <a:lnTo>
                      <a:pt x="1636280" y="1055369"/>
                    </a:lnTo>
                    <a:lnTo>
                      <a:pt x="1633341" y="1061719"/>
                    </a:lnTo>
                    <a:close/>
                  </a:path>
                  <a:path w="1652270" h="1181100">
                    <a:moveTo>
                      <a:pt x="47563" y="1061719"/>
                    </a:moveTo>
                    <a:lnTo>
                      <a:pt x="47193" y="1061719"/>
                    </a:lnTo>
                    <a:lnTo>
                      <a:pt x="46901" y="1060450"/>
                    </a:lnTo>
                    <a:lnTo>
                      <a:pt x="47563" y="1061719"/>
                    </a:lnTo>
                    <a:close/>
                  </a:path>
                  <a:path w="1652270" h="1181100">
                    <a:moveTo>
                      <a:pt x="1629567" y="1069339"/>
                    </a:moveTo>
                    <a:lnTo>
                      <a:pt x="1600809" y="1069339"/>
                    </a:lnTo>
                    <a:lnTo>
                      <a:pt x="1605445" y="1060450"/>
                    </a:lnTo>
                    <a:lnTo>
                      <a:pt x="1605152" y="1061719"/>
                    </a:lnTo>
                    <a:lnTo>
                      <a:pt x="1633341" y="1061719"/>
                    </a:lnTo>
                    <a:lnTo>
                      <a:pt x="1632165" y="1064260"/>
                    </a:lnTo>
                    <a:lnTo>
                      <a:pt x="1629567" y="1069339"/>
                    </a:lnTo>
                    <a:close/>
                  </a:path>
                  <a:path w="1652270" h="1181100">
                    <a:moveTo>
                      <a:pt x="51935" y="1069339"/>
                    </a:moveTo>
                    <a:lnTo>
                      <a:pt x="51536" y="1069339"/>
                    </a:lnTo>
                    <a:lnTo>
                      <a:pt x="51219" y="1068069"/>
                    </a:lnTo>
                    <a:lnTo>
                      <a:pt x="51935" y="1069339"/>
                    </a:lnTo>
                    <a:close/>
                  </a:path>
                  <a:path w="1652270" h="1181100">
                    <a:moveTo>
                      <a:pt x="1625502" y="1076960"/>
                    </a:moveTo>
                    <a:lnTo>
                      <a:pt x="1596123" y="1076960"/>
                    </a:lnTo>
                    <a:lnTo>
                      <a:pt x="1601127" y="1068069"/>
                    </a:lnTo>
                    <a:lnTo>
                      <a:pt x="1600809" y="1069339"/>
                    </a:lnTo>
                    <a:lnTo>
                      <a:pt x="1629567" y="1069339"/>
                    </a:lnTo>
                    <a:lnTo>
                      <a:pt x="1627619" y="1073150"/>
                    </a:lnTo>
                    <a:lnTo>
                      <a:pt x="1625502" y="1076960"/>
                    </a:lnTo>
                    <a:close/>
                  </a:path>
                  <a:path w="1652270" h="1181100">
                    <a:moveTo>
                      <a:pt x="56788" y="1076960"/>
                    </a:moveTo>
                    <a:lnTo>
                      <a:pt x="56235" y="1076960"/>
                    </a:lnTo>
                    <a:lnTo>
                      <a:pt x="55892" y="1075689"/>
                    </a:lnTo>
                    <a:lnTo>
                      <a:pt x="56788" y="1076960"/>
                    </a:lnTo>
                    <a:close/>
                  </a:path>
                  <a:path w="1652270" h="1181100">
                    <a:moveTo>
                      <a:pt x="1612559" y="1097280"/>
                    </a:moveTo>
                    <a:lnTo>
                      <a:pt x="1580057" y="1097280"/>
                    </a:lnTo>
                    <a:lnTo>
                      <a:pt x="1586115" y="1089660"/>
                    </a:lnTo>
                    <a:lnTo>
                      <a:pt x="1585734" y="1089660"/>
                    </a:lnTo>
                    <a:lnTo>
                      <a:pt x="1591449" y="1083310"/>
                    </a:lnTo>
                    <a:lnTo>
                      <a:pt x="1591081" y="1083310"/>
                    </a:lnTo>
                    <a:lnTo>
                      <a:pt x="1596453" y="1075689"/>
                    </a:lnTo>
                    <a:lnTo>
                      <a:pt x="1596123" y="1076960"/>
                    </a:lnTo>
                    <a:lnTo>
                      <a:pt x="1625502" y="1076960"/>
                    </a:lnTo>
                    <a:lnTo>
                      <a:pt x="1622679" y="1082039"/>
                    </a:lnTo>
                    <a:lnTo>
                      <a:pt x="1617332" y="1090930"/>
                    </a:lnTo>
                    <a:lnTo>
                      <a:pt x="1612559" y="1097280"/>
                    </a:lnTo>
                    <a:close/>
                  </a:path>
                  <a:path w="1652270" h="1181100">
                    <a:moveTo>
                      <a:pt x="73159" y="1097280"/>
                    </a:moveTo>
                    <a:lnTo>
                      <a:pt x="72288" y="1097280"/>
                    </a:lnTo>
                    <a:lnTo>
                      <a:pt x="71882" y="1096010"/>
                    </a:lnTo>
                    <a:lnTo>
                      <a:pt x="73159" y="1097280"/>
                    </a:lnTo>
                    <a:close/>
                  </a:path>
                  <a:path w="1652270" h="1181100">
                    <a:moveTo>
                      <a:pt x="1597698" y="1115060"/>
                    </a:moveTo>
                    <a:lnTo>
                      <a:pt x="1561274" y="1115060"/>
                    </a:lnTo>
                    <a:lnTo>
                      <a:pt x="1568272" y="1108710"/>
                    </a:lnTo>
                    <a:lnTo>
                      <a:pt x="1567827" y="1108710"/>
                    </a:lnTo>
                    <a:lnTo>
                      <a:pt x="1574520" y="1102360"/>
                    </a:lnTo>
                    <a:lnTo>
                      <a:pt x="1574088" y="1102360"/>
                    </a:lnTo>
                    <a:lnTo>
                      <a:pt x="1580464" y="1096010"/>
                    </a:lnTo>
                    <a:lnTo>
                      <a:pt x="1580057" y="1097280"/>
                    </a:lnTo>
                    <a:lnTo>
                      <a:pt x="1612559" y="1097280"/>
                    </a:lnTo>
                    <a:lnTo>
                      <a:pt x="1611604" y="1098550"/>
                    </a:lnTo>
                    <a:lnTo>
                      <a:pt x="1605508" y="1106169"/>
                    </a:lnTo>
                    <a:lnTo>
                      <a:pt x="1599057" y="1113789"/>
                    </a:lnTo>
                    <a:lnTo>
                      <a:pt x="1597698" y="1115060"/>
                    </a:lnTo>
                    <a:close/>
                  </a:path>
                  <a:path w="1652270" h="1181100">
                    <a:moveTo>
                      <a:pt x="92059" y="1115060"/>
                    </a:moveTo>
                    <a:lnTo>
                      <a:pt x="91071" y="1115060"/>
                    </a:lnTo>
                    <a:lnTo>
                      <a:pt x="90601" y="1113789"/>
                    </a:lnTo>
                    <a:lnTo>
                      <a:pt x="92059" y="1115060"/>
                    </a:lnTo>
                    <a:close/>
                  </a:path>
                  <a:path w="1652270" h="1181100">
                    <a:moveTo>
                      <a:pt x="1587504" y="1125219"/>
                    </a:moveTo>
                    <a:lnTo>
                      <a:pt x="1547393" y="1125219"/>
                    </a:lnTo>
                    <a:lnTo>
                      <a:pt x="1554949" y="1120139"/>
                    </a:lnTo>
                    <a:lnTo>
                      <a:pt x="1554467" y="1120139"/>
                    </a:lnTo>
                    <a:lnTo>
                      <a:pt x="1561744" y="1113789"/>
                    </a:lnTo>
                    <a:lnTo>
                      <a:pt x="1561274" y="1115060"/>
                    </a:lnTo>
                    <a:lnTo>
                      <a:pt x="1597698" y="1115060"/>
                    </a:lnTo>
                    <a:lnTo>
                      <a:pt x="1592262" y="1120139"/>
                    </a:lnTo>
                    <a:lnTo>
                      <a:pt x="1587504" y="1125219"/>
                    </a:lnTo>
                    <a:close/>
                  </a:path>
                  <a:path w="1652270" h="1181100">
                    <a:moveTo>
                      <a:pt x="106400" y="1125219"/>
                    </a:moveTo>
                    <a:lnTo>
                      <a:pt x="104952" y="1125219"/>
                    </a:lnTo>
                    <a:lnTo>
                      <a:pt x="104444" y="1123950"/>
                    </a:lnTo>
                    <a:lnTo>
                      <a:pt x="106400" y="1125219"/>
                    </a:lnTo>
                    <a:close/>
                  </a:path>
                  <a:path w="1652270" h="1181100">
                    <a:moveTo>
                      <a:pt x="1557705" y="1148080"/>
                    </a:moveTo>
                    <a:lnTo>
                      <a:pt x="1500251" y="1148080"/>
                    </a:lnTo>
                    <a:lnTo>
                      <a:pt x="1509204" y="1144269"/>
                    </a:lnTo>
                    <a:lnTo>
                      <a:pt x="1508620" y="1144269"/>
                    </a:lnTo>
                    <a:lnTo>
                      <a:pt x="1517370" y="1141730"/>
                    </a:lnTo>
                    <a:lnTo>
                      <a:pt x="1516799" y="1141730"/>
                    </a:lnTo>
                    <a:lnTo>
                      <a:pt x="1525333" y="1137919"/>
                    </a:lnTo>
                    <a:lnTo>
                      <a:pt x="1524774" y="1137919"/>
                    </a:lnTo>
                    <a:lnTo>
                      <a:pt x="1533080" y="1134110"/>
                    </a:lnTo>
                    <a:lnTo>
                      <a:pt x="1532547" y="1134110"/>
                    </a:lnTo>
                    <a:lnTo>
                      <a:pt x="1540611" y="1129030"/>
                    </a:lnTo>
                    <a:lnTo>
                      <a:pt x="1540090" y="1129030"/>
                    </a:lnTo>
                    <a:lnTo>
                      <a:pt x="1547901" y="1123950"/>
                    </a:lnTo>
                    <a:lnTo>
                      <a:pt x="1547393" y="1125219"/>
                    </a:lnTo>
                    <a:lnTo>
                      <a:pt x="1587504" y="1125219"/>
                    </a:lnTo>
                    <a:lnTo>
                      <a:pt x="1585125" y="1127760"/>
                    </a:lnTo>
                    <a:lnTo>
                      <a:pt x="1577682" y="1134110"/>
                    </a:lnTo>
                    <a:lnTo>
                      <a:pt x="1569923" y="1140460"/>
                    </a:lnTo>
                    <a:lnTo>
                      <a:pt x="1561871" y="1145539"/>
                    </a:lnTo>
                    <a:lnTo>
                      <a:pt x="1557705" y="1148080"/>
                    </a:lnTo>
                    <a:close/>
                  </a:path>
                  <a:path w="1652270" h="1181100">
                    <a:moveTo>
                      <a:pt x="156070" y="1148080"/>
                    </a:moveTo>
                    <a:lnTo>
                      <a:pt x="152107" y="1148080"/>
                    </a:lnTo>
                    <a:lnTo>
                      <a:pt x="151498" y="1146810"/>
                    </a:lnTo>
                    <a:lnTo>
                      <a:pt x="156070" y="1148080"/>
                    </a:lnTo>
                    <a:close/>
                  </a:path>
                  <a:path w="1652270" h="1181100">
                    <a:moveTo>
                      <a:pt x="1544929" y="1155700"/>
                    </a:moveTo>
                    <a:lnTo>
                      <a:pt x="1455978" y="1155700"/>
                    </a:lnTo>
                    <a:lnTo>
                      <a:pt x="1465757" y="1154430"/>
                    </a:lnTo>
                    <a:lnTo>
                      <a:pt x="1465122" y="1154430"/>
                    </a:lnTo>
                    <a:lnTo>
                      <a:pt x="1474762" y="1153160"/>
                    </a:lnTo>
                    <a:lnTo>
                      <a:pt x="1474139" y="1153160"/>
                    </a:lnTo>
                    <a:lnTo>
                      <a:pt x="1483626" y="1151889"/>
                    </a:lnTo>
                    <a:lnTo>
                      <a:pt x="1483004" y="1151889"/>
                    </a:lnTo>
                    <a:lnTo>
                      <a:pt x="1492326" y="1149350"/>
                    </a:lnTo>
                    <a:lnTo>
                      <a:pt x="1491703" y="1149350"/>
                    </a:lnTo>
                    <a:lnTo>
                      <a:pt x="1500847" y="1146810"/>
                    </a:lnTo>
                    <a:lnTo>
                      <a:pt x="1500251" y="1148080"/>
                    </a:lnTo>
                    <a:lnTo>
                      <a:pt x="1557705" y="1148080"/>
                    </a:lnTo>
                    <a:lnTo>
                      <a:pt x="1553540" y="1150619"/>
                    </a:lnTo>
                    <a:lnTo>
                      <a:pt x="1544929" y="1155700"/>
                    </a:lnTo>
                    <a:close/>
                  </a:path>
                </a:pathLst>
              </a:custGeom>
              <a:solidFill>
                <a:srgbClr val="E7E6E6"/>
              </a:solidFill>
            </p:spPr>
            <p:txBody>
              <a:bodyPr wrap="square"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71" name="object 7">
              <a:extLst>
                <a:ext uri="{FF2B5EF4-FFF2-40B4-BE49-F238E27FC236}">
                  <a16:creationId xmlns:a16="http://schemas.microsoft.com/office/drawing/2014/main" id="{41B99357-B8A2-45D7-AD75-9078477C5636}"/>
                </a:ext>
              </a:extLst>
            </p:cNvPr>
            <p:cNvSpPr/>
            <p:nvPr/>
          </p:nvSpPr>
          <p:spPr>
            <a:xfrm>
              <a:off x="3305022" y="5920543"/>
              <a:ext cx="5318125" cy="447376"/>
            </a:xfrm>
            <a:custGeom>
              <a:avLst/>
              <a:gdLst/>
              <a:ahLst/>
              <a:cxnLst/>
              <a:rect l="l" t="t" r="r" b="b"/>
              <a:pathLst>
                <a:path w="5318125" h="527050">
                  <a:moveTo>
                    <a:pt x="5317579" y="435610"/>
                  </a:moveTo>
                  <a:lnTo>
                    <a:pt x="5317452" y="88900"/>
                  </a:lnTo>
                  <a:lnTo>
                    <a:pt x="5317325" y="87630"/>
                  </a:lnTo>
                  <a:lnTo>
                    <a:pt x="5317210" y="86360"/>
                  </a:lnTo>
                  <a:lnTo>
                    <a:pt x="5316601" y="81280"/>
                  </a:lnTo>
                  <a:lnTo>
                    <a:pt x="5315953" y="77470"/>
                  </a:lnTo>
                  <a:lnTo>
                    <a:pt x="5315750" y="76200"/>
                  </a:lnTo>
                  <a:lnTo>
                    <a:pt x="5315636" y="75679"/>
                  </a:lnTo>
                  <a:lnTo>
                    <a:pt x="5315470" y="74917"/>
                  </a:lnTo>
                  <a:lnTo>
                    <a:pt x="5300992" y="74917"/>
                  </a:lnTo>
                  <a:lnTo>
                    <a:pt x="5300726" y="73660"/>
                  </a:lnTo>
                  <a:lnTo>
                    <a:pt x="5315204" y="73660"/>
                  </a:lnTo>
                  <a:lnTo>
                    <a:pt x="5314670" y="71120"/>
                  </a:lnTo>
                  <a:lnTo>
                    <a:pt x="5313362" y="67310"/>
                  </a:lnTo>
                  <a:lnTo>
                    <a:pt x="5311851" y="62230"/>
                  </a:lnTo>
                  <a:lnTo>
                    <a:pt x="5311267" y="60960"/>
                  </a:lnTo>
                  <a:lnTo>
                    <a:pt x="5310111" y="58420"/>
                  </a:lnTo>
                  <a:lnTo>
                    <a:pt x="5308181" y="53340"/>
                  </a:lnTo>
                  <a:lnTo>
                    <a:pt x="5306047" y="49530"/>
                  </a:lnTo>
                  <a:lnTo>
                    <a:pt x="5289435" y="27940"/>
                  </a:lnTo>
                  <a:lnTo>
                    <a:pt x="5286083" y="24130"/>
                  </a:lnTo>
                  <a:lnTo>
                    <a:pt x="5282590" y="21590"/>
                  </a:lnTo>
                  <a:lnTo>
                    <a:pt x="5278945" y="19050"/>
                  </a:lnTo>
                  <a:lnTo>
                    <a:pt x="5275161" y="15240"/>
                  </a:lnTo>
                  <a:lnTo>
                    <a:pt x="5271236" y="12700"/>
                  </a:lnTo>
                  <a:lnTo>
                    <a:pt x="5267198" y="11430"/>
                  </a:lnTo>
                  <a:lnTo>
                    <a:pt x="5263032" y="8890"/>
                  </a:lnTo>
                  <a:lnTo>
                    <a:pt x="5258752" y="6350"/>
                  </a:lnTo>
                  <a:lnTo>
                    <a:pt x="5254371" y="5080"/>
                  </a:lnTo>
                  <a:lnTo>
                    <a:pt x="5245290" y="2540"/>
                  </a:lnTo>
                  <a:lnTo>
                    <a:pt x="5235867" y="0"/>
                  </a:lnTo>
                  <a:lnTo>
                    <a:pt x="81343" y="0"/>
                  </a:lnTo>
                  <a:lnTo>
                    <a:pt x="67322" y="3810"/>
                  </a:lnTo>
                  <a:lnTo>
                    <a:pt x="58445" y="6350"/>
                  </a:lnTo>
                  <a:lnTo>
                    <a:pt x="54165" y="8890"/>
                  </a:lnTo>
                  <a:lnTo>
                    <a:pt x="49999" y="11430"/>
                  </a:lnTo>
                  <a:lnTo>
                    <a:pt x="45961" y="12700"/>
                  </a:lnTo>
                  <a:lnTo>
                    <a:pt x="42049" y="15240"/>
                  </a:lnTo>
                  <a:lnTo>
                    <a:pt x="38265" y="19050"/>
                  </a:lnTo>
                  <a:lnTo>
                    <a:pt x="34620" y="21590"/>
                  </a:lnTo>
                  <a:lnTo>
                    <a:pt x="31115" y="24130"/>
                  </a:lnTo>
                  <a:lnTo>
                    <a:pt x="27774" y="27940"/>
                  </a:lnTo>
                  <a:lnTo>
                    <a:pt x="24574" y="30480"/>
                  </a:lnTo>
                  <a:lnTo>
                    <a:pt x="7086" y="58420"/>
                  </a:lnTo>
                  <a:lnTo>
                    <a:pt x="5359" y="62230"/>
                  </a:lnTo>
                  <a:lnTo>
                    <a:pt x="3835" y="67310"/>
                  </a:lnTo>
                  <a:lnTo>
                    <a:pt x="2540" y="71120"/>
                  </a:lnTo>
                  <a:lnTo>
                    <a:pt x="1460" y="76200"/>
                  </a:lnTo>
                  <a:lnTo>
                    <a:pt x="609" y="81280"/>
                  </a:lnTo>
                  <a:lnTo>
                    <a:pt x="0" y="86360"/>
                  </a:lnTo>
                  <a:lnTo>
                    <a:pt x="0" y="440690"/>
                  </a:lnTo>
                  <a:lnTo>
                    <a:pt x="609" y="445770"/>
                  </a:lnTo>
                  <a:lnTo>
                    <a:pt x="1460" y="450850"/>
                  </a:lnTo>
                  <a:lnTo>
                    <a:pt x="2540" y="454660"/>
                  </a:lnTo>
                  <a:lnTo>
                    <a:pt x="3835" y="459740"/>
                  </a:lnTo>
                  <a:lnTo>
                    <a:pt x="5359" y="464820"/>
                  </a:lnTo>
                  <a:lnTo>
                    <a:pt x="7086" y="468630"/>
                  </a:lnTo>
                  <a:lnTo>
                    <a:pt x="9029" y="472440"/>
                  </a:lnTo>
                  <a:lnTo>
                    <a:pt x="11150" y="477520"/>
                  </a:lnTo>
                  <a:lnTo>
                    <a:pt x="24574" y="495300"/>
                  </a:lnTo>
                  <a:lnTo>
                    <a:pt x="27774" y="499110"/>
                  </a:lnTo>
                  <a:lnTo>
                    <a:pt x="58445" y="519430"/>
                  </a:lnTo>
                  <a:lnTo>
                    <a:pt x="62839" y="521970"/>
                  </a:lnTo>
                  <a:lnTo>
                    <a:pt x="71907" y="524510"/>
                  </a:lnTo>
                  <a:lnTo>
                    <a:pt x="81343" y="527050"/>
                  </a:lnTo>
                  <a:lnTo>
                    <a:pt x="5235867" y="527050"/>
                  </a:lnTo>
                  <a:lnTo>
                    <a:pt x="5245290" y="524510"/>
                  </a:lnTo>
                  <a:lnTo>
                    <a:pt x="5254371" y="521970"/>
                  </a:lnTo>
                  <a:lnTo>
                    <a:pt x="5258752" y="519430"/>
                  </a:lnTo>
                  <a:lnTo>
                    <a:pt x="5263032" y="518160"/>
                  </a:lnTo>
                  <a:lnTo>
                    <a:pt x="5287200" y="501650"/>
                  </a:lnTo>
                  <a:lnTo>
                    <a:pt x="5289435" y="499110"/>
                  </a:lnTo>
                  <a:lnTo>
                    <a:pt x="5292623" y="495300"/>
                  </a:lnTo>
                  <a:lnTo>
                    <a:pt x="5295658" y="492760"/>
                  </a:lnTo>
                  <a:lnTo>
                    <a:pt x="5298529" y="488950"/>
                  </a:lnTo>
                  <a:lnTo>
                    <a:pt x="5300307" y="486410"/>
                  </a:lnTo>
                  <a:lnTo>
                    <a:pt x="5301208" y="485140"/>
                  </a:lnTo>
                  <a:lnTo>
                    <a:pt x="5303723" y="481330"/>
                  </a:lnTo>
                  <a:lnTo>
                    <a:pt x="5306047" y="477520"/>
                  </a:lnTo>
                  <a:lnTo>
                    <a:pt x="5308181" y="472440"/>
                  </a:lnTo>
                  <a:lnTo>
                    <a:pt x="5310111" y="468630"/>
                  </a:lnTo>
                  <a:lnTo>
                    <a:pt x="5311851" y="464820"/>
                  </a:lnTo>
                  <a:lnTo>
                    <a:pt x="5312600" y="462280"/>
                  </a:lnTo>
                  <a:lnTo>
                    <a:pt x="5313362" y="459740"/>
                  </a:lnTo>
                  <a:lnTo>
                    <a:pt x="5314340" y="455930"/>
                  </a:lnTo>
                  <a:lnTo>
                    <a:pt x="5314670" y="454660"/>
                  </a:lnTo>
                  <a:lnTo>
                    <a:pt x="5315750" y="450850"/>
                  </a:lnTo>
                  <a:lnTo>
                    <a:pt x="5315953" y="449580"/>
                  </a:lnTo>
                  <a:lnTo>
                    <a:pt x="5316601" y="445770"/>
                  </a:lnTo>
                  <a:lnTo>
                    <a:pt x="5317210" y="440690"/>
                  </a:lnTo>
                  <a:lnTo>
                    <a:pt x="5317579" y="43561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 anchor="ctr"/>
            <a:lstStyle/>
            <a:p>
              <a:pPr algn="ctr" defTabSz="914400"/>
              <a:r>
                <a:rPr lang="en-US" altLang="ko-KR" sz="2000" kern="0" dirty="0">
                  <a:solidFill>
                    <a:sysClr val="windowText" lastClr="000000"/>
                  </a:solidFill>
                  <a:cs typeface="Times New Roman"/>
                </a:rPr>
                <a:t>Disaggregated 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2675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object 367">
            <a:extLst>
              <a:ext uri="{FF2B5EF4-FFF2-40B4-BE49-F238E27FC236}">
                <a16:creationId xmlns:a16="http://schemas.microsoft.com/office/drawing/2014/main" id="{D9B463AF-DF92-4C0A-AF71-D05DBB83B05B}"/>
              </a:ext>
            </a:extLst>
          </p:cNvPr>
          <p:cNvSpPr txBox="1"/>
          <p:nvPr/>
        </p:nvSpPr>
        <p:spPr>
          <a:xfrm>
            <a:off x="838200" y="5826493"/>
            <a:ext cx="10516108" cy="397545"/>
          </a:xfrm>
          <a:prstGeom prst="rect">
            <a:avLst/>
          </a:prstGeom>
          <a:noFill/>
        </p:spPr>
        <p:txBody>
          <a:bodyPr vert="horz" wrap="square" lIns="91440" tIns="27940" rIns="0" bIns="0" rtlCol="0">
            <a:spAutoFit/>
          </a:bodyPr>
          <a:lstStyle>
            <a:lvl1pPr marL="285750" indent="-285750">
              <a:buFont typeface="Arial"/>
              <a:buChar char="•"/>
            </a:lvl1pPr>
            <a:lvl2pPr marL="685800" indent="-228600">
              <a:buSzPct val="80000"/>
              <a:buFont typeface="Arial"/>
              <a:buChar char="•"/>
            </a:lvl2pPr>
            <a:lvl3pPr marL="1085850" indent="-228600">
              <a:buSzPct val="65000"/>
              <a:buFont typeface="Arial"/>
              <a:buChar char="•"/>
            </a:lvl3pPr>
            <a:lvl4pPr marL="1485900" indent="-228600">
              <a:buSzPct val="55000"/>
              <a:buFont typeface="Arial"/>
              <a:buChar char="•"/>
            </a:lvl4pPr>
            <a:lvl5pPr marL="1885950" indent="-228600">
              <a:buSzPct val="50000"/>
              <a:buFont typeface="Arial"/>
              <a:buChar char="•"/>
            </a:lvl5pPr>
          </a:lstStyle>
          <a:p>
            <a:pPr defTabSz="914400">
              <a:spcBef>
                <a:spcPts val="220"/>
              </a:spcBef>
            </a:pPr>
            <a:r>
              <a:rPr lang="en-US" altLang="ko-KR" sz="2400" kern="0" dirty="0">
                <a:solidFill>
                  <a:sysClr val="windowText" lastClr="000000"/>
                </a:solidFill>
                <a:cs typeface="Times New Roman"/>
              </a:rPr>
              <a:t>Reduces allocation latency by approximately 95%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C74B962-C7D5-4D17-859B-885D6603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lt"/>
              </a:rPr>
              <a:t> Microbenchmark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110F2-6A2B-466D-A76B-1B6106011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221"/>
            <a:ext cx="10515600" cy="4657742"/>
          </a:xfrm>
        </p:spPr>
        <p:txBody>
          <a:bodyPr/>
          <a:lstStyle/>
          <a:p>
            <a:r>
              <a:rPr lang="en-US" altLang="ko-KR" dirty="0"/>
              <a:t>Different allocation granularity and scalability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39B86D-0619-49C2-9FBD-4FBB28954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0804CB-43DE-4CD8-9422-CC09E1C9E188}"/>
              </a:ext>
            </a:extLst>
          </p:cNvPr>
          <p:cNvSpPr txBox="1"/>
          <p:nvPr/>
        </p:nvSpPr>
        <p:spPr>
          <a:xfrm>
            <a:off x="838200" y="291955"/>
            <a:ext cx="10752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</a:rPr>
              <a:t>Evaluation</a:t>
            </a:r>
          </a:p>
        </p:txBody>
      </p:sp>
      <p:grpSp>
        <p:nvGrpSpPr>
          <p:cNvPr id="454" name="그룹 453">
            <a:extLst>
              <a:ext uri="{FF2B5EF4-FFF2-40B4-BE49-F238E27FC236}">
                <a16:creationId xmlns:a16="http://schemas.microsoft.com/office/drawing/2014/main" id="{3A36A2EA-C2E2-4F93-9F30-81B26867F97E}"/>
              </a:ext>
            </a:extLst>
          </p:cNvPr>
          <p:cNvGrpSpPr/>
          <p:nvPr/>
        </p:nvGrpSpPr>
        <p:grpSpPr>
          <a:xfrm>
            <a:off x="950494" y="2190915"/>
            <a:ext cx="10226843" cy="2718193"/>
            <a:chOff x="417332" y="1972564"/>
            <a:chExt cx="11589288" cy="2937552"/>
          </a:xfrm>
        </p:grpSpPr>
        <p:grpSp>
          <p:nvGrpSpPr>
            <p:cNvPr id="6" name="object 306">
              <a:extLst>
                <a:ext uri="{FF2B5EF4-FFF2-40B4-BE49-F238E27FC236}">
                  <a16:creationId xmlns:a16="http://schemas.microsoft.com/office/drawing/2014/main" id="{CC5F4512-0BC1-4C9F-8600-B5E9A1F58B0C}"/>
                </a:ext>
              </a:extLst>
            </p:cNvPr>
            <p:cNvGrpSpPr/>
            <p:nvPr/>
          </p:nvGrpSpPr>
          <p:grpSpPr>
            <a:xfrm>
              <a:off x="930351" y="2074189"/>
              <a:ext cx="373380" cy="54610"/>
              <a:chOff x="930351" y="2074189"/>
              <a:chExt cx="373380" cy="54610"/>
            </a:xfrm>
          </p:grpSpPr>
          <p:sp>
            <p:nvSpPr>
              <p:cNvPr id="7" name="object 307">
                <a:extLst>
                  <a:ext uri="{FF2B5EF4-FFF2-40B4-BE49-F238E27FC236}">
                    <a16:creationId xmlns:a16="http://schemas.microsoft.com/office/drawing/2014/main" id="{A3BBCFD1-7F61-4E1E-A383-C8779A4C991B}"/>
                  </a:ext>
                </a:extLst>
              </p:cNvPr>
              <p:cNvSpPr/>
              <p:nvPr/>
            </p:nvSpPr>
            <p:spPr>
              <a:xfrm>
                <a:off x="930351" y="2101367"/>
                <a:ext cx="3733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73380">
                    <a:moveTo>
                      <a:pt x="0" y="0"/>
                    </a:moveTo>
                    <a:lnTo>
                      <a:pt x="186664" y="0"/>
                    </a:lnTo>
                    <a:lnTo>
                      <a:pt x="373316" y="0"/>
                    </a:lnTo>
                  </a:path>
                </a:pathLst>
              </a:custGeom>
              <a:ln w="23355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" name="object 308">
                <a:extLst>
                  <a:ext uri="{FF2B5EF4-FFF2-40B4-BE49-F238E27FC236}">
                    <a16:creationId xmlns:a16="http://schemas.microsoft.com/office/drawing/2014/main" id="{16658A42-A6DE-434E-9DDA-E380CE9A7423}"/>
                  </a:ext>
                </a:extLst>
              </p:cNvPr>
              <p:cNvSpPr/>
              <p:nvPr/>
            </p:nvSpPr>
            <p:spPr>
              <a:xfrm>
                <a:off x="1093685" y="2077986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90" h="46989">
                    <a:moveTo>
                      <a:pt x="29159" y="46761"/>
                    </a:moveTo>
                    <a:lnTo>
                      <a:pt x="23329" y="46761"/>
                    </a:lnTo>
                    <a:lnTo>
                      <a:pt x="16916" y="46761"/>
                    </a:lnTo>
                    <a:lnTo>
                      <a:pt x="11074" y="43840"/>
                    </a:lnTo>
                    <a:lnTo>
                      <a:pt x="2324" y="35077"/>
                    </a:lnTo>
                    <a:lnTo>
                      <a:pt x="0" y="29235"/>
                    </a:lnTo>
                    <a:lnTo>
                      <a:pt x="0" y="16954"/>
                    </a:lnTo>
                    <a:lnTo>
                      <a:pt x="2324" y="11112"/>
                    </a:lnTo>
                    <a:lnTo>
                      <a:pt x="11074" y="2336"/>
                    </a:lnTo>
                    <a:lnTo>
                      <a:pt x="16916" y="0"/>
                    </a:lnTo>
                    <a:lnTo>
                      <a:pt x="29159" y="0"/>
                    </a:lnTo>
                    <a:lnTo>
                      <a:pt x="35572" y="2336"/>
                    </a:lnTo>
                    <a:lnTo>
                      <a:pt x="44322" y="11112"/>
                    </a:lnTo>
                    <a:lnTo>
                      <a:pt x="46659" y="16954"/>
                    </a:lnTo>
                    <a:lnTo>
                      <a:pt x="46659" y="29235"/>
                    </a:lnTo>
                    <a:lnTo>
                      <a:pt x="44322" y="35077"/>
                    </a:lnTo>
                    <a:lnTo>
                      <a:pt x="35572" y="43840"/>
                    </a:lnTo>
                    <a:lnTo>
                      <a:pt x="29159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9" name="object 309">
                <a:extLst>
                  <a:ext uri="{FF2B5EF4-FFF2-40B4-BE49-F238E27FC236}">
                    <a16:creationId xmlns:a16="http://schemas.microsoft.com/office/drawing/2014/main" id="{5C5AD55B-254D-41BC-82DC-115327567ED9}"/>
                  </a:ext>
                </a:extLst>
              </p:cNvPr>
              <p:cNvSpPr/>
              <p:nvPr/>
            </p:nvSpPr>
            <p:spPr>
              <a:xfrm>
                <a:off x="1093685" y="2077986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90" h="46989">
                    <a:moveTo>
                      <a:pt x="23329" y="46761"/>
                    </a:moveTo>
                    <a:lnTo>
                      <a:pt x="29159" y="46761"/>
                    </a:lnTo>
                    <a:lnTo>
                      <a:pt x="35572" y="43840"/>
                    </a:lnTo>
                    <a:lnTo>
                      <a:pt x="39662" y="39751"/>
                    </a:lnTo>
                    <a:lnTo>
                      <a:pt x="44322" y="35077"/>
                    </a:lnTo>
                    <a:lnTo>
                      <a:pt x="46659" y="29235"/>
                    </a:lnTo>
                    <a:lnTo>
                      <a:pt x="46659" y="23380"/>
                    </a:lnTo>
                    <a:lnTo>
                      <a:pt x="46659" y="16954"/>
                    </a:lnTo>
                    <a:lnTo>
                      <a:pt x="44322" y="11112"/>
                    </a:lnTo>
                    <a:lnTo>
                      <a:pt x="39662" y="6438"/>
                    </a:lnTo>
                    <a:lnTo>
                      <a:pt x="35572" y="2336"/>
                    </a:lnTo>
                    <a:lnTo>
                      <a:pt x="29159" y="0"/>
                    </a:lnTo>
                    <a:lnTo>
                      <a:pt x="23329" y="0"/>
                    </a:lnTo>
                    <a:lnTo>
                      <a:pt x="16916" y="0"/>
                    </a:lnTo>
                    <a:lnTo>
                      <a:pt x="11074" y="2336"/>
                    </a:lnTo>
                    <a:lnTo>
                      <a:pt x="6997" y="6438"/>
                    </a:lnTo>
                    <a:lnTo>
                      <a:pt x="2324" y="11112"/>
                    </a:lnTo>
                    <a:lnTo>
                      <a:pt x="0" y="16954"/>
                    </a:lnTo>
                    <a:lnTo>
                      <a:pt x="0" y="23380"/>
                    </a:lnTo>
                    <a:lnTo>
                      <a:pt x="0" y="29235"/>
                    </a:lnTo>
                    <a:lnTo>
                      <a:pt x="2324" y="35077"/>
                    </a:lnTo>
                    <a:lnTo>
                      <a:pt x="6997" y="39751"/>
                    </a:lnTo>
                    <a:lnTo>
                      <a:pt x="11074" y="43840"/>
                    </a:lnTo>
                    <a:lnTo>
                      <a:pt x="16916" y="46761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</p:grpSp>
        <p:grpSp>
          <p:nvGrpSpPr>
            <p:cNvPr id="10" name="object 310">
              <a:extLst>
                <a:ext uri="{FF2B5EF4-FFF2-40B4-BE49-F238E27FC236}">
                  <a16:creationId xmlns:a16="http://schemas.microsoft.com/office/drawing/2014/main" id="{C257D4C4-AFD0-4EC7-AFDB-AA31236DAD59}"/>
                </a:ext>
              </a:extLst>
            </p:cNvPr>
            <p:cNvGrpSpPr/>
            <p:nvPr/>
          </p:nvGrpSpPr>
          <p:grpSpPr>
            <a:xfrm>
              <a:off x="1471079" y="2024214"/>
              <a:ext cx="802640" cy="145415"/>
              <a:chOff x="1471079" y="2024214"/>
              <a:chExt cx="802640" cy="145415"/>
            </a:xfrm>
          </p:grpSpPr>
        </p:grpSp>
        <p:grpSp>
          <p:nvGrpSpPr>
            <p:cNvPr id="11" name="object 338">
              <a:extLst>
                <a:ext uri="{FF2B5EF4-FFF2-40B4-BE49-F238E27FC236}">
                  <a16:creationId xmlns:a16="http://schemas.microsoft.com/office/drawing/2014/main" id="{CE8C2BEE-6B9C-4CE2-A18C-3F7804FF0A6D}"/>
                </a:ext>
              </a:extLst>
            </p:cNvPr>
            <p:cNvGrpSpPr/>
            <p:nvPr/>
          </p:nvGrpSpPr>
          <p:grpSpPr>
            <a:xfrm>
              <a:off x="3740696" y="2064257"/>
              <a:ext cx="373380" cy="73660"/>
              <a:chOff x="3740696" y="2064257"/>
              <a:chExt cx="373380" cy="73660"/>
            </a:xfrm>
          </p:grpSpPr>
          <p:sp>
            <p:nvSpPr>
              <p:cNvPr id="12" name="object 339">
                <a:extLst>
                  <a:ext uri="{FF2B5EF4-FFF2-40B4-BE49-F238E27FC236}">
                    <a16:creationId xmlns:a16="http://schemas.microsoft.com/office/drawing/2014/main" id="{C78C6099-F344-4917-88D6-ED5F099D2021}"/>
                  </a:ext>
                </a:extLst>
              </p:cNvPr>
              <p:cNvSpPr/>
              <p:nvPr/>
            </p:nvSpPr>
            <p:spPr>
              <a:xfrm>
                <a:off x="3740696" y="2101367"/>
                <a:ext cx="3733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73379">
                    <a:moveTo>
                      <a:pt x="0" y="0"/>
                    </a:moveTo>
                    <a:lnTo>
                      <a:pt x="186651" y="0"/>
                    </a:lnTo>
                    <a:lnTo>
                      <a:pt x="373303" y="0"/>
                    </a:lnTo>
                  </a:path>
                </a:pathLst>
              </a:custGeom>
              <a:ln w="23355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pic>
            <p:nvPicPr>
              <p:cNvPr id="13" name="object 340">
                <a:extLst>
                  <a:ext uri="{FF2B5EF4-FFF2-40B4-BE49-F238E27FC236}">
                    <a16:creationId xmlns:a16="http://schemas.microsoft.com/office/drawing/2014/main" id="{A6FE5D68-BA8C-4AA1-9E13-FA096F942712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890302" y="2064257"/>
                <a:ext cx="73507" cy="73647"/>
              </a:xfrm>
              <a:prstGeom prst="rect">
                <a:avLst/>
              </a:prstGeom>
            </p:spPr>
          </p:pic>
        </p:grpSp>
        <p:grpSp>
          <p:nvGrpSpPr>
            <p:cNvPr id="14" name="object 341">
              <a:extLst>
                <a:ext uri="{FF2B5EF4-FFF2-40B4-BE49-F238E27FC236}">
                  <a16:creationId xmlns:a16="http://schemas.microsoft.com/office/drawing/2014/main" id="{849A170D-B82C-4388-9847-D59728A73523}"/>
                </a:ext>
              </a:extLst>
            </p:cNvPr>
            <p:cNvGrpSpPr/>
            <p:nvPr/>
          </p:nvGrpSpPr>
          <p:grpSpPr>
            <a:xfrm>
              <a:off x="4281411" y="2027720"/>
              <a:ext cx="1304925" cy="177800"/>
              <a:chOff x="4281411" y="2027720"/>
              <a:chExt cx="1304925" cy="177800"/>
            </a:xfrm>
          </p:grpSpPr>
        </p:grpSp>
        <p:sp>
          <p:nvSpPr>
            <p:cNvPr id="15" name="TextBox 723">
              <a:extLst>
                <a:ext uri="{FF2B5EF4-FFF2-40B4-BE49-F238E27FC236}">
                  <a16:creationId xmlns:a16="http://schemas.microsoft.com/office/drawing/2014/main" id="{E6071864-057C-42D6-850B-8BAB7AC50AC8}"/>
                </a:ext>
              </a:extLst>
            </p:cNvPr>
            <p:cNvSpPr txBox="1"/>
            <p:nvPr/>
          </p:nvSpPr>
          <p:spPr>
            <a:xfrm>
              <a:off x="7509485" y="2114631"/>
              <a:ext cx="2981617" cy="29935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dirty="0">
                  <a:cs typeface="Times New Roman"/>
                </a:rPr>
                <a:t>(4KB allocation granularity)</a:t>
              </a:r>
            </a:p>
          </p:txBody>
        </p:sp>
        <p:grpSp>
          <p:nvGrpSpPr>
            <p:cNvPr id="20" name="object 594">
              <a:extLst>
                <a:ext uri="{FF2B5EF4-FFF2-40B4-BE49-F238E27FC236}">
                  <a16:creationId xmlns:a16="http://schemas.microsoft.com/office/drawing/2014/main" id="{04612B65-DB9D-4A5A-BD86-2230F01F344D}"/>
                </a:ext>
              </a:extLst>
            </p:cNvPr>
            <p:cNvGrpSpPr/>
            <p:nvPr/>
          </p:nvGrpSpPr>
          <p:grpSpPr>
            <a:xfrm>
              <a:off x="7214755" y="2062607"/>
              <a:ext cx="787400" cy="141605"/>
              <a:chOff x="7214755" y="2062607"/>
              <a:chExt cx="787400" cy="141605"/>
            </a:xfrm>
          </p:grpSpPr>
        </p:grpSp>
        <p:grpSp>
          <p:nvGrpSpPr>
            <p:cNvPr id="24" name="object 623">
              <a:extLst>
                <a:ext uri="{FF2B5EF4-FFF2-40B4-BE49-F238E27FC236}">
                  <a16:creationId xmlns:a16="http://schemas.microsoft.com/office/drawing/2014/main" id="{EEED4223-7302-4004-9425-9A689383A4D9}"/>
                </a:ext>
              </a:extLst>
            </p:cNvPr>
            <p:cNvGrpSpPr/>
            <p:nvPr/>
          </p:nvGrpSpPr>
          <p:grpSpPr>
            <a:xfrm>
              <a:off x="9973526" y="2065464"/>
              <a:ext cx="1281430" cy="174625"/>
              <a:chOff x="9973526" y="2065464"/>
              <a:chExt cx="1281430" cy="174625"/>
            </a:xfrm>
          </p:grpSpPr>
        </p:grpSp>
        <p:grpSp>
          <p:nvGrpSpPr>
            <p:cNvPr id="25" name="object 317">
              <a:extLst>
                <a:ext uri="{FF2B5EF4-FFF2-40B4-BE49-F238E27FC236}">
                  <a16:creationId xmlns:a16="http://schemas.microsoft.com/office/drawing/2014/main" id="{69465A56-08E6-4E41-880F-33F9B9F74B21}"/>
                </a:ext>
              </a:extLst>
            </p:cNvPr>
            <p:cNvGrpSpPr/>
            <p:nvPr/>
          </p:nvGrpSpPr>
          <p:grpSpPr>
            <a:xfrm>
              <a:off x="930351" y="2348312"/>
              <a:ext cx="373380" cy="54610"/>
              <a:chOff x="930351" y="2348312"/>
              <a:chExt cx="373380" cy="54610"/>
            </a:xfrm>
          </p:grpSpPr>
          <p:sp>
            <p:nvSpPr>
              <p:cNvPr id="26" name="object 318">
                <a:extLst>
                  <a:ext uri="{FF2B5EF4-FFF2-40B4-BE49-F238E27FC236}">
                    <a16:creationId xmlns:a16="http://schemas.microsoft.com/office/drawing/2014/main" id="{79D492A3-A349-47C7-B3C6-B7BD94844F2C}"/>
                  </a:ext>
                </a:extLst>
              </p:cNvPr>
              <p:cNvSpPr/>
              <p:nvPr/>
            </p:nvSpPr>
            <p:spPr>
              <a:xfrm>
                <a:off x="930351" y="2375509"/>
                <a:ext cx="3733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73380">
                    <a:moveTo>
                      <a:pt x="0" y="0"/>
                    </a:moveTo>
                    <a:lnTo>
                      <a:pt x="186664" y="0"/>
                    </a:lnTo>
                    <a:lnTo>
                      <a:pt x="373316" y="0"/>
                    </a:lnTo>
                  </a:path>
                </a:pathLst>
              </a:custGeom>
              <a:ln w="23355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7" name="object 319">
                <a:extLst>
                  <a:ext uri="{FF2B5EF4-FFF2-40B4-BE49-F238E27FC236}">
                    <a16:creationId xmlns:a16="http://schemas.microsoft.com/office/drawing/2014/main" id="{D843A189-BA24-463F-ABC1-C55615EFB660}"/>
                  </a:ext>
                </a:extLst>
              </p:cNvPr>
              <p:cNvSpPr/>
              <p:nvPr/>
            </p:nvSpPr>
            <p:spPr>
              <a:xfrm>
                <a:off x="1093685" y="235212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90" h="46989">
                    <a:moveTo>
                      <a:pt x="46659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59" y="0"/>
                    </a:lnTo>
                    <a:lnTo>
                      <a:pt x="46659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8" name="object 320">
                <a:extLst>
                  <a:ext uri="{FF2B5EF4-FFF2-40B4-BE49-F238E27FC236}">
                    <a16:creationId xmlns:a16="http://schemas.microsoft.com/office/drawing/2014/main" id="{53D3A4FA-69A9-4567-BE3B-0DCACA3FF58E}"/>
                  </a:ext>
                </a:extLst>
              </p:cNvPr>
              <p:cNvSpPr/>
              <p:nvPr/>
            </p:nvSpPr>
            <p:spPr>
              <a:xfrm>
                <a:off x="1093685" y="235212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90" h="46989">
                    <a:moveTo>
                      <a:pt x="0" y="46761"/>
                    </a:moveTo>
                    <a:lnTo>
                      <a:pt x="46659" y="46761"/>
                    </a:lnTo>
                    <a:lnTo>
                      <a:pt x="46659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</p:grpSp>
        <p:grpSp>
          <p:nvGrpSpPr>
            <p:cNvPr id="29" name="object 321">
              <a:extLst>
                <a:ext uri="{FF2B5EF4-FFF2-40B4-BE49-F238E27FC236}">
                  <a16:creationId xmlns:a16="http://schemas.microsoft.com/office/drawing/2014/main" id="{89AAFDED-0C44-498F-8A07-814389964787}"/>
                </a:ext>
              </a:extLst>
            </p:cNvPr>
            <p:cNvGrpSpPr/>
            <p:nvPr/>
          </p:nvGrpSpPr>
          <p:grpSpPr>
            <a:xfrm>
              <a:off x="1471079" y="2298941"/>
              <a:ext cx="1878964" cy="181610"/>
              <a:chOff x="1471079" y="2298941"/>
              <a:chExt cx="1878964" cy="181610"/>
            </a:xfrm>
          </p:grpSpPr>
        </p:grpSp>
        <p:grpSp>
          <p:nvGrpSpPr>
            <p:cNvPr id="30" name="object 351">
              <a:extLst>
                <a:ext uri="{FF2B5EF4-FFF2-40B4-BE49-F238E27FC236}">
                  <a16:creationId xmlns:a16="http://schemas.microsoft.com/office/drawing/2014/main" id="{1827CAD7-BD6E-4A38-8161-3D2799AEA96F}"/>
                </a:ext>
              </a:extLst>
            </p:cNvPr>
            <p:cNvGrpSpPr/>
            <p:nvPr/>
          </p:nvGrpSpPr>
          <p:grpSpPr>
            <a:xfrm>
              <a:off x="3740696" y="2348331"/>
              <a:ext cx="373380" cy="54610"/>
              <a:chOff x="3740696" y="2348331"/>
              <a:chExt cx="373380" cy="54610"/>
            </a:xfrm>
          </p:grpSpPr>
          <p:sp>
            <p:nvSpPr>
              <p:cNvPr id="31" name="object 352">
                <a:extLst>
                  <a:ext uri="{FF2B5EF4-FFF2-40B4-BE49-F238E27FC236}">
                    <a16:creationId xmlns:a16="http://schemas.microsoft.com/office/drawing/2014/main" id="{227CA5DB-D50A-49BC-A8B7-7DA8C4422809}"/>
                  </a:ext>
                </a:extLst>
              </p:cNvPr>
              <p:cNvSpPr/>
              <p:nvPr/>
            </p:nvSpPr>
            <p:spPr>
              <a:xfrm>
                <a:off x="3740696" y="2375509"/>
                <a:ext cx="3733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73379">
                    <a:moveTo>
                      <a:pt x="0" y="0"/>
                    </a:moveTo>
                    <a:lnTo>
                      <a:pt x="186651" y="0"/>
                    </a:lnTo>
                    <a:lnTo>
                      <a:pt x="373303" y="0"/>
                    </a:lnTo>
                  </a:path>
                </a:pathLst>
              </a:custGeom>
              <a:ln w="23355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2" name="object 353">
                <a:extLst>
                  <a:ext uri="{FF2B5EF4-FFF2-40B4-BE49-F238E27FC236}">
                    <a16:creationId xmlns:a16="http://schemas.microsoft.com/office/drawing/2014/main" id="{1C68AE7F-CAB9-4CAD-9396-BB1B66E87EA2}"/>
                  </a:ext>
                </a:extLst>
              </p:cNvPr>
              <p:cNvSpPr/>
              <p:nvPr/>
            </p:nvSpPr>
            <p:spPr>
              <a:xfrm>
                <a:off x="3904018" y="235212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0" y="0"/>
                    </a:lnTo>
                    <a:lnTo>
                      <a:pt x="46659" y="0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3" name="object 354">
                <a:extLst>
                  <a:ext uri="{FF2B5EF4-FFF2-40B4-BE49-F238E27FC236}">
                    <a16:creationId xmlns:a16="http://schemas.microsoft.com/office/drawing/2014/main" id="{D1A90762-CE4C-4B14-9FEB-1CBA25C3FB07}"/>
                  </a:ext>
                </a:extLst>
              </p:cNvPr>
              <p:cNvSpPr/>
              <p:nvPr/>
            </p:nvSpPr>
            <p:spPr>
              <a:xfrm>
                <a:off x="3904018" y="235212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46659" y="0"/>
                    </a:lnTo>
                    <a:lnTo>
                      <a:pt x="0" y="0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</p:grpSp>
        <p:grpSp>
          <p:nvGrpSpPr>
            <p:cNvPr id="34" name="object 355">
              <a:extLst>
                <a:ext uri="{FF2B5EF4-FFF2-40B4-BE49-F238E27FC236}">
                  <a16:creationId xmlns:a16="http://schemas.microsoft.com/office/drawing/2014/main" id="{58F332E1-8D9B-4EDE-A8DA-F4CB6EB70454}"/>
                </a:ext>
              </a:extLst>
            </p:cNvPr>
            <p:cNvGrpSpPr/>
            <p:nvPr/>
          </p:nvGrpSpPr>
          <p:grpSpPr>
            <a:xfrm>
              <a:off x="4273829" y="2298941"/>
              <a:ext cx="1476375" cy="145415"/>
              <a:chOff x="4273829" y="2298941"/>
              <a:chExt cx="1476375" cy="145415"/>
            </a:xfrm>
          </p:grpSpPr>
        </p:grpSp>
        <p:grpSp>
          <p:nvGrpSpPr>
            <p:cNvPr id="39" name="object 605">
              <a:extLst>
                <a:ext uri="{FF2B5EF4-FFF2-40B4-BE49-F238E27FC236}">
                  <a16:creationId xmlns:a16="http://schemas.microsoft.com/office/drawing/2014/main" id="{E906B7AF-D545-490D-9C5D-15602B525691}"/>
                </a:ext>
              </a:extLst>
            </p:cNvPr>
            <p:cNvGrpSpPr/>
            <p:nvPr/>
          </p:nvGrpSpPr>
          <p:grpSpPr>
            <a:xfrm>
              <a:off x="7214755" y="2331453"/>
              <a:ext cx="1844675" cy="177800"/>
              <a:chOff x="7214755" y="2331453"/>
              <a:chExt cx="1844675" cy="177800"/>
            </a:xfrm>
          </p:grpSpPr>
        </p:grpSp>
        <p:grpSp>
          <p:nvGrpSpPr>
            <p:cNvPr id="44" name="object 637">
              <a:extLst>
                <a:ext uri="{FF2B5EF4-FFF2-40B4-BE49-F238E27FC236}">
                  <a16:creationId xmlns:a16="http://schemas.microsoft.com/office/drawing/2014/main" id="{63BA35F1-1C50-480F-BA7E-927879B1B656}"/>
                </a:ext>
              </a:extLst>
            </p:cNvPr>
            <p:cNvGrpSpPr/>
            <p:nvPr/>
          </p:nvGrpSpPr>
          <p:grpSpPr>
            <a:xfrm>
              <a:off x="9965499" y="2331453"/>
              <a:ext cx="1449705" cy="142240"/>
              <a:chOff x="9965499" y="2331453"/>
              <a:chExt cx="1449705" cy="142240"/>
            </a:xfrm>
          </p:grpSpPr>
        </p:grpSp>
        <p:grpSp>
          <p:nvGrpSpPr>
            <p:cNvPr id="45" name="object 4">
              <a:extLst>
                <a:ext uri="{FF2B5EF4-FFF2-40B4-BE49-F238E27FC236}">
                  <a16:creationId xmlns:a16="http://schemas.microsoft.com/office/drawing/2014/main" id="{FEEE61AE-3357-482D-BA70-74FBDB1507A4}"/>
                </a:ext>
              </a:extLst>
            </p:cNvPr>
            <p:cNvGrpSpPr/>
            <p:nvPr/>
          </p:nvGrpSpPr>
          <p:grpSpPr>
            <a:xfrm>
              <a:off x="449719" y="2623921"/>
              <a:ext cx="2648585" cy="1789430"/>
              <a:chOff x="449719" y="2623921"/>
              <a:chExt cx="2648585" cy="1789430"/>
            </a:xfrm>
          </p:grpSpPr>
          <p:sp>
            <p:nvSpPr>
              <p:cNvPr id="46" name="object 20">
                <a:extLst>
                  <a:ext uri="{FF2B5EF4-FFF2-40B4-BE49-F238E27FC236}">
                    <a16:creationId xmlns:a16="http://schemas.microsoft.com/office/drawing/2014/main" id="{0E7B10DD-1F31-4A4A-A60D-07C6198DA9C7}"/>
                  </a:ext>
                </a:extLst>
              </p:cNvPr>
              <p:cNvSpPr/>
              <p:nvPr/>
            </p:nvSpPr>
            <p:spPr>
              <a:xfrm>
                <a:off x="853947" y="3734498"/>
                <a:ext cx="279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940">
                    <a:moveTo>
                      <a:pt x="27406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47" name="object 21">
                <a:extLst>
                  <a:ext uri="{FF2B5EF4-FFF2-40B4-BE49-F238E27FC236}">
                    <a16:creationId xmlns:a16="http://schemas.microsoft.com/office/drawing/2014/main" id="{9FDECDF8-4C5E-4871-BE73-DA50F7914F40}"/>
                  </a:ext>
                </a:extLst>
              </p:cNvPr>
              <p:cNvSpPr/>
              <p:nvPr/>
            </p:nvSpPr>
            <p:spPr>
              <a:xfrm>
                <a:off x="853947" y="3734498"/>
                <a:ext cx="279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940">
                    <a:moveTo>
                      <a:pt x="27406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48" name="object 23">
                <a:extLst>
                  <a:ext uri="{FF2B5EF4-FFF2-40B4-BE49-F238E27FC236}">
                    <a16:creationId xmlns:a16="http://schemas.microsoft.com/office/drawing/2014/main" id="{8D10C3C2-CE62-40CE-A1A3-549D3F9B38E2}"/>
                  </a:ext>
                </a:extLst>
              </p:cNvPr>
              <p:cNvSpPr/>
              <p:nvPr/>
            </p:nvSpPr>
            <p:spPr>
              <a:xfrm>
                <a:off x="853947" y="3287928"/>
                <a:ext cx="279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940">
                    <a:moveTo>
                      <a:pt x="27406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49" name="object 24">
                <a:extLst>
                  <a:ext uri="{FF2B5EF4-FFF2-40B4-BE49-F238E27FC236}">
                    <a16:creationId xmlns:a16="http://schemas.microsoft.com/office/drawing/2014/main" id="{A890AE4C-CF1D-4930-8327-EF95A984E4F8}"/>
                  </a:ext>
                </a:extLst>
              </p:cNvPr>
              <p:cNvSpPr/>
              <p:nvPr/>
            </p:nvSpPr>
            <p:spPr>
              <a:xfrm>
                <a:off x="853947" y="3287928"/>
                <a:ext cx="279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940">
                    <a:moveTo>
                      <a:pt x="27406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0" name="object 26">
                <a:extLst>
                  <a:ext uri="{FF2B5EF4-FFF2-40B4-BE49-F238E27FC236}">
                    <a16:creationId xmlns:a16="http://schemas.microsoft.com/office/drawing/2014/main" id="{708298A3-AE37-410B-9D3E-433AA50E8E9B}"/>
                  </a:ext>
                </a:extLst>
              </p:cNvPr>
              <p:cNvSpPr/>
              <p:nvPr/>
            </p:nvSpPr>
            <p:spPr>
              <a:xfrm>
                <a:off x="853947" y="2841358"/>
                <a:ext cx="279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940">
                    <a:moveTo>
                      <a:pt x="27406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1" name="object 27">
                <a:extLst>
                  <a:ext uri="{FF2B5EF4-FFF2-40B4-BE49-F238E27FC236}">
                    <a16:creationId xmlns:a16="http://schemas.microsoft.com/office/drawing/2014/main" id="{C781D4B4-C946-4273-83A6-F1DD83BAAF5B}"/>
                  </a:ext>
                </a:extLst>
              </p:cNvPr>
              <p:cNvSpPr/>
              <p:nvPr/>
            </p:nvSpPr>
            <p:spPr>
              <a:xfrm>
                <a:off x="853947" y="2841358"/>
                <a:ext cx="279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940">
                    <a:moveTo>
                      <a:pt x="27406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2" name="object 31">
                <a:extLst>
                  <a:ext uri="{FF2B5EF4-FFF2-40B4-BE49-F238E27FC236}">
                    <a16:creationId xmlns:a16="http://schemas.microsoft.com/office/drawing/2014/main" id="{960C57DA-9037-463A-9C47-24B04F8709D2}"/>
                  </a:ext>
                </a:extLst>
              </p:cNvPr>
              <p:cNvSpPr/>
              <p:nvPr/>
            </p:nvSpPr>
            <p:spPr>
              <a:xfrm>
                <a:off x="881354" y="3952519"/>
                <a:ext cx="2173605" cy="71120"/>
              </a:xfrm>
              <a:custGeom>
                <a:avLst/>
                <a:gdLst/>
                <a:ahLst/>
                <a:cxnLst/>
                <a:rect l="l" t="t" r="r" b="b"/>
                <a:pathLst>
                  <a:path w="2173605" h="71120">
                    <a:moveTo>
                      <a:pt x="0" y="11099"/>
                    </a:moveTo>
                    <a:lnTo>
                      <a:pt x="241490" y="70726"/>
                    </a:lnTo>
                    <a:lnTo>
                      <a:pt x="482981" y="70142"/>
                    </a:lnTo>
                    <a:lnTo>
                      <a:pt x="724458" y="64871"/>
                    </a:lnTo>
                    <a:lnTo>
                      <a:pt x="965949" y="53771"/>
                    </a:lnTo>
                    <a:lnTo>
                      <a:pt x="1207439" y="21043"/>
                    </a:lnTo>
                    <a:lnTo>
                      <a:pt x="1448917" y="23964"/>
                    </a:lnTo>
                    <a:lnTo>
                      <a:pt x="1690408" y="24549"/>
                    </a:lnTo>
                    <a:lnTo>
                      <a:pt x="1931885" y="12852"/>
                    </a:lnTo>
                    <a:lnTo>
                      <a:pt x="2173376" y="0"/>
                    </a:lnTo>
                  </a:path>
                </a:pathLst>
              </a:custGeom>
              <a:ln w="23355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3" name="object 32">
                <a:extLst>
                  <a:ext uri="{FF2B5EF4-FFF2-40B4-BE49-F238E27FC236}">
                    <a16:creationId xmlns:a16="http://schemas.microsoft.com/office/drawing/2014/main" id="{43B97134-341F-455F-AD20-54D49D803343}"/>
                  </a:ext>
                </a:extLst>
              </p:cNvPr>
              <p:cNvSpPr/>
              <p:nvPr/>
            </p:nvSpPr>
            <p:spPr>
              <a:xfrm>
                <a:off x="881354" y="3940238"/>
                <a:ext cx="2349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3494" h="46989">
                    <a:moveTo>
                      <a:pt x="5842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5842" y="0"/>
                    </a:lnTo>
                    <a:lnTo>
                      <a:pt x="12255" y="2921"/>
                    </a:lnTo>
                    <a:lnTo>
                      <a:pt x="21005" y="11696"/>
                    </a:lnTo>
                    <a:lnTo>
                      <a:pt x="23342" y="17538"/>
                    </a:lnTo>
                    <a:lnTo>
                      <a:pt x="23342" y="29806"/>
                    </a:lnTo>
                    <a:lnTo>
                      <a:pt x="21005" y="35661"/>
                    </a:lnTo>
                    <a:lnTo>
                      <a:pt x="12255" y="44424"/>
                    </a:lnTo>
                    <a:lnTo>
                      <a:pt x="5842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4" name="object 33">
                <a:extLst>
                  <a:ext uri="{FF2B5EF4-FFF2-40B4-BE49-F238E27FC236}">
                    <a16:creationId xmlns:a16="http://schemas.microsoft.com/office/drawing/2014/main" id="{4789837E-8D9C-432D-89D2-6DC0924AC24E}"/>
                  </a:ext>
                </a:extLst>
              </p:cNvPr>
              <p:cNvSpPr/>
              <p:nvPr/>
            </p:nvSpPr>
            <p:spPr>
              <a:xfrm>
                <a:off x="881354" y="3940238"/>
                <a:ext cx="2349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3494" h="46989">
                    <a:moveTo>
                      <a:pt x="0" y="46761"/>
                    </a:moveTo>
                    <a:lnTo>
                      <a:pt x="5842" y="46761"/>
                    </a:lnTo>
                    <a:lnTo>
                      <a:pt x="12255" y="44424"/>
                    </a:lnTo>
                    <a:lnTo>
                      <a:pt x="16332" y="40335"/>
                    </a:lnTo>
                    <a:lnTo>
                      <a:pt x="21005" y="35661"/>
                    </a:lnTo>
                    <a:lnTo>
                      <a:pt x="23342" y="29806"/>
                    </a:lnTo>
                    <a:lnTo>
                      <a:pt x="23342" y="23380"/>
                    </a:lnTo>
                    <a:lnTo>
                      <a:pt x="23342" y="17538"/>
                    </a:lnTo>
                    <a:lnTo>
                      <a:pt x="21005" y="11696"/>
                    </a:lnTo>
                    <a:lnTo>
                      <a:pt x="16332" y="7010"/>
                    </a:lnTo>
                    <a:lnTo>
                      <a:pt x="12255" y="2921"/>
                    </a:lnTo>
                    <a:lnTo>
                      <a:pt x="5842" y="0"/>
                    </a:lnTo>
                    <a:lnTo>
                      <a:pt x="0" y="0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5" name="object 34">
                <a:extLst>
                  <a:ext uri="{FF2B5EF4-FFF2-40B4-BE49-F238E27FC236}">
                    <a16:creationId xmlns:a16="http://schemas.microsoft.com/office/drawing/2014/main" id="{F1050B58-C3A6-454C-B834-CCC201192240}"/>
                  </a:ext>
                </a:extLst>
              </p:cNvPr>
              <p:cNvSpPr/>
              <p:nvPr/>
            </p:nvSpPr>
            <p:spPr>
              <a:xfrm>
                <a:off x="1099515" y="3999865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90" h="46989">
                    <a:moveTo>
                      <a:pt x="29159" y="46761"/>
                    </a:moveTo>
                    <a:lnTo>
                      <a:pt x="23329" y="46761"/>
                    </a:lnTo>
                    <a:lnTo>
                      <a:pt x="16916" y="46761"/>
                    </a:lnTo>
                    <a:lnTo>
                      <a:pt x="11087" y="44424"/>
                    </a:lnTo>
                    <a:lnTo>
                      <a:pt x="6997" y="39738"/>
                    </a:lnTo>
                    <a:lnTo>
                      <a:pt x="2336" y="35648"/>
                    </a:lnTo>
                    <a:lnTo>
                      <a:pt x="0" y="29222"/>
                    </a:lnTo>
                    <a:lnTo>
                      <a:pt x="0" y="16941"/>
                    </a:lnTo>
                    <a:lnTo>
                      <a:pt x="2336" y="11099"/>
                    </a:lnTo>
                    <a:lnTo>
                      <a:pt x="11087" y="2336"/>
                    </a:lnTo>
                    <a:lnTo>
                      <a:pt x="16916" y="0"/>
                    </a:lnTo>
                    <a:lnTo>
                      <a:pt x="29159" y="0"/>
                    </a:lnTo>
                    <a:lnTo>
                      <a:pt x="35585" y="2336"/>
                    </a:lnTo>
                    <a:lnTo>
                      <a:pt x="44323" y="11099"/>
                    </a:lnTo>
                    <a:lnTo>
                      <a:pt x="46659" y="16941"/>
                    </a:lnTo>
                    <a:lnTo>
                      <a:pt x="46659" y="29222"/>
                    </a:lnTo>
                    <a:lnTo>
                      <a:pt x="44323" y="35648"/>
                    </a:lnTo>
                    <a:lnTo>
                      <a:pt x="39662" y="39738"/>
                    </a:lnTo>
                    <a:lnTo>
                      <a:pt x="35585" y="44424"/>
                    </a:lnTo>
                    <a:lnTo>
                      <a:pt x="29159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6" name="object 35">
                <a:extLst>
                  <a:ext uri="{FF2B5EF4-FFF2-40B4-BE49-F238E27FC236}">
                    <a16:creationId xmlns:a16="http://schemas.microsoft.com/office/drawing/2014/main" id="{59143966-C4AF-4088-B196-1AA81EB24388}"/>
                  </a:ext>
                </a:extLst>
              </p:cNvPr>
              <p:cNvSpPr/>
              <p:nvPr/>
            </p:nvSpPr>
            <p:spPr>
              <a:xfrm>
                <a:off x="1099515" y="3999865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90" h="46989">
                    <a:moveTo>
                      <a:pt x="23329" y="46761"/>
                    </a:moveTo>
                    <a:lnTo>
                      <a:pt x="29159" y="46761"/>
                    </a:lnTo>
                    <a:lnTo>
                      <a:pt x="35585" y="44424"/>
                    </a:lnTo>
                    <a:lnTo>
                      <a:pt x="39662" y="39738"/>
                    </a:lnTo>
                    <a:lnTo>
                      <a:pt x="44323" y="35648"/>
                    </a:lnTo>
                    <a:lnTo>
                      <a:pt x="46659" y="29222"/>
                    </a:lnTo>
                    <a:lnTo>
                      <a:pt x="46659" y="23380"/>
                    </a:lnTo>
                    <a:lnTo>
                      <a:pt x="46659" y="16941"/>
                    </a:lnTo>
                    <a:lnTo>
                      <a:pt x="44323" y="11099"/>
                    </a:lnTo>
                    <a:lnTo>
                      <a:pt x="39662" y="6426"/>
                    </a:lnTo>
                    <a:lnTo>
                      <a:pt x="35585" y="2336"/>
                    </a:lnTo>
                    <a:lnTo>
                      <a:pt x="29159" y="0"/>
                    </a:lnTo>
                    <a:lnTo>
                      <a:pt x="23329" y="0"/>
                    </a:lnTo>
                    <a:lnTo>
                      <a:pt x="16916" y="0"/>
                    </a:lnTo>
                    <a:lnTo>
                      <a:pt x="11087" y="2336"/>
                    </a:lnTo>
                    <a:lnTo>
                      <a:pt x="6997" y="6426"/>
                    </a:lnTo>
                    <a:lnTo>
                      <a:pt x="2336" y="11099"/>
                    </a:lnTo>
                    <a:lnTo>
                      <a:pt x="0" y="16941"/>
                    </a:lnTo>
                    <a:lnTo>
                      <a:pt x="0" y="23380"/>
                    </a:lnTo>
                    <a:lnTo>
                      <a:pt x="0" y="29222"/>
                    </a:lnTo>
                    <a:lnTo>
                      <a:pt x="2336" y="35648"/>
                    </a:lnTo>
                    <a:lnTo>
                      <a:pt x="6997" y="39738"/>
                    </a:lnTo>
                    <a:lnTo>
                      <a:pt x="11087" y="44424"/>
                    </a:lnTo>
                    <a:lnTo>
                      <a:pt x="16916" y="46761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7" name="object 36">
                <a:extLst>
                  <a:ext uri="{FF2B5EF4-FFF2-40B4-BE49-F238E27FC236}">
                    <a16:creationId xmlns:a16="http://schemas.microsoft.com/office/drawing/2014/main" id="{F5FBEBBE-F8CC-4D60-8529-416750EF5DB0}"/>
                  </a:ext>
                </a:extLst>
              </p:cNvPr>
              <p:cNvSpPr/>
              <p:nvPr/>
            </p:nvSpPr>
            <p:spPr>
              <a:xfrm>
                <a:off x="1340993" y="3999280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90" h="46989">
                    <a:moveTo>
                      <a:pt x="29756" y="46761"/>
                    </a:moveTo>
                    <a:lnTo>
                      <a:pt x="23342" y="46761"/>
                    </a:lnTo>
                    <a:lnTo>
                      <a:pt x="16916" y="46761"/>
                    </a:lnTo>
                    <a:lnTo>
                      <a:pt x="11087" y="44411"/>
                    </a:lnTo>
                    <a:lnTo>
                      <a:pt x="2336" y="35648"/>
                    </a:lnTo>
                    <a:lnTo>
                      <a:pt x="0" y="29806"/>
                    </a:lnTo>
                    <a:lnTo>
                      <a:pt x="0" y="17525"/>
                    </a:lnTo>
                    <a:lnTo>
                      <a:pt x="2336" y="11684"/>
                    </a:lnTo>
                    <a:lnTo>
                      <a:pt x="11087" y="2921"/>
                    </a:lnTo>
                    <a:lnTo>
                      <a:pt x="16916" y="0"/>
                    </a:lnTo>
                    <a:lnTo>
                      <a:pt x="29756" y="0"/>
                    </a:lnTo>
                    <a:lnTo>
                      <a:pt x="35585" y="2921"/>
                    </a:lnTo>
                    <a:lnTo>
                      <a:pt x="44335" y="11684"/>
                    </a:lnTo>
                    <a:lnTo>
                      <a:pt x="46672" y="17525"/>
                    </a:lnTo>
                    <a:lnTo>
                      <a:pt x="46672" y="29806"/>
                    </a:lnTo>
                    <a:lnTo>
                      <a:pt x="44335" y="35648"/>
                    </a:lnTo>
                    <a:lnTo>
                      <a:pt x="35585" y="44411"/>
                    </a:lnTo>
                    <a:lnTo>
                      <a:pt x="29756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8" name="object 37">
                <a:extLst>
                  <a:ext uri="{FF2B5EF4-FFF2-40B4-BE49-F238E27FC236}">
                    <a16:creationId xmlns:a16="http://schemas.microsoft.com/office/drawing/2014/main" id="{7500A374-5552-4D6E-AFEF-6B91F4041F48}"/>
                  </a:ext>
                </a:extLst>
              </p:cNvPr>
              <p:cNvSpPr/>
              <p:nvPr/>
            </p:nvSpPr>
            <p:spPr>
              <a:xfrm>
                <a:off x="1340993" y="3999280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90" h="46989">
                    <a:moveTo>
                      <a:pt x="23342" y="46761"/>
                    </a:moveTo>
                    <a:lnTo>
                      <a:pt x="29756" y="46761"/>
                    </a:lnTo>
                    <a:lnTo>
                      <a:pt x="35585" y="44411"/>
                    </a:lnTo>
                    <a:lnTo>
                      <a:pt x="39674" y="40322"/>
                    </a:lnTo>
                    <a:lnTo>
                      <a:pt x="44335" y="35648"/>
                    </a:lnTo>
                    <a:lnTo>
                      <a:pt x="46672" y="29806"/>
                    </a:lnTo>
                    <a:lnTo>
                      <a:pt x="46672" y="23380"/>
                    </a:lnTo>
                    <a:lnTo>
                      <a:pt x="46672" y="17525"/>
                    </a:lnTo>
                    <a:lnTo>
                      <a:pt x="44335" y="11684"/>
                    </a:lnTo>
                    <a:lnTo>
                      <a:pt x="39674" y="7010"/>
                    </a:lnTo>
                    <a:lnTo>
                      <a:pt x="35585" y="2921"/>
                    </a:lnTo>
                    <a:lnTo>
                      <a:pt x="29756" y="0"/>
                    </a:lnTo>
                    <a:lnTo>
                      <a:pt x="23342" y="0"/>
                    </a:lnTo>
                    <a:lnTo>
                      <a:pt x="16916" y="0"/>
                    </a:lnTo>
                    <a:lnTo>
                      <a:pt x="11087" y="2921"/>
                    </a:lnTo>
                    <a:lnTo>
                      <a:pt x="7010" y="7010"/>
                    </a:lnTo>
                    <a:lnTo>
                      <a:pt x="2336" y="11684"/>
                    </a:lnTo>
                    <a:lnTo>
                      <a:pt x="0" y="17525"/>
                    </a:lnTo>
                    <a:lnTo>
                      <a:pt x="0" y="23380"/>
                    </a:lnTo>
                    <a:lnTo>
                      <a:pt x="0" y="29806"/>
                    </a:lnTo>
                    <a:lnTo>
                      <a:pt x="2336" y="35648"/>
                    </a:lnTo>
                    <a:lnTo>
                      <a:pt x="7010" y="40322"/>
                    </a:lnTo>
                    <a:lnTo>
                      <a:pt x="11087" y="44411"/>
                    </a:lnTo>
                    <a:lnTo>
                      <a:pt x="16916" y="46761"/>
                    </a:lnTo>
                    <a:lnTo>
                      <a:pt x="23342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9" name="object 38">
                <a:extLst>
                  <a:ext uri="{FF2B5EF4-FFF2-40B4-BE49-F238E27FC236}">
                    <a16:creationId xmlns:a16="http://schemas.microsoft.com/office/drawing/2014/main" id="{E8A3CC73-4C6A-4A07-8CC6-023E67504B64}"/>
                  </a:ext>
                </a:extLst>
              </p:cNvPr>
              <p:cNvSpPr/>
              <p:nvPr/>
            </p:nvSpPr>
            <p:spPr>
              <a:xfrm>
                <a:off x="1582483" y="3994010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9756" y="46761"/>
                    </a:moveTo>
                    <a:lnTo>
                      <a:pt x="23329" y="46761"/>
                    </a:lnTo>
                    <a:lnTo>
                      <a:pt x="16916" y="46761"/>
                    </a:lnTo>
                    <a:lnTo>
                      <a:pt x="11087" y="44424"/>
                    </a:lnTo>
                    <a:lnTo>
                      <a:pt x="6997" y="39751"/>
                    </a:lnTo>
                    <a:lnTo>
                      <a:pt x="2336" y="35661"/>
                    </a:lnTo>
                    <a:lnTo>
                      <a:pt x="0" y="29235"/>
                    </a:lnTo>
                    <a:lnTo>
                      <a:pt x="0" y="16954"/>
                    </a:lnTo>
                    <a:lnTo>
                      <a:pt x="2336" y="11112"/>
                    </a:lnTo>
                    <a:lnTo>
                      <a:pt x="6997" y="7023"/>
                    </a:lnTo>
                    <a:lnTo>
                      <a:pt x="11087" y="2349"/>
                    </a:lnTo>
                    <a:lnTo>
                      <a:pt x="16916" y="0"/>
                    </a:lnTo>
                    <a:lnTo>
                      <a:pt x="29756" y="0"/>
                    </a:lnTo>
                    <a:lnTo>
                      <a:pt x="35585" y="2349"/>
                    </a:lnTo>
                    <a:lnTo>
                      <a:pt x="39662" y="7023"/>
                    </a:lnTo>
                    <a:lnTo>
                      <a:pt x="44335" y="11112"/>
                    </a:lnTo>
                    <a:lnTo>
                      <a:pt x="46659" y="16954"/>
                    </a:lnTo>
                    <a:lnTo>
                      <a:pt x="46659" y="29235"/>
                    </a:lnTo>
                    <a:lnTo>
                      <a:pt x="44335" y="35661"/>
                    </a:lnTo>
                    <a:lnTo>
                      <a:pt x="39662" y="39751"/>
                    </a:lnTo>
                    <a:lnTo>
                      <a:pt x="35585" y="44424"/>
                    </a:lnTo>
                    <a:lnTo>
                      <a:pt x="29756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0" name="object 39">
                <a:extLst>
                  <a:ext uri="{FF2B5EF4-FFF2-40B4-BE49-F238E27FC236}">
                    <a16:creationId xmlns:a16="http://schemas.microsoft.com/office/drawing/2014/main" id="{836F2EA9-7EBB-4296-B4AC-B127C224CB9A}"/>
                  </a:ext>
                </a:extLst>
              </p:cNvPr>
              <p:cNvSpPr/>
              <p:nvPr/>
            </p:nvSpPr>
            <p:spPr>
              <a:xfrm>
                <a:off x="1582483" y="3994010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29756" y="46761"/>
                    </a:lnTo>
                    <a:lnTo>
                      <a:pt x="35585" y="44424"/>
                    </a:lnTo>
                    <a:lnTo>
                      <a:pt x="39662" y="39751"/>
                    </a:lnTo>
                    <a:lnTo>
                      <a:pt x="44335" y="35661"/>
                    </a:lnTo>
                    <a:lnTo>
                      <a:pt x="46659" y="29235"/>
                    </a:lnTo>
                    <a:lnTo>
                      <a:pt x="46659" y="23380"/>
                    </a:lnTo>
                    <a:lnTo>
                      <a:pt x="46659" y="16954"/>
                    </a:lnTo>
                    <a:lnTo>
                      <a:pt x="44335" y="11112"/>
                    </a:lnTo>
                    <a:lnTo>
                      <a:pt x="39662" y="7023"/>
                    </a:lnTo>
                    <a:lnTo>
                      <a:pt x="35585" y="2349"/>
                    </a:lnTo>
                    <a:lnTo>
                      <a:pt x="29756" y="0"/>
                    </a:lnTo>
                    <a:lnTo>
                      <a:pt x="23329" y="0"/>
                    </a:lnTo>
                    <a:lnTo>
                      <a:pt x="16916" y="0"/>
                    </a:lnTo>
                    <a:lnTo>
                      <a:pt x="11087" y="2349"/>
                    </a:lnTo>
                    <a:lnTo>
                      <a:pt x="6997" y="7023"/>
                    </a:lnTo>
                    <a:lnTo>
                      <a:pt x="2336" y="11112"/>
                    </a:lnTo>
                    <a:lnTo>
                      <a:pt x="0" y="16954"/>
                    </a:lnTo>
                    <a:lnTo>
                      <a:pt x="0" y="23380"/>
                    </a:lnTo>
                    <a:lnTo>
                      <a:pt x="0" y="29235"/>
                    </a:lnTo>
                    <a:lnTo>
                      <a:pt x="2336" y="35661"/>
                    </a:lnTo>
                    <a:lnTo>
                      <a:pt x="6997" y="39751"/>
                    </a:lnTo>
                    <a:lnTo>
                      <a:pt x="11087" y="44424"/>
                    </a:lnTo>
                    <a:lnTo>
                      <a:pt x="16916" y="46761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1" name="object 40">
                <a:extLst>
                  <a:ext uri="{FF2B5EF4-FFF2-40B4-BE49-F238E27FC236}">
                    <a16:creationId xmlns:a16="http://schemas.microsoft.com/office/drawing/2014/main" id="{34B4480A-CBEC-47DF-90F1-886060B16109}"/>
                  </a:ext>
                </a:extLst>
              </p:cNvPr>
              <p:cNvSpPr/>
              <p:nvPr/>
            </p:nvSpPr>
            <p:spPr>
              <a:xfrm>
                <a:off x="1823973" y="3982910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9743" y="46761"/>
                    </a:moveTo>
                    <a:lnTo>
                      <a:pt x="23329" y="46761"/>
                    </a:lnTo>
                    <a:lnTo>
                      <a:pt x="16916" y="46761"/>
                    </a:lnTo>
                    <a:lnTo>
                      <a:pt x="11074" y="44424"/>
                    </a:lnTo>
                    <a:lnTo>
                      <a:pt x="2324" y="35648"/>
                    </a:lnTo>
                    <a:lnTo>
                      <a:pt x="0" y="29806"/>
                    </a:lnTo>
                    <a:lnTo>
                      <a:pt x="0" y="17538"/>
                    </a:lnTo>
                    <a:lnTo>
                      <a:pt x="2324" y="11684"/>
                    </a:lnTo>
                    <a:lnTo>
                      <a:pt x="11074" y="2921"/>
                    </a:lnTo>
                    <a:lnTo>
                      <a:pt x="16916" y="0"/>
                    </a:lnTo>
                    <a:lnTo>
                      <a:pt x="29743" y="0"/>
                    </a:lnTo>
                    <a:lnTo>
                      <a:pt x="35572" y="2921"/>
                    </a:lnTo>
                    <a:lnTo>
                      <a:pt x="44323" y="11684"/>
                    </a:lnTo>
                    <a:lnTo>
                      <a:pt x="46659" y="17538"/>
                    </a:lnTo>
                    <a:lnTo>
                      <a:pt x="46659" y="29806"/>
                    </a:lnTo>
                    <a:lnTo>
                      <a:pt x="44323" y="35648"/>
                    </a:lnTo>
                    <a:lnTo>
                      <a:pt x="35572" y="44424"/>
                    </a:lnTo>
                    <a:lnTo>
                      <a:pt x="29743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2" name="object 41">
                <a:extLst>
                  <a:ext uri="{FF2B5EF4-FFF2-40B4-BE49-F238E27FC236}">
                    <a16:creationId xmlns:a16="http://schemas.microsoft.com/office/drawing/2014/main" id="{4893DFCF-1F86-422E-917F-A3E60DE6D47F}"/>
                  </a:ext>
                </a:extLst>
              </p:cNvPr>
              <p:cNvSpPr/>
              <p:nvPr/>
            </p:nvSpPr>
            <p:spPr>
              <a:xfrm>
                <a:off x="1823973" y="3982910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29743" y="46761"/>
                    </a:lnTo>
                    <a:lnTo>
                      <a:pt x="35572" y="44424"/>
                    </a:lnTo>
                    <a:lnTo>
                      <a:pt x="39662" y="40335"/>
                    </a:lnTo>
                    <a:lnTo>
                      <a:pt x="44323" y="35648"/>
                    </a:lnTo>
                    <a:lnTo>
                      <a:pt x="46659" y="29806"/>
                    </a:lnTo>
                    <a:lnTo>
                      <a:pt x="46659" y="23380"/>
                    </a:lnTo>
                    <a:lnTo>
                      <a:pt x="46659" y="17538"/>
                    </a:lnTo>
                    <a:lnTo>
                      <a:pt x="44323" y="11684"/>
                    </a:lnTo>
                    <a:lnTo>
                      <a:pt x="39662" y="7010"/>
                    </a:lnTo>
                    <a:lnTo>
                      <a:pt x="35572" y="2921"/>
                    </a:lnTo>
                    <a:lnTo>
                      <a:pt x="29743" y="0"/>
                    </a:lnTo>
                    <a:lnTo>
                      <a:pt x="23329" y="0"/>
                    </a:lnTo>
                    <a:lnTo>
                      <a:pt x="16916" y="0"/>
                    </a:lnTo>
                    <a:lnTo>
                      <a:pt x="11074" y="2921"/>
                    </a:lnTo>
                    <a:lnTo>
                      <a:pt x="6997" y="7010"/>
                    </a:lnTo>
                    <a:lnTo>
                      <a:pt x="2324" y="11684"/>
                    </a:lnTo>
                    <a:lnTo>
                      <a:pt x="0" y="17538"/>
                    </a:lnTo>
                    <a:lnTo>
                      <a:pt x="0" y="23380"/>
                    </a:lnTo>
                    <a:lnTo>
                      <a:pt x="0" y="29806"/>
                    </a:lnTo>
                    <a:lnTo>
                      <a:pt x="2324" y="35648"/>
                    </a:lnTo>
                    <a:lnTo>
                      <a:pt x="6997" y="40335"/>
                    </a:lnTo>
                    <a:lnTo>
                      <a:pt x="11074" y="44424"/>
                    </a:lnTo>
                    <a:lnTo>
                      <a:pt x="16916" y="46761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3" name="object 42">
                <a:extLst>
                  <a:ext uri="{FF2B5EF4-FFF2-40B4-BE49-F238E27FC236}">
                    <a16:creationId xmlns:a16="http://schemas.microsoft.com/office/drawing/2014/main" id="{D5758127-4039-4E0F-8A2D-0E9208299B32}"/>
                  </a:ext>
                </a:extLst>
              </p:cNvPr>
              <p:cNvSpPr/>
              <p:nvPr/>
            </p:nvSpPr>
            <p:spPr>
              <a:xfrm>
                <a:off x="2065451" y="3950182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9756" y="46761"/>
                    </a:moveTo>
                    <a:lnTo>
                      <a:pt x="23342" y="46761"/>
                    </a:lnTo>
                    <a:lnTo>
                      <a:pt x="16916" y="46761"/>
                    </a:lnTo>
                    <a:lnTo>
                      <a:pt x="11087" y="44411"/>
                    </a:lnTo>
                    <a:lnTo>
                      <a:pt x="7010" y="39738"/>
                    </a:lnTo>
                    <a:lnTo>
                      <a:pt x="2336" y="35648"/>
                    </a:lnTo>
                    <a:lnTo>
                      <a:pt x="0" y="29806"/>
                    </a:lnTo>
                    <a:lnTo>
                      <a:pt x="0" y="16941"/>
                    </a:lnTo>
                    <a:lnTo>
                      <a:pt x="2336" y="11099"/>
                    </a:lnTo>
                    <a:lnTo>
                      <a:pt x="7010" y="7010"/>
                    </a:lnTo>
                    <a:lnTo>
                      <a:pt x="11087" y="2336"/>
                    </a:lnTo>
                    <a:lnTo>
                      <a:pt x="16916" y="0"/>
                    </a:lnTo>
                    <a:lnTo>
                      <a:pt x="29756" y="0"/>
                    </a:lnTo>
                    <a:lnTo>
                      <a:pt x="35585" y="2336"/>
                    </a:lnTo>
                    <a:lnTo>
                      <a:pt x="39674" y="7010"/>
                    </a:lnTo>
                    <a:lnTo>
                      <a:pt x="44335" y="11099"/>
                    </a:lnTo>
                    <a:lnTo>
                      <a:pt x="46672" y="16941"/>
                    </a:lnTo>
                    <a:lnTo>
                      <a:pt x="46672" y="29806"/>
                    </a:lnTo>
                    <a:lnTo>
                      <a:pt x="44335" y="35648"/>
                    </a:lnTo>
                    <a:lnTo>
                      <a:pt x="39674" y="39738"/>
                    </a:lnTo>
                    <a:lnTo>
                      <a:pt x="35585" y="44411"/>
                    </a:lnTo>
                    <a:lnTo>
                      <a:pt x="29756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4" name="object 43">
                <a:extLst>
                  <a:ext uri="{FF2B5EF4-FFF2-40B4-BE49-F238E27FC236}">
                    <a16:creationId xmlns:a16="http://schemas.microsoft.com/office/drawing/2014/main" id="{FF85E927-D43A-4AF3-B024-423EFC588B85}"/>
                  </a:ext>
                </a:extLst>
              </p:cNvPr>
              <p:cNvSpPr/>
              <p:nvPr/>
            </p:nvSpPr>
            <p:spPr>
              <a:xfrm>
                <a:off x="2065451" y="3950182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42" y="46761"/>
                    </a:moveTo>
                    <a:lnTo>
                      <a:pt x="29756" y="46761"/>
                    </a:lnTo>
                    <a:lnTo>
                      <a:pt x="35585" y="44411"/>
                    </a:lnTo>
                    <a:lnTo>
                      <a:pt x="39674" y="39738"/>
                    </a:lnTo>
                    <a:lnTo>
                      <a:pt x="44335" y="35648"/>
                    </a:lnTo>
                    <a:lnTo>
                      <a:pt x="46672" y="29806"/>
                    </a:lnTo>
                    <a:lnTo>
                      <a:pt x="46672" y="23380"/>
                    </a:lnTo>
                    <a:lnTo>
                      <a:pt x="46672" y="16941"/>
                    </a:lnTo>
                    <a:lnTo>
                      <a:pt x="44335" y="11099"/>
                    </a:lnTo>
                    <a:lnTo>
                      <a:pt x="39674" y="7010"/>
                    </a:lnTo>
                    <a:lnTo>
                      <a:pt x="35585" y="2336"/>
                    </a:lnTo>
                    <a:lnTo>
                      <a:pt x="29756" y="0"/>
                    </a:lnTo>
                    <a:lnTo>
                      <a:pt x="23342" y="0"/>
                    </a:lnTo>
                    <a:lnTo>
                      <a:pt x="16916" y="0"/>
                    </a:lnTo>
                    <a:lnTo>
                      <a:pt x="11087" y="2336"/>
                    </a:lnTo>
                    <a:lnTo>
                      <a:pt x="7010" y="7010"/>
                    </a:lnTo>
                    <a:lnTo>
                      <a:pt x="2336" y="11099"/>
                    </a:lnTo>
                    <a:lnTo>
                      <a:pt x="0" y="16941"/>
                    </a:lnTo>
                    <a:lnTo>
                      <a:pt x="0" y="23380"/>
                    </a:lnTo>
                    <a:lnTo>
                      <a:pt x="0" y="29806"/>
                    </a:lnTo>
                    <a:lnTo>
                      <a:pt x="2336" y="35648"/>
                    </a:lnTo>
                    <a:lnTo>
                      <a:pt x="7010" y="39738"/>
                    </a:lnTo>
                    <a:lnTo>
                      <a:pt x="11087" y="44411"/>
                    </a:lnTo>
                    <a:lnTo>
                      <a:pt x="16916" y="46761"/>
                    </a:lnTo>
                    <a:lnTo>
                      <a:pt x="23342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5" name="object 44">
                <a:extLst>
                  <a:ext uri="{FF2B5EF4-FFF2-40B4-BE49-F238E27FC236}">
                    <a16:creationId xmlns:a16="http://schemas.microsoft.com/office/drawing/2014/main" id="{E2B4C5AB-1ADB-474D-AB64-DEE91B7C89E7}"/>
                  </a:ext>
                </a:extLst>
              </p:cNvPr>
              <p:cNvSpPr/>
              <p:nvPr/>
            </p:nvSpPr>
            <p:spPr>
              <a:xfrm>
                <a:off x="2306942" y="3953103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9743" y="46761"/>
                    </a:moveTo>
                    <a:lnTo>
                      <a:pt x="23329" y="46761"/>
                    </a:lnTo>
                    <a:lnTo>
                      <a:pt x="16916" y="46761"/>
                    </a:lnTo>
                    <a:lnTo>
                      <a:pt x="11087" y="44424"/>
                    </a:lnTo>
                    <a:lnTo>
                      <a:pt x="6997" y="39738"/>
                    </a:lnTo>
                    <a:lnTo>
                      <a:pt x="2336" y="35648"/>
                    </a:lnTo>
                    <a:lnTo>
                      <a:pt x="0" y="29806"/>
                    </a:lnTo>
                    <a:lnTo>
                      <a:pt x="0" y="16941"/>
                    </a:lnTo>
                    <a:lnTo>
                      <a:pt x="2336" y="11099"/>
                    </a:lnTo>
                    <a:lnTo>
                      <a:pt x="6997" y="7010"/>
                    </a:lnTo>
                    <a:lnTo>
                      <a:pt x="11087" y="2336"/>
                    </a:lnTo>
                    <a:lnTo>
                      <a:pt x="16916" y="0"/>
                    </a:lnTo>
                    <a:lnTo>
                      <a:pt x="29743" y="0"/>
                    </a:lnTo>
                    <a:lnTo>
                      <a:pt x="35585" y="2336"/>
                    </a:lnTo>
                    <a:lnTo>
                      <a:pt x="39662" y="7010"/>
                    </a:lnTo>
                    <a:lnTo>
                      <a:pt x="44335" y="11099"/>
                    </a:lnTo>
                    <a:lnTo>
                      <a:pt x="46659" y="16941"/>
                    </a:lnTo>
                    <a:lnTo>
                      <a:pt x="46659" y="29806"/>
                    </a:lnTo>
                    <a:lnTo>
                      <a:pt x="44335" y="35648"/>
                    </a:lnTo>
                    <a:lnTo>
                      <a:pt x="39662" y="39738"/>
                    </a:lnTo>
                    <a:lnTo>
                      <a:pt x="35585" y="44424"/>
                    </a:lnTo>
                    <a:lnTo>
                      <a:pt x="29743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6" name="object 45">
                <a:extLst>
                  <a:ext uri="{FF2B5EF4-FFF2-40B4-BE49-F238E27FC236}">
                    <a16:creationId xmlns:a16="http://schemas.microsoft.com/office/drawing/2014/main" id="{A8C67D38-8575-47E4-B57D-9EE519D9729C}"/>
                  </a:ext>
                </a:extLst>
              </p:cNvPr>
              <p:cNvSpPr/>
              <p:nvPr/>
            </p:nvSpPr>
            <p:spPr>
              <a:xfrm>
                <a:off x="2306942" y="3953103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29743" y="46761"/>
                    </a:lnTo>
                    <a:lnTo>
                      <a:pt x="35585" y="44424"/>
                    </a:lnTo>
                    <a:lnTo>
                      <a:pt x="39662" y="39738"/>
                    </a:lnTo>
                    <a:lnTo>
                      <a:pt x="44335" y="35648"/>
                    </a:lnTo>
                    <a:lnTo>
                      <a:pt x="46659" y="29806"/>
                    </a:lnTo>
                    <a:lnTo>
                      <a:pt x="46659" y="23380"/>
                    </a:lnTo>
                    <a:lnTo>
                      <a:pt x="46659" y="16941"/>
                    </a:lnTo>
                    <a:lnTo>
                      <a:pt x="44335" y="11099"/>
                    </a:lnTo>
                    <a:lnTo>
                      <a:pt x="39662" y="7010"/>
                    </a:lnTo>
                    <a:lnTo>
                      <a:pt x="35585" y="2336"/>
                    </a:lnTo>
                    <a:lnTo>
                      <a:pt x="29743" y="0"/>
                    </a:lnTo>
                    <a:lnTo>
                      <a:pt x="23329" y="0"/>
                    </a:lnTo>
                    <a:lnTo>
                      <a:pt x="16916" y="0"/>
                    </a:lnTo>
                    <a:lnTo>
                      <a:pt x="11087" y="2336"/>
                    </a:lnTo>
                    <a:lnTo>
                      <a:pt x="6997" y="7010"/>
                    </a:lnTo>
                    <a:lnTo>
                      <a:pt x="2336" y="11099"/>
                    </a:lnTo>
                    <a:lnTo>
                      <a:pt x="0" y="16941"/>
                    </a:lnTo>
                    <a:lnTo>
                      <a:pt x="0" y="23380"/>
                    </a:lnTo>
                    <a:lnTo>
                      <a:pt x="0" y="29806"/>
                    </a:lnTo>
                    <a:lnTo>
                      <a:pt x="2336" y="35648"/>
                    </a:lnTo>
                    <a:lnTo>
                      <a:pt x="6997" y="39738"/>
                    </a:lnTo>
                    <a:lnTo>
                      <a:pt x="11087" y="44424"/>
                    </a:lnTo>
                    <a:lnTo>
                      <a:pt x="16916" y="46761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7" name="object 46">
                <a:extLst>
                  <a:ext uri="{FF2B5EF4-FFF2-40B4-BE49-F238E27FC236}">
                    <a16:creationId xmlns:a16="http://schemas.microsoft.com/office/drawing/2014/main" id="{F2DA3718-61B1-44B2-9AAF-2A31D00A2D2D}"/>
                  </a:ext>
                </a:extLst>
              </p:cNvPr>
              <p:cNvSpPr/>
              <p:nvPr/>
            </p:nvSpPr>
            <p:spPr>
              <a:xfrm>
                <a:off x="2548432" y="3953687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9743" y="46761"/>
                    </a:moveTo>
                    <a:lnTo>
                      <a:pt x="23329" y="46761"/>
                    </a:lnTo>
                    <a:lnTo>
                      <a:pt x="16916" y="46761"/>
                    </a:lnTo>
                    <a:lnTo>
                      <a:pt x="11074" y="44424"/>
                    </a:lnTo>
                    <a:lnTo>
                      <a:pt x="2324" y="35648"/>
                    </a:lnTo>
                    <a:lnTo>
                      <a:pt x="0" y="29806"/>
                    </a:lnTo>
                    <a:lnTo>
                      <a:pt x="0" y="17525"/>
                    </a:lnTo>
                    <a:lnTo>
                      <a:pt x="2324" y="11683"/>
                    </a:lnTo>
                    <a:lnTo>
                      <a:pt x="11074" y="2920"/>
                    </a:lnTo>
                    <a:lnTo>
                      <a:pt x="16916" y="0"/>
                    </a:lnTo>
                    <a:lnTo>
                      <a:pt x="29743" y="0"/>
                    </a:lnTo>
                    <a:lnTo>
                      <a:pt x="35572" y="2920"/>
                    </a:lnTo>
                    <a:lnTo>
                      <a:pt x="44323" y="11683"/>
                    </a:lnTo>
                    <a:lnTo>
                      <a:pt x="46659" y="17525"/>
                    </a:lnTo>
                    <a:lnTo>
                      <a:pt x="46659" y="29806"/>
                    </a:lnTo>
                    <a:lnTo>
                      <a:pt x="44323" y="35648"/>
                    </a:lnTo>
                    <a:lnTo>
                      <a:pt x="35572" y="44424"/>
                    </a:lnTo>
                    <a:lnTo>
                      <a:pt x="29743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8" name="object 47">
                <a:extLst>
                  <a:ext uri="{FF2B5EF4-FFF2-40B4-BE49-F238E27FC236}">
                    <a16:creationId xmlns:a16="http://schemas.microsoft.com/office/drawing/2014/main" id="{A237BB56-3306-4103-A12C-14643D8055B9}"/>
                  </a:ext>
                </a:extLst>
              </p:cNvPr>
              <p:cNvSpPr/>
              <p:nvPr/>
            </p:nvSpPr>
            <p:spPr>
              <a:xfrm>
                <a:off x="2548432" y="3953687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29743" y="46761"/>
                    </a:lnTo>
                    <a:lnTo>
                      <a:pt x="35572" y="44424"/>
                    </a:lnTo>
                    <a:lnTo>
                      <a:pt x="39662" y="40322"/>
                    </a:lnTo>
                    <a:lnTo>
                      <a:pt x="44323" y="35648"/>
                    </a:lnTo>
                    <a:lnTo>
                      <a:pt x="46659" y="29806"/>
                    </a:lnTo>
                    <a:lnTo>
                      <a:pt x="46659" y="23380"/>
                    </a:lnTo>
                    <a:lnTo>
                      <a:pt x="46659" y="17525"/>
                    </a:lnTo>
                    <a:lnTo>
                      <a:pt x="44323" y="11683"/>
                    </a:lnTo>
                    <a:lnTo>
                      <a:pt x="39662" y="7010"/>
                    </a:lnTo>
                    <a:lnTo>
                      <a:pt x="35572" y="2920"/>
                    </a:lnTo>
                    <a:lnTo>
                      <a:pt x="29743" y="0"/>
                    </a:lnTo>
                    <a:lnTo>
                      <a:pt x="23329" y="0"/>
                    </a:lnTo>
                    <a:lnTo>
                      <a:pt x="16916" y="0"/>
                    </a:lnTo>
                    <a:lnTo>
                      <a:pt x="11074" y="2920"/>
                    </a:lnTo>
                    <a:lnTo>
                      <a:pt x="6997" y="7010"/>
                    </a:lnTo>
                    <a:lnTo>
                      <a:pt x="2324" y="11683"/>
                    </a:lnTo>
                    <a:lnTo>
                      <a:pt x="0" y="17525"/>
                    </a:lnTo>
                    <a:lnTo>
                      <a:pt x="0" y="23380"/>
                    </a:lnTo>
                    <a:lnTo>
                      <a:pt x="0" y="29806"/>
                    </a:lnTo>
                    <a:lnTo>
                      <a:pt x="2324" y="35648"/>
                    </a:lnTo>
                    <a:lnTo>
                      <a:pt x="6997" y="40322"/>
                    </a:lnTo>
                    <a:lnTo>
                      <a:pt x="11074" y="44424"/>
                    </a:lnTo>
                    <a:lnTo>
                      <a:pt x="16916" y="46761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9" name="object 48">
                <a:extLst>
                  <a:ext uri="{FF2B5EF4-FFF2-40B4-BE49-F238E27FC236}">
                    <a16:creationId xmlns:a16="http://schemas.microsoft.com/office/drawing/2014/main" id="{57FFCB7A-9855-4017-BEAA-98B9EA8D5B57}"/>
                  </a:ext>
                </a:extLst>
              </p:cNvPr>
              <p:cNvSpPr/>
              <p:nvPr/>
            </p:nvSpPr>
            <p:spPr>
              <a:xfrm>
                <a:off x="2789910" y="3941991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9756" y="46761"/>
                    </a:moveTo>
                    <a:lnTo>
                      <a:pt x="23329" y="46761"/>
                    </a:lnTo>
                    <a:lnTo>
                      <a:pt x="17500" y="46761"/>
                    </a:lnTo>
                    <a:lnTo>
                      <a:pt x="11087" y="44424"/>
                    </a:lnTo>
                    <a:lnTo>
                      <a:pt x="6997" y="39751"/>
                    </a:lnTo>
                    <a:lnTo>
                      <a:pt x="2336" y="35661"/>
                    </a:lnTo>
                    <a:lnTo>
                      <a:pt x="0" y="29806"/>
                    </a:lnTo>
                    <a:lnTo>
                      <a:pt x="0" y="17538"/>
                    </a:lnTo>
                    <a:lnTo>
                      <a:pt x="2336" y="11112"/>
                    </a:lnTo>
                    <a:lnTo>
                      <a:pt x="6997" y="7023"/>
                    </a:lnTo>
                    <a:lnTo>
                      <a:pt x="11087" y="2336"/>
                    </a:lnTo>
                    <a:lnTo>
                      <a:pt x="17500" y="0"/>
                    </a:lnTo>
                    <a:lnTo>
                      <a:pt x="29756" y="0"/>
                    </a:lnTo>
                    <a:lnTo>
                      <a:pt x="35585" y="2336"/>
                    </a:lnTo>
                    <a:lnTo>
                      <a:pt x="39662" y="7023"/>
                    </a:lnTo>
                    <a:lnTo>
                      <a:pt x="44335" y="11112"/>
                    </a:lnTo>
                    <a:lnTo>
                      <a:pt x="46672" y="17538"/>
                    </a:lnTo>
                    <a:lnTo>
                      <a:pt x="46672" y="29806"/>
                    </a:lnTo>
                    <a:lnTo>
                      <a:pt x="44335" y="35661"/>
                    </a:lnTo>
                    <a:lnTo>
                      <a:pt x="39662" y="39751"/>
                    </a:lnTo>
                    <a:lnTo>
                      <a:pt x="35585" y="44424"/>
                    </a:lnTo>
                    <a:lnTo>
                      <a:pt x="29756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0" name="object 49">
                <a:extLst>
                  <a:ext uri="{FF2B5EF4-FFF2-40B4-BE49-F238E27FC236}">
                    <a16:creationId xmlns:a16="http://schemas.microsoft.com/office/drawing/2014/main" id="{0F13D1C0-261C-4746-9C9E-A5841A47DD02}"/>
                  </a:ext>
                </a:extLst>
              </p:cNvPr>
              <p:cNvSpPr/>
              <p:nvPr/>
            </p:nvSpPr>
            <p:spPr>
              <a:xfrm>
                <a:off x="2789910" y="3941991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29756" y="46761"/>
                    </a:lnTo>
                    <a:lnTo>
                      <a:pt x="35585" y="44424"/>
                    </a:lnTo>
                    <a:lnTo>
                      <a:pt x="39662" y="39751"/>
                    </a:lnTo>
                    <a:lnTo>
                      <a:pt x="44335" y="35661"/>
                    </a:lnTo>
                    <a:lnTo>
                      <a:pt x="46672" y="29806"/>
                    </a:lnTo>
                    <a:lnTo>
                      <a:pt x="46672" y="23380"/>
                    </a:lnTo>
                    <a:lnTo>
                      <a:pt x="46672" y="17538"/>
                    </a:lnTo>
                    <a:lnTo>
                      <a:pt x="44335" y="11112"/>
                    </a:lnTo>
                    <a:lnTo>
                      <a:pt x="39662" y="7023"/>
                    </a:lnTo>
                    <a:lnTo>
                      <a:pt x="35585" y="2336"/>
                    </a:lnTo>
                    <a:lnTo>
                      <a:pt x="29756" y="0"/>
                    </a:lnTo>
                    <a:lnTo>
                      <a:pt x="23329" y="0"/>
                    </a:lnTo>
                    <a:lnTo>
                      <a:pt x="17500" y="0"/>
                    </a:lnTo>
                    <a:lnTo>
                      <a:pt x="11087" y="2336"/>
                    </a:lnTo>
                    <a:lnTo>
                      <a:pt x="6997" y="7023"/>
                    </a:lnTo>
                    <a:lnTo>
                      <a:pt x="2336" y="11112"/>
                    </a:lnTo>
                    <a:lnTo>
                      <a:pt x="0" y="17538"/>
                    </a:lnTo>
                    <a:lnTo>
                      <a:pt x="0" y="23380"/>
                    </a:lnTo>
                    <a:lnTo>
                      <a:pt x="0" y="29806"/>
                    </a:lnTo>
                    <a:lnTo>
                      <a:pt x="2336" y="35661"/>
                    </a:lnTo>
                    <a:lnTo>
                      <a:pt x="6997" y="39751"/>
                    </a:lnTo>
                    <a:lnTo>
                      <a:pt x="11087" y="44424"/>
                    </a:lnTo>
                    <a:lnTo>
                      <a:pt x="17500" y="46761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1" name="object 50">
                <a:extLst>
                  <a:ext uri="{FF2B5EF4-FFF2-40B4-BE49-F238E27FC236}">
                    <a16:creationId xmlns:a16="http://schemas.microsoft.com/office/drawing/2014/main" id="{45E36E9B-8782-45FF-BB14-EAC7C0DA1AB2}"/>
                  </a:ext>
                </a:extLst>
              </p:cNvPr>
              <p:cNvSpPr/>
              <p:nvPr/>
            </p:nvSpPr>
            <p:spPr>
              <a:xfrm>
                <a:off x="3031401" y="3929138"/>
                <a:ext cx="2857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6989">
                    <a:moveTo>
                      <a:pt x="27990" y="46761"/>
                    </a:moveTo>
                    <a:lnTo>
                      <a:pt x="17500" y="46761"/>
                    </a:lnTo>
                    <a:lnTo>
                      <a:pt x="11087" y="43840"/>
                    </a:lnTo>
                    <a:lnTo>
                      <a:pt x="2336" y="35064"/>
                    </a:lnTo>
                    <a:lnTo>
                      <a:pt x="0" y="29222"/>
                    </a:lnTo>
                    <a:lnTo>
                      <a:pt x="0" y="16941"/>
                    </a:lnTo>
                    <a:lnTo>
                      <a:pt x="2336" y="11099"/>
                    </a:lnTo>
                    <a:lnTo>
                      <a:pt x="11087" y="2336"/>
                    </a:lnTo>
                    <a:lnTo>
                      <a:pt x="17500" y="0"/>
                    </a:lnTo>
                    <a:lnTo>
                      <a:pt x="27990" y="0"/>
                    </a:lnTo>
                    <a:lnTo>
                      <a:pt x="27990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2" name="object 51">
                <a:extLst>
                  <a:ext uri="{FF2B5EF4-FFF2-40B4-BE49-F238E27FC236}">
                    <a16:creationId xmlns:a16="http://schemas.microsoft.com/office/drawing/2014/main" id="{3FE258A7-7F61-4541-9C16-11A6A24004F6}"/>
                  </a:ext>
                </a:extLst>
              </p:cNvPr>
              <p:cNvSpPr/>
              <p:nvPr/>
            </p:nvSpPr>
            <p:spPr>
              <a:xfrm>
                <a:off x="3031401" y="3929138"/>
                <a:ext cx="2857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6989">
                    <a:moveTo>
                      <a:pt x="27990" y="0"/>
                    </a:moveTo>
                    <a:lnTo>
                      <a:pt x="23329" y="0"/>
                    </a:lnTo>
                    <a:lnTo>
                      <a:pt x="17500" y="0"/>
                    </a:lnTo>
                    <a:lnTo>
                      <a:pt x="11087" y="2336"/>
                    </a:lnTo>
                    <a:lnTo>
                      <a:pt x="6997" y="6426"/>
                    </a:lnTo>
                    <a:lnTo>
                      <a:pt x="2336" y="11099"/>
                    </a:lnTo>
                    <a:lnTo>
                      <a:pt x="0" y="16941"/>
                    </a:lnTo>
                    <a:lnTo>
                      <a:pt x="0" y="23380"/>
                    </a:lnTo>
                    <a:lnTo>
                      <a:pt x="0" y="29222"/>
                    </a:lnTo>
                    <a:lnTo>
                      <a:pt x="2336" y="35064"/>
                    </a:lnTo>
                    <a:lnTo>
                      <a:pt x="6997" y="39738"/>
                    </a:lnTo>
                    <a:lnTo>
                      <a:pt x="11087" y="43840"/>
                    </a:lnTo>
                    <a:lnTo>
                      <a:pt x="17500" y="46761"/>
                    </a:lnTo>
                    <a:lnTo>
                      <a:pt x="23329" y="46761"/>
                    </a:lnTo>
                    <a:lnTo>
                      <a:pt x="27990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3" name="object 52">
                <a:extLst>
                  <a:ext uri="{FF2B5EF4-FFF2-40B4-BE49-F238E27FC236}">
                    <a16:creationId xmlns:a16="http://schemas.microsoft.com/office/drawing/2014/main" id="{5FB0575E-0093-423F-A3FD-73BBDECCD1CF}"/>
                  </a:ext>
                </a:extLst>
              </p:cNvPr>
              <p:cNvSpPr/>
              <p:nvPr/>
            </p:nvSpPr>
            <p:spPr>
              <a:xfrm>
                <a:off x="881354" y="3080423"/>
                <a:ext cx="2173605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2173605" h="755650">
                    <a:moveTo>
                      <a:pt x="0" y="755192"/>
                    </a:moveTo>
                    <a:lnTo>
                      <a:pt x="241490" y="675106"/>
                    </a:lnTo>
                    <a:lnTo>
                      <a:pt x="482981" y="665759"/>
                    </a:lnTo>
                    <a:lnTo>
                      <a:pt x="724458" y="650557"/>
                    </a:lnTo>
                    <a:lnTo>
                      <a:pt x="965949" y="584517"/>
                    </a:lnTo>
                    <a:lnTo>
                      <a:pt x="1207439" y="492747"/>
                    </a:lnTo>
                    <a:lnTo>
                      <a:pt x="1448917" y="380517"/>
                    </a:lnTo>
                    <a:lnTo>
                      <a:pt x="1690408" y="259524"/>
                    </a:lnTo>
                    <a:lnTo>
                      <a:pt x="1931885" y="131521"/>
                    </a:lnTo>
                    <a:lnTo>
                      <a:pt x="2173376" y="0"/>
                    </a:lnTo>
                  </a:path>
                </a:pathLst>
              </a:custGeom>
              <a:ln w="23355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4" name="object 53">
                <a:extLst>
                  <a:ext uri="{FF2B5EF4-FFF2-40B4-BE49-F238E27FC236}">
                    <a16:creationId xmlns:a16="http://schemas.microsoft.com/office/drawing/2014/main" id="{CDAE75A3-7BC7-404D-B9A0-B6A8408710C2}"/>
                  </a:ext>
                </a:extLst>
              </p:cNvPr>
              <p:cNvSpPr/>
              <p:nvPr/>
            </p:nvSpPr>
            <p:spPr>
              <a:xfrm>
                <a:off x="881354" y="3812235"/>
                <a:ext cx="2349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3494" h="46989">
                    <a:moveTo>
                      <a:pt x="23342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23342" y="0"/>
                    </a:lnTo>
                    <a:lnTo>
                      <a:pt x="23342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5" name="object 54">
                <a:extLst>
                  <a:ext uri="{FF2B5EF4-FFF2-40B4-BE49-F238E27FC236}">
                    <a16:creationId xmlns:a16="http://schemas.microsoft.com/office/drawing/2014/main" id="{7809A672-7C7E-46B8-BC17-F1672819FEE8}"/>
                  </a:ext>
                </a:extLst>
              </p:cNvPr>
              <p:cNvSpPr/>
              <p:nvPr/>
            </p:nvSpPr>
            <p:spPr>
              <a:xfrm>
                <a:off x="881354" y="3812235"/>
                <a:ext cx="2349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3494" h="46989">
                    <a:moveTo>
                      <a:pt x="0" y="46761"/>
                    </a:moveTo>
                    <a:lnTo>
                      <a:pt x="23342" y="46761"/>
                    </a:lnTo>
                    <a:lnTo>
                      <a:pt x="23342" y="0"/>
                    </a:lnTo>
                    <a:lnTo>
                      <a:pt x="0" y="0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6" name="object 55">
                <a:extLst>
                  <a:ext uri="{FF2B5EF4-FFF2-40B4-BE49-F238E27FC236}">
                    <a16:creationId xmlns:a16="http://schemas.microsoft.com/office/drawing/2014/main" id="{BDDB02FB-B01D-40AB-9E88-31561E256EF5}"/>
                  </a:ext>
                </a:extLst>
              </p:cNvPr>
              <p:cNvSpPr/>
              <p:nvPr/>
            </p:nvSpPr>
            <p:spPr>
              <a:xfrm>
                <a:off x="1099515" y="3732149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90" h="46989">
                    <a:moveTo>
                      <a:pt x="46659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59" y="0"/>
                    </a:lnTo>
                    <a:lnTo>
                      <a:pt x="46659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7" name="object 56">
                <a:extLst>
                  <a:ext uri="{FF2B5EF4-FFF2-40B4-BE49-F238E27FC236}">
                    <a16:creationId xmlns:a16="http://schemas.microsoft.com/office/drawing/2014/main" id="{76A22196-5E78-4A58-A6C5-4C84D13FCC2D}"/>
                  </a:ext>
                </a:extLst>
              </p:cNvPr>
              <p:cNvSpPr/>
              <p:nvPr/>
            </p:nvSpPr>
            <p:spPr>
              <a:xfrm>
                <a:off x="1099515" y="3732149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90" h="46989">
                    <a:moveTo>
                      <a:pt x="0" y="46761"/>
                    </a:moveTo>
                    <a:lnTo>
                      <a:pt x="46659" y="46761"/>
                    </a:lnTo>
                    <a:lnTo>
                      <a:pt x="46659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8" name="object 57">
                <a:extLst>
                  <a:ext uri="{FF2B5EF4-FFF2-40B4-BE49-F238E27FC236}">
                    <a16:creationId xmlns:a16="http://schemas.microsoft.com/office/drawing/2014/main" id="{8E45A84E-1B17-4018-A189-CA087173E8C0}"/>
                  </a:ext>
                </a:extLst>
              </p:cNvPr>
              <p:cNvSpPr/>
              <p:nvPr/>
            </p:nvSpPr>
            <p:spPr>
              <a:xfrm>
                <a:off x="1340993" y="3722801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90" h="46989">
                    <a:moveTo>
                      <a:pt x="46672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72" y="0"/>
                    </a:lnTo>
                    <a:lnTo>
                      <a:pt x="46672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9" name="object 58">
                <a:extLst>
                  <a:ext uri="{FF2B5EF4-FFF2-40B4-BE49-F238E27FC236}">
                    <a16:creationId xmlns:a16="http://schemas.microsoft.com/office/drawing/2014/main" id="{1020783D-D08E-4B14-BBEE-6EF756BD46A2}"/>
                  </a:ext>
                </a:extLst>
              </p:cNvPr>
              <p:cNvSpPr/>
              <p:nvPr/>
            </p:nvSpPr>
            <p:spPr>
              <a:xfrm>
                <a:off x="1340993" y="3722801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90" h="46989">
                    <a:moveTo>
                      <a:pt x="0" y="46761"/>
                    </a:moveTo>
                    <a:lnTo>
                      <a:pt x="46672" y="46761"/>
                    </a:lnTo>
                    <a:lnTo>
                      <a:pt x="46672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0" name="object 59">
                <a:extLst>
                  <a:ext uri="{FF2B5EF4-FFF2-40B4-BE49-F238E27FC236}">
                    <a16:creationId xmlns:a16="http://schemas.microsoft.com/office/drawing/2014/main" id="{4F819050-A20B-4445-9442-CFBF4F46F4E6}"/>
                  </a:ext>
                </a:extLst>
              </p:cNvPr>
              <p:cNvSpPr/>
              <p:nvPr/>
            </p:nvSpPr>
            <p:spPr>
              <a:xfrm>
                <a:off x="1582483" y="3707599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46659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59" y="0"/>
                    </a:lnTo>
                    <a:lnTo>
                      <a:pt x="46659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1" name="object 60">
                <a:extLst>
                  <a:ext uri="{FF2B5EF4-FFF2-40B4-BE49-F238E27FC236}">
                    <a16:creationId xmlns:a16="http://schemas.microsoft.com/office/drawing/2014/main" id="{8739F1B3-7C67-40D7-B901-458C165908AD}"/>
                  </a:ext>
                </a:extLst>
              </p:cNvPr>
              <p:cNvSpPr/>
              <p:nvPr/>
            </p:nvSpPr>
            <p:spPr>
              <a:xfrm>
                <a:off x="1582483" y="3707599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0" y="46761"/>
                    </a:moveTo>
                    <a:lnTo>
                      <a:pt x="46659" y="46761"/>
                    </a:lnTo>
                    <a:lnTo>
                      <a:pt x="46659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2" name="object 61">
                <a:extLst>
                  <a:ext uri="{FF2B5EF4-FFF2-40B4-BE49-F238E27FC236}">
                    <a16:creationId xmlns:a16="http://schemas.microsoft.com/office/drawing/2014/main" id="{5DF4C702-A6DA-4DF2-8BDC-BACDF8DACCDD}"/>
                  </a:ext>
                </a:extLst>
              </p:cNvPr>
              <p:cNvSpPr/>
              <p:nvPr/>
            </p:nvSpPr>
            <p:spPr>
              <a:xfrm>
                <a:off x="1823973" y="3641559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46659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59" y="0"/>
                    </a:lnTo>
                    <a:lnTo>
                      <a:pt x="46659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3" name="object 62">
                <a:extLst>
                  <a:ext uri="{FF2B5EF4-FFF2-40B4-BE49-F238E27FC236}">
                    <a16:creationId xmlns:a16="http://schemas.microsoft.com/office/drawing/2014/main" id="{1A5E62C6-342C-4ED2-BE65-BDB445278267}"/>
                  </a:ext>
                </a:extLst>
              </p:cNvPr>
              <p:cNvSpPr/>
              <p:nvPr/>
            </p:nvSpPr>
            <p:spPr>
              <a:xfrm>
                <a:off x="1823973" y="3641559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0" y="46761"/>
                    </a:moveTo>
                    <a:lnTo>
                      <a:pt x="46659" y="46761"/>
                    </a:lnTo>
                    <a:lnTo>
                      <a:pt x="46659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4" name="object 63">
                <a:extLst>
                  <a:ext uri="{FF2B5EF4-FFF2-40B4-BE49-F238E27FC236}">
                    <a16:creationId xmlns:a16="http://schemas.microsoft.com/office/drawing/2014/main" id="{198F99AD-574F-4E01-A27C-CC50CB5C152E}"/>
                  </a:ext>
                </a:extLst>
              </p:cNvPr>
              <p:cNvSpPr/>
              <p:nvPr/>
            </p:nvSpPr>
            <p:spPr>
              <a:xfrm>
                <a:off x="2065451" y="3549789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46672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72" y="0"/>
                    </a:lnTo>
                    <a:lnTo>
                      <a:pt x="46672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5" name="object 64">
                <a:extLst>
                  <a:ext uri="{FF2B5EF4-FFF2-40B4-BE49-F238E27FC236}">
                    <a16:creationId xmlns:a16="http://schemas.microsoft.com/office/drawing/2014/main" id="{13702D6A-55DC-4B5F-9164-440986C58222}"/>
                  </a:ext>
                </a:extLst>
              </p:cNvPr>
              <p:cNvSpPr/>
              <p:nvPr/>
            </p:nvSpPr>
            <p:spPr>
              <a:xfrm>
                <a:off x="2065451" y="3549789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0" y="46761"/>
                    </a:moveTo>
                    <a:lnTo>
                      <a:pt x="46672" y="46761"/>
                    </a:lnTo>
                    <a:lnTo>
                      <a:pt x="46672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6" name="object 65">
                <a:extLst>
                  <a:ext uri="{FF2B5EF4-FFF2-40B4-BE49-F238E27FC236}">
                    <a16:creationId xmlns:a16="http://schemas.microsoft.com/office/drawing/2014/main" id="{49D0D61C-39CF-4103-A146-DE41161EB3FC}"/>
                  </a:ext>
                </a:extLst>
              </p:cNvPr>
              <p:cNvSpPr/>
              <p:nvPr/>
            </p:nvSpPr>
            <p:spPr>
              <a:xfrm>
                <a:off x="2306942" y="3437559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46659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59" y="0"/>
                    </a:lnTo>
                    <a:lnTo>
                      <a:pt x="46659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7" name="object 66">
                <a:extLst>
                  <a:ext uri="{FF2B5EF4-FFF2-40B4-BE49-F238E27FC236}">
                    <a16:creationId xmlns:a16="http://schemas.microsoft.com/office/drawing/2014/main" id="{D1879585-11DC-4030-9DC4-BBEB5FCE9626}"/>
                  </a:ext>
                </a:extLst>
              </p:cNvPr>
              <p:cNvSpPr/>
              <p:nvPr/>
            </p:nvSpPr>
            <p:spPr>
              <a:xfrm>
                <a:off x="2306942" y="3437559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0" y="46761"/>
                    </a:moveTo>
                    <a:lnTo>
                      <a:pt x="46659" y="46761"/>
                    </a:lnTo>
                    <a:lnTo>
                      <a:pt x="46659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8" name="object 67">
                <a:extLst>
                  <a:ext uri="{FF2B5EF4-FFF2-40B4-BE49-F238E27FC236}">
                    <a16:creationId xmlns:a16="http://schemas.microsoft.com/office/drawing/2014/main" id="{3C084DAA-DA9F-4EAA-B767-7D068AC7C9B7}"/>
                  </a:ext>
                </a:extLst>
              </p:cNvPr>
              <p:cNvSpPr/>
              <p:nvPr/>
            </p:nvSpPr>
            <p:spPr>
              <a:xfrm>
                <a:off x="2548432" y="3316566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46659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59" y="0"/>
                    </a:lnTo>
                    <a:lnTo>
                      <a:pt x="46659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9" name="object 68">
                <a:extLst>
                  <a:ext uri="{FF2B5EF4-FFF2-40B4-BE49-F238E27FC236}">
                    <a16:creationId xmlns:a16="http://schemas.microsoft.com/office/drawing/2014/main" id="{00E74049-8F8D-489C-B77F-63CED275FDA8}"/>
                  </a:ext>
                </a:extLst>
              </p:cNvPr>
              <p:cNvSpPr/>
              <p:nvPr/>
            </p:nvSpPr>
            <p:spPr>
              <a:xfrm>
                <a:off x="2548432" y="3316566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0" y="46761"/>
                    </a:moveTo>
                    <a:lnTo>
                      <a:pt x="46659" y="46761"/>
                    </a:lnTo>
                    <a:lnTo>
                      <a:pt x="46659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90" name="object 69">
                <a:extLst>
                  <a:ext uri="{FF2B5EF4-FFF2-40B4-BE49-F238E27FC236}">
                    <a16:creationId xmlns:a16="http://schemas.microsoft.com/office/drawing/2014/main" id="{62E2160B-023B-4582-AE13-4ACA687B3920}"/>
                  </a:ext>
                </a:extLst>
              </p:cNvPr>
              <p:cNvSpPr/>
              <p:nvPr/>
            </p:nvSpPr>
            <p:spPr>
              <a:xfrm>
                <a:off x="2789910" y="3188563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46672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72" y="0"/>
                    </a:lnTo>
                    <a:lnTo>
                      <a:pt x="46672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91" name="object 70">
                <a:extLst>
                  <a:ext uri="{FF2B5EF4-FFF2-40B4-BE49-F238E27FC236}">
                    <a16:creationId xmlns:a16="http://schemas.microsoft.com/office/drawing/2014/main" id="{B0FB53CC-DBB2-4D36-B000-98ECF7CB0ED7}"/>
                  </a:ext>
                </a:extLst>
              </p:cNvPr>
              <p:cNvSpPr/>
              <p:nvPr/>
            </p:nvSpPr>
            <p:spPr>
              <a:xfrm>
                <a:off x="2789910" y="3188563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0" y="46761"/>
                    </a:moveTo>
                    <a:lnTo>
                      <a:pt x="46672" y="46761"/>
                    </a:lnTo>
                    <a:lnTo>
                      <a:pt x="46672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92" name="object 71">
                <a:extLst>
                  <a:ext uri="{FF2B5EF4-FFF2-40B4-BE49-F238E27FC236}">
                    <a16:creationId xmlns:a16="http://schemas.microsoft.com/office/drawing/2014/main" id="{ADBD706A-11FB-4EC2-B41F-25F7AF60D5F5}"/>
                  </a:ext>
                </a:extLst>
              </p:cNvPr>
              <p:cNvSpPr/>
              <p:nvPr/>
            </p:nvSpPr>
            <p:spPr>
              <a:xfrm>
                <a:off x="3031401" y="3057042"/>
                <a:ext cx="2857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6989">
                    <a:moveTo>
                      <a:pt x="27990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27990" y="0"/>
                    </a:lnTo>
                    <a:lnTo>
                      <a:pt x="27990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93" name="object 72">
                <a:extLst>
                  <a:ext uri="{FF2B5EF4-FFF2-40B4-BE49-F238E27FC236}">
                    <a16:creationId xmlns:a16="http://schemas.microsoft.com/office/drawing/2014/main" id="{F5E92DD2-9FD3-474F-BA6D-6A0EB4FE5753}"/>
                  </a:ext>
                </a:extLst>
              </p:cNvPr>
              <p:cNvSpPr/>
              <p:nvPr/>
            </p:nvSpPr>
            <p:spPr>
              <a:xfrm>
                <a:off x="3031401" y="3057042"/>
                <a:ext cx="2857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6989">
                    <a:moveTo>
                      <a:pt x="27990" y="0"/>
                    </a:moveTo>
                    <a:lnTo>
                      <a:pt x="0" y="0"/>
                    </a:lnTo>
                    <a:lnTo>
                      <a:pt x="0" y="46761"/>
                    </a:lnTo>
                    <a:lnTo>
                      <a:pt x="2799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94" name="object 73">
                <a:extLst>
                  <a:ext uri="{FF2B5EF4-FFF2-40B4-BE49-F238E27FC236}">
                    <a16:creationId xmlns:a16="http://schemas.microsoft.com/office/drawing/2014/main" id="{9C19F2E3-DE5C-45CB-834D-E3643F756947}"/>
                  </a:ext>
                </a:extLst>
              </p:cNvPr>
              <p:cNvSpPr/>
              <p:nvPr/>
            </p:nvSpPr>
            <p:spPr>
              <a:xfrm>
                <a:off x="881354" y="3836200"/>
                <a:ext cx="2173605" cy="7620"/>
              </a:xfrm>
              <a:custGeom>
                <a:avLst/>
                <a:gdLst/>
                <a:ahLst/>
                <a:cxnLst/>
                <a:rect l="l" t="t" r="r" b="b"/>
                <a:pathLst>
                  <a:path w="2173605" h="7620">
                    <a:moveTo>
                      <a:pt x="0" y="7594"/>
                    </a:moveTo>
                    <a:lnTo>
                      <a:pt x="241490" y="5257"/>
                    </a:lnTo>
                    <a:lnTo>
                      <a:pt x="482981" y="584"/>
                    </a:lnTo>
                    <a:lnTo>
                      <a:pt x="724458" y="584"/>
                    </a:lnTo>
                    <a:lnTo>
                      <a:pt x="965949" y="1168"/>
                    </a:lnTo>
                    <a:lnTo>
                      <a:pt x="1207439" y="584"/>
                    </a:lnTo>
                    <a:lnTo>
                      <a:pt x="1448917" y="1168"/>
                    </a:lnTo>
                    <a:lnTo>
                      <a:pt x="1690408" y="584"/>
                    </a:lnTo>
                    <a:lnTo>
                      <a:pt x="1931885" y="0"/>
                    </a:lnTo>
                    <a:lnTo>
                      <a:pt x="2173376" y="0"/>
                    </a:lnTo>
                  </a:path>
                </a:pathLst>
              </a:custGeom>
              <a:ln w="23355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95" name="object 74">
                <a:extLst>
                  <a:ext uri="{FF2B5EF4-FFF2-40B4-BE49-F238E27FC236}">
                    <a16:creationId xmlns:a16="http://schemas.microsoft.com/office/drawing/2014/main" id="{973B3C4F-D2D6-4A1F-8B49-A705FA93C51F}"/>
                  </a:ext>
                </a:extLst>
              </p:cNvPr>
              <p:cNvSpPr/>
              <p:nvPr/>
            </p:nvSpPr>
            <p:spPr>
              <a:xfrm>
                <a:off x="881354" y="3811066"/>
                <a:ext cx="3302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019" h="66675">
                    <a:moveTo>
                      <a:pt x="0" y="66052"/>
                    </a:moveTo>
                    <a:lnTo>
                      <a:pt x="0" y="0"/>
                    </a:lnTo>
                    <a:lnTo>
                      <a:pt x="32664" y="32727"/>
                    </a:lnTo>
                    <a:lnTo>
                      <a:pt x="0" y="66052"/>
                    </a:lnTo>
                    <a:close/>
                  </a:path>
                </a:pathLst>
              </a:custGeom>
              <a:solidFill>
                <a:srgbClr val="79C14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96" name="object 75">
                <a:extLst>
                  <a:ext uri="{FF2B5EF4-FFF2-40B4-BE49-F238E27FC236}">
                    <a16:creationId xmlns:a16="http://schemas.microsoft.com/office/drawing/2014/main" id="{A63420BF-7512-4B35-A621-A98A39F64737}"/>
                  </a:ext>
                </a:extLst>
              </p:cNvPr>
              <p:cNvSpPr/>
              <p:nvPr/>
            </p:nvSpPr>
            <p:spPr>
              <a:xfrm>
                <a:off x="881354" y="3811066"/>
                <a:ext cx="3302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019" h="66675">
                    <a:moveTo>
                      <a:pt x="0" y="66052"/>
                    </a:moveTo>
                    <a:lnTo>
                      <a:pt x="32664" y="32727"/>
                    </a:lnTo>
                    <a:lnTo>
                      <a:pt x="0" y="0"/>
                    </a:lnTo>
                  </a:path>
                </a:pathLst>
              </a:custGeom>
              <a:ln w="7594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pic>
            <p:nvPicPr>
              <p:cNvPr id="97" name="object 76">
                <a:extLst>
                  <a:ext uri="{FF2B5EF4-FFF2-40B4-BE49-F238E27FC236}">
                    <a16:creationId xmlns:a16="http://schemas.microsoft.com/office/drawing/2014/main" id="{F68F7AC4-8812-448B-B248-CEDBCA42C792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085799" y="3804348"/>
                <a:ext cx="73507" cy="73634"/>
              </a:xfrm>
              <a:prstGeom prst="rect">
                <a:avLst/>
              </a:prstGeom>
            </p:spPr>
          </p:pic>
          <p:pic>
            <p:nvPicPr>
              <p:cNvPr id="98" name="object 77">
                <a:extLst>
                  <a:ext uri="{FF2B5EF4-FFF2-40B4-BE49-F238E27FC236}">
                    <a16:creationId xmlns:a16="http://schemas.microsoft.com/office/drawing/2014/main" id="{6EE918C8-75DE-44F8-9666-14F492FD34C1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327289" y="3800246"/>
                <a:ext cx="73507" cy="73647"/>
              </a:xfrm>
              <a:prstGeom prst="rect">
                <a:avLst/>
              </a:prstGeom>
            </p:spPr>
          </p:pic>
          <p:pic>
            <p:nvPicPr>
              <p:cNvPr id="99" name="object 78">
                <a:extLst>
                  <a:ext uri="{FF2B5EF4-FFF2-40B4-BE49-F238E27FC236}">
                    <a16:creationId xmlns:a16="http://schemas.microsoft.com/office/drawing/2014/main" id="{7E8E22CB-6AFF-4F4E-9BC8-E43D0515D2B9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568767" y="3800246"/>
                <a:ext cx="74091" cy="73647"/>
              </a:xfrm>
              <a:prstGeom prst="rect">
                <a:avLst/>
              </a:prstGeom>
            </p:spPr>
          </p:pic>
          <p:pic>
            <p:nvPicPr>
              <p:cNvPr id="100" name="object 79">
                <a:extLst>
                  <a:ext uri="{FF2B5EF4-FFF2-40B4-BE49-F238E27FC236}">
                    <a16:creationId xmlns:a16="http://schemas.microsoft.com/office/drawing/2014/main" id="{D1F93A5C-5F76-4DC3-858D-4374E14ED203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810257" y="3800843"/>
                <a:ext cx="74091" cy="73634"/>
              </a:xfrm>
              <a:prstGeom prst="rect">
                <a:avLst/>
              </a:prstGeom>
            </p:spPr>
          </p:pic>
          <p:pic>
            <p:nvPicPr>
              <p:cNvPr id="101" name="object 80">
                <a:extLst>
                  <a:ext uri="{FF2B5EF4-FFF2-40B4-BE49-F238E27FC236}">
                    <a16:creationId xmlns:a16="http://schemas.microsoft.com/office/drawing/2014/main" id="{29F361E8-B385-4555-8BF2-4CF75D99B71A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051748" y="3800246"/>
                <a:ext cx="74091" cy="73647"/>
              </a:xfrm>
              <a:prstGeom prst="rect">
                <a:avLst/>
              </a:prstGeom>
            </p:spPr>
          </p:pic>
          <p:pic>
            <p:nvPicPr>
              <p:cNvPr id="102" name="object 81">
                <a:extLst>
                  <a:ext uri="{FF2B5EF4-FFF2-40B4-BE49-F238E27FC236}">
                    <a16:creationId xmlns:a16="http://schemas.microsoft.com/office/drawing/2014/main" id="{F557B73E-5DB9-4AD1-88EA-1C46D7AC8C3C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2293226" y="3800246"/>
                <a:ext cx="74091" cy="73647"/>
              </a:xfrm>
              <a:prstGeom prst="rect">
                <a:avLst/>
              </a:prstGeom>
            </p:spPr>
          </p:pic>
          <p:pic>
            <p:nvPicPr>
              <p:cNvPr id="103" name="object 82">
                <a:extLst>
                  <a:ext uri="{FF2B5EF4-FFF2-40B4-BE49-F238E27FC236}">
                    <a16:creationId xmlns:a16="http://schemas.microsoft.com/office/drawing/2014/main" id="{B0AC5374-9282-425A-8AF0-7A24458AC3CB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2535300" y="3800246"/>
                <a:ext cx="73507" cy="73647"/>
              </a:xfrm>
              <a:prstGeom prst="rect">
                <a:avLst/>
              </a:prstGeom>
            </p:spPr>
          </p:pic>
          <p:pic>
            <p:nvPicPr>
              <p:cNvPr id="104" name="object 83">
                <a:extLst>
                  <a:ext uri="{FF2B5EF4-FFF2-40B4-BE49-F238E27FC236}">
                    <a16:creationId xmlns:a16="http://schemas.microsoft.com/office/drawing/2014/main" id="{6EC9F1CE-E5F8-41A3-859E-EFB3AA8DB121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2776778" y="3799662"/>
                <a:ext cx="73507" cy="73647"/>
              </a:xfrm>
              <a:prstGeom prst="rect">
                <a:avLst/>
              </a:prstGeom>
            </p:spPr>
          </p:pic>
          <p:sp>
            <p:nvSpPr>
              <p:cNvPr id="105" name="object 84">
                <a:extLst>
                  <a:ext uri="{FF2B5EF4-FFF2-40B4-BE49-F238E27FC236}">
                    <a16:creationId xmlns:a16="http://schemas.microsoft.com/office/drawing/2014/main" id="{FC0FDB1D-6DAB-4D89-9106-28CFADAAB6B4}"/>
                  </a:ext>
                </a:extLst>
              </p:cNvPr>
              <p:cNvSpPr/>
              <p:nvPr/>
            </p:nvSpPr>
            <p:spPr>
              <a:xfrm>
                <a:off x="3022066" y="3803459"/>
                <a:ext cx="3746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7464" h="66675">
                    <a:moveTo>
                      <a:pt x="32664" y="66052"/>
                    </a:moveTo>
                    <a:lnTo>
                      <a:pt x="0" y="32740"/>
                    </a:lnTo>
                    <a:lnTo>
                      <a:pt x="32664" y="0"/>
                    </a:lnTo>
                    <a:lnTo>
                      <a:pt x="37325" y="4589"/>
                    </a:lnTo>
                    <a:lnTo>
                      <a:pt x="37325" y="61382"/>
                    </a:lnTo>
                    <a:lnTo>
                      <a:pt x="32664" y="66052"/>
                    </a:lnTo>
                    <a:close/>
                  </a:path>
                </a:pathLst>
              </a:custGeom>
              <a:solidFill>
                <a:srgbClr val="79C14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06" name="object 85">
                <a:extLst>
                  <a:ext uri="{FF2B5EF4-FFF2-40B4-BE49-F238E27FC236}">
                    <a16:creationId xmlns:a16="http://schemas.microsoft.com/office/drawing/2014/main" id="{0457B81D-6052-4C39-BB41-0770F43E290A}"/>
                  </a:ext>
                </a:extLst>
              </p:cNvPr>
              <p:cNvSpPr/>
              <p:nvPr/>
            </p:nvSpPr>
            <p:spPr>
              <a:xfrm>
                <a:off x="3022066" y="3803459"/>
                <a:ext cx="3746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7464" h="66675">
                    <a:moveTo>
                      <a:pt x="37325" y="4589"/>
                    </a:moveTo>
                    <a:lnTo>
                      <a:pt x="32664" y="0"/>
                    </a:lnTo>
                    <a:lnTo>
                      <a:pt x="0" y="32740"/>
                    </a:lnTo>
                    <a:lnTo>
                      <a:pt x="32664" y="66052"/>
                    </a:lnTo>
                    <a:lnTo>
                      <a:pt x="37325" y="61382"/>
                    </a:lnTo>
                  </a:path>
                </a:pathLst>
              </a:custGeom>
              <a:ln w="7594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07" name="object 86">
                <a:extLst>
                  <a:ext uri="{FF2B5EF4-FFF2-40B4-BE49-F238E27FC236}">
                    <a16:creationId xmlns:a16="http://schemas.microsoft.com/office/drawing/2014/main" id="{99B78D6C-C172-4366-93E6-649E92CC8A85}"/>
                  </a:ext>
                </a:extLst>
              </p:cNvPr>
              <p:cNvSpPr/>
              <p:nvPr/>
            </p:nvSpPr>
            <p:spPr>
              <a:xfrm>
                <a:off x="881354" y="2975800"/>
                <a:ext cx="2173605" cy="610235"/>
              </a:xfrm>
              <a:custGeom>
                <a:avLst/>
                <a:gdLst/>
                <a:ahLst/>
                <a:cxnLst/>
                <a:rect l="l" t="t" r="r" b="b"/>
                <a:pathLst>
                  <a:path w="2173605" h="610235">
                    <a:moveTo>
                      <a:pt x="0" y="609638"/>
                    </a:moveTo>
                    <a:lnTo>
                      <a:pt x="241490" y="602627"/>
                    </a:lnTo>
                    <a:lnTo>
                      <a:pt x="482981" y="585673"/>
                    </a:lnTo>
                    <a:lnTo>
                      <a:pt x="724458" y="550608"/>
                    </a:lnTo>
                    <a:lnTo>
                      <a:pt x="965949" y="503847"/>
                    </a:lnTo>
                    <a:lnTo>
                      <a:pt x="1207439" y="437210"/>
                    </a:lnTo>
                    <a:lnTo>
                      <a:pt x="1448917" y="353047"/>
                    </a:lnTo>
                    <a:lnTo>
                      <a:pt x="1690408" y="245491"/>
                    </a:lnTo>
                    <a:lnTo>
                      <a:pt x="1931885" y="125666"/>
                    </a:lnTo>
                    <a:lnTo>
                      <a:pt x="2173376" y="0"/>
                    </a:lnTo>
                  </a:path>
                </a:pathLst>
              </a:custGeom>
              <a:ln w="23355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08" name="object 87">
                <a:extLst>
                  <a:ext uri="{FF2B5EF4-FFF2-40B4-BE49-F238E27FC236}">
                    <a16:creationId xmlns:a16="http://schemas.microsoft.com/office/drawing/2014/main" id="{718EF825-557F-43FC-B96A-F545455D77EB}"/>
                  </a:ext>
                </a:extLst>
              </p:cNvPr>
              <p:cNvSpPr/>
              <p:nvPr/>
            </p:nvSpPr>
            <p:spPr>
              <a:xfrm>
                <a:off x="881354" y="3562057"/>
                <a:ext cx="2349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3494" h="46989">
                    <a:moveTo>
                      <a:pt x="0" y="46761"/>
                    </a:moveTo>
                    <a:lnTo>
                      <a:pt x="0" y="0"/>
                    </a:lnTo>
                    <a:lnTo>
                      <a:pt x="23342" y="0"/>
                    </a:lnTo>
                    <a:lnTo>
                      <a:pt x="0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09" name="object 88">
                <a:extLst>
                  <a:ext uri="{FF2B5EF4-FFF2-40B4-BE49-F238E27FC236}">
                    <a16:creationId xmlns:a16="http://schemas.microsoft.com/office/drawing/2014/main" id="{785BB987-F49A-4DF5-8B73-6A999FA9BC63}"/>
                  </a:ext>
                </a:extLst>
              </p:cNvPr>
              <p:cNvSpPr/>
              <p:nvPr/>
            </p:nvSpPr>
            <p:spPr>
              <a:xfrm>
                <a:off x="881354" y="3562057"/>
                <a:ext cx="2349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3494" h="46989">
                    <a:moveTo>
                      <a:pt x="0" y="46761"/>
                    </a:moveTo>
                    <a:lnTo>
                      <a:pt x="23342" y="0"/>
                    </a:lnTo>
                    <a:lnTo>
                      <a:pt x="0" y="0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10" name="object 89">
                <a:extLst>
                  <a:ext uri="{FF2B5EF4-FFF2-40B4-BE49-F238E27FC236}">
                    <a16:creationId xmlns:a16="http://schemas.microsoft.com/office/drawing/2014/main" id="{A0E86231-FDF1-492A-8124-09518E301DA6}"/>
                  </a:ext>
                </a:extLst>
              </p:cNvPr>
              <p:cNvSpPr/>
              <p:nvPr/>
            </p:nvSpPr>
            <p:spPr>
              <a:xfrm>
                <a:off x="1099515" y="3555047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90" h="46989">
                    <a:moveTo>
                      <a:pt x="23329" y="46761"/>
                    </a:moveTo>
                    <a:lnTo>
                      <a:pt x="0" y="0"/>
                    </a:lnTo>
                    <a:lnTo>
                      <a:pt x="46659" y="0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11" name="object 90">
                <a:extLst>
                  <a:ext uri="{FF2B5EF4-FFF2-40B4-BE49-F238E27FC236}">
                    <a16:creationId xmlns:a16="http://schemas.microsoft.com/office/drawing/2014/main" id="{F520470E-18E8-43B7-B919-FA80CEF20B58}"/>
                  </a:ext>
                </a:extLst>
              </p:cNvPr>
              <p:cNvSpPr/>
              <p:nvPr/>
            </p:nvSpPr>
            <p:spPr>
              <a:xfrm>
                <a:off x="1099515" y="3555047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90" h="46989">
                    <a:moveTo>
                      <a:pt x="23329" y="46761"/>
                    </a:moveTo>
                    <a:lnTo>
                      <a:pt x="46659" y="0"/>
                    </a:lnTo>
                    <a:lnTo>
                      <a:pt x="0" y="0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12" name="object 91">
                <a:extLst>
                  <a:ext uri="{FF2B5EF4-FFF2-40B4-BE49-F238E27FC236}">
                    <a16:creationId xmlns:a16="http://schemas.microsoft.com/office/drawing/2014/main" id="{8245676D-12E5-4AA4-97EE-471780C0CD2F}"/>
                  </a:ext>
                </a:extLst>
              </p:cNvPr>
              <p:cNvSpPr/>
              <p:nvPr/>
            </p:nvSpPr>
            <p:spPr>
              <a:xfrm>
                <a:off x="1340993" y="3538093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90" h="46989">
                    <a:moveTo>
                      <a:pt x="23342" y="46761"/>
                    </a:moveTo>
                    <a:lnTo>
                      <a:pt x="0" y="0"/>
                    </a:lnTo>
                    <a:lnTo>
                      <a:pt x="46672" y="0"/>
                    </a:lnTo>
                    <a:lnTo>
                      <a:pt x="23342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13" name="object 92">
                <a:extLst>
                  <a:ext uri="{FF2B5EF4-FFF2-40B4-BE49-F238E27FC236}">
                    <a16:creationId xmlns:a16="http://schemas.microsoft.com/office/drawing/2014/main" id="{09BB6140-1151-4F80-9BB1-AE15142E927A}"/>
                  </a:ext>
                </a:extLst>
              </p:cNvPr>
              <p:cNvSpPr/>
              <p:nvPr/>
            </p:nvSpPr>
            <p:spPr>
              <a:xfrm>
                <a:off x="1340993" y="3538093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90" h="46989">
                    <a:moveTo>
                      <a:pt x="23342" y="46761"/>
                    </a:moveTo>
                    <a:lnTo>
                      <a:pt x="46672" y="0"/>
                    </a:lnTo>
                    <a:lnTo>
                      <a:pt x="0" y="0"/>
                    </a:lnTo>
                    <a:lnTo>
                      <a:pt x="23342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14" name="object 93">
                <a:extLst>
                  <a:ext uri="{FF2B5EF4-FFF2-40B4-BE49-F238E27FC236}">
                    <a16:creationId xmlns:a16="http://schemas.microsoft.com/office/drawing/2014/main" id="{F7047094-5EF4-44D6-A9C4-78997F92DE2B}"/>
                  </a:ext>
                </a:extLst>
              </p:cNvPr>
              <p:cNvSpPr/>
              <p:nvPr/>
            </p:nvSpPr>
            <p:spPr>
              <a:xfrm>
                <a:off x="1582483" y="350302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0" y="0"/>
                    </a:lnTo>
                    <a:lnTo>
                      <a:pt x="46659" y="0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15" name="object 94">
                <a:extLst>
                  <a:ext uri="{FF2B5EF4-FFF2-40B4-BE49-F238E27FC236}">
                    <a16:creationId xmlns:a16="http://schemas.microsoft.com/office/drawing/2014/main" id="{E7557825-5AE7-4CB8-9582-FC6C65C2B484}"/>
                  </a:ext>
                </a:extLst>
              </p:cNvPr>
              <p:cNvSpPr/>
              <p:nvPr/>
            </p:nvSpPr>
            <p:spPr>
              <a:xfrm>
                <a:off x="1582483" y="350302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46659" y="0"/>
                    </a:lnTo>
                    <a:lnTo>
                      <a:pt x="0" y="0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16" name="object 95">
                <a:extLst>
                  <a:ext uri="{FF2B5EF4-FFF2-40B4-BE49-F238E27FC236}">
                    <a16:creationId xmlns:a16="http://schemas.microsoft.com/office/drawing/2014/main" id="{FD5B5F90-AB5A-4ACE-B564-482BF785CD94}"/>
                  </a:ext>
                </a:extLst>
              </p:cNvPr>
              <p:cNvSpPr/>
              <p:nvPr/>
            </p:nvSpPr>
            <p:spPr>
              <a:xfrm>
                <a:off x="1823973" y="3456266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0" y="0"/>
                    </a:lnTo>
                    <a:lnTo>
                      <a:pt x="46659" y="0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17" name="object 96">
                <a:extLst>
                  <a:ext uri="{FF2B5EF4-FFF2-40B4-BE49-F238E27FC236}">
                    <a16:creationId xmlns:a16="http://schemas.microsoft.com/office/drawing/2014/main" id="{0743DF61-26FF-404B-B545-17E46B00A3D8}"/>
                  </a:ext>
                </a:extLst>
              </p:cNvPr>
              <p:cNvSpPr/>
              <p:nvPr/>
            </p:nvSpPr>
            <p:spPr>
              <a:xfrm>
                <a:off x="1823973" y="3456266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46659" y="0"/>
                    </a:lnTo>
                    <a:lnTo>
                      <a:pt x="0" y="0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18" name="object 97">
                <a:extLst>
                  <a:ext uri="{FF2B5EF4-FFF2-40B4-BE49-F238E27FC236}">
                    <a16:creationId xmlns:a16="http://schemas.microsoft.com/office/drawing/2014/main" id="{8A80827C-2A25-470D-8BEB-C5C0C32A7568}"/>
                  </a:ext>
                </a:extLst>
              </p:cNvPr>
              <p:cNvSpPr/>
              <p:nvPr/>
            </p:nvSpPr>
            <p:spPr>
              <a:xfrm>
                <a:off x="2065451" y="3389630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42" y="46761"/>
                    </a:moveTo>
                    <a:lnTo>
                      <a:pt x="0" y="0"/>
                    </a:lnTo>
                    <a:lnTo>
                      <a:pt x="46672" y="0"/>
                    </a:lnTo>
                    <a:lnTo>
                      <a:pt x="23342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19" name="object 98">
                <a:extLst>
                  <a:ext uri="{FF2B5EF4-FFF2-40B4-BE49-F238E27FC236}">
                    <a16:creationId xmlns:a16="http://schemas.microsoft.com/office/drawing/2014/main" id="{94F8FBCB-AB62-4DF1-9F83-5960F780361E}"/>
                  </a:ext>
                </a:extLst>
              </p:cNvPr>
              <p:cNvSpPr/>
              <p:nvPr/>
            </p:nvSpPr>
            <p:spPr>
              <a:xfrm>
                <a:off x="2065451" y="3389630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42" y="46761"/>
                    </a:moveTo>
                    <a:lnTo>
                      <a:pt x="46672" y="0"/>
                    </a:lnTo>
                    <a:lnTo>
                      <a:pt x="0" y="0"/>
                    </a:lnTo>
                    <a:lnTo>
                      <a:pt x="23342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20" name="object 99">
                <a:extLst>
                  <a:ext uri="{FF2B5EF4-FFF2-40B4-BE49-F238E27FC236}">
                    <a16:creationId xmlns:a16="http://schemas.microsoft.com/office/drawing/2014/main" id="{3C4E5A83-063C-410C-A098-B0BE94A93995}"/>
                  </a:ext>
                </a:extLst>
              </p:cNvPr>
              <p:cNvSpPr/>
              <p:nvPr/>
            </p:nvSpPr>
            <p:spPr>
              <a:xfrm>
                <a:off x="2306942" y="3305467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0" y="0"/>
                    </a:lnTo>
                    <a:lnTo>
                      <a:pt x="46659" y="0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21" name="object 100">
                <a:extLst>
                  <a:ext uri="{FF2B5EF4-FFF2-40B4-BE49-F238E27FC236}">
                    <a16:creationId xmlns:a16="http://schemas.microsoft.com/office/drawing/2014/main" id="{2C270EE9-A5C3-4A98-9382-B88F1C856C64}"/>
                  </a:ext>
                </a:extLst>
              </p:cNvPr>
              <p:cNvSpPr/>
              <p:nvPr/>
            </p:nvSpPr>
            <p:spPr>
              <a:xfrm>
                <a:off x="2306942" y="3305467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46659" y="0"/>
                    </a:lnTo>
                    <a:lnTo>
                      <a:pt x="0" y="0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22" name="object 101">
                <a:extLst>
                  <a:ext uri="{FF2B5EF4-FFF2-40B4-BE49-F238E27FC236}">
                    <a16:creationId xmlns:a16="http://schemas.microsoft.com/office/drawing/2014/main" id="{F4528D2F-9E4B-4C24-8BD4-2A8D04E5B423}"/>
                  </a:ext>
                </a:extLst>
              </p:cNvPr>
              <p:cNvSpPr/>
              <p:nvPr/>
            </p:nvSpPr>
            <p:spPr>
              <a:xfrm>
                <a:off x="2548432" y="3197910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0" y="0"/>
                    </a:lnTo>
                    <a:lnTo>
                      <a:pt x="46659" y="0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23" name="object 102">
                <a:extLst>
                  <a:ext uri="{FF2B5EF4-FFF2-40B4-BE49-F238E27FC236}">
                    <a16:creationId xmlns:a16="http://schemas.microsoft.com/office/drawing/2014/main" id="{C30FED12-F9C6-4C1D-9C4A-EC1D8B180240}"/>
                  </a:ext>
                </a:extLst>
              </p:cNvPr>
              <p:cNvSpPr/>
              <p:nvPr/>
            </p:nvSpPr>
            <p:spPr>
              <a:xfrm>
                <a:off x="2548432" y="3197910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46659" y="0"/>
                    </a:lnTo>
                    <a:lnTo>
                      <a:pt x="0" y="0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24" name="object 103">
                <a:extLst>
                  <a:ext uri="{FF2B5EF4-FFF2-40B4-BE49-F238E27FC236}">
                    <a16:creationId xmlns:a16="http://schemas.microsoft.com/office/drawing/2014/main" id="{3D107F08-FA73-4965-8D5D-A49B472D92FE}"/>
                  </a:ext>
                </a:extLst>
              </p:cNvPr>
              <p:cNvSpPr/>
              <p:nvPr/>
            </p:nvSpPr>
            <p:spPr>
              <a:xfrm>
                <a:off x="2789910" y="3078086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0" y="0"/>
                    </a:lnTo>
                    <a:lnTo>
                      <a:pt x="46672" y="0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25" name="object 104">
                <a:extLst>
                  <a:ext uri="{FF2B5EF4-FFF2-40B4-BE49-F238E27FC236}">
                    <a16:creationId xmlns:a16="http://schemas.microsoft.com/office/drawing/2014/main" id="{5937A25E-4DB1-4B62-A14F-EC9190544DCE}"/>
                  </a:ext>
                </a:extLst>
              </p:cNvPr>
              <p:cNvSpPr/>
              <p:nvPr/>
            </p:nvSpPr>
            <p:spPr>
              <a:xfrm>
                <a:off x="2789910" y="3078086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46672" y="0"/>
                    </a:lnTo>
                    <a:lnTo>
                      <a:pt x="0" y="0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26" name="object 105">
                <a:extLst>
                  <a:ext uri="{FF2B5EF4-FFF2-40B4-BE49-F238E27FC236}">
                    <a16:creationId xmlns:a16="http://schemas.microsoft.com/office/drawing/2014/main" id="{CE3B953A-CBD5-4262-B7A7-829AE6DA7331}"/>
                  </a:ext>
                </a:extLst>
              </p:cNvPr>
              <p:cNvSpPr/>
              <p:nvPr/>
            </p:nvSpPr>
            <p:spPr>
              <a:xfrm>
                <a:off x="3031401" y="2952419"/>
                <a:ext cx="2857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6989">
                    <a:moveTo>
                      <a:pt x="23329" y="46761"/>
                    </a:moveTo>
                    <a:lnTo>
                      <a:pt x="0" y="0"/>
                    </a:lnTo>
                    <a:lnTo>
                      <a:pt x="27990" y="0"/>
                    </a:lnTo>
                    <a:lnTo>
                      <a:pt x="27990" y="37419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27" name="object 106">
                <a:extLst>
                  <a:ext uri="{FF2B5EF4-FFF2-40B4-BE49-F238E27FC236}">
                    <a16:creationId xmlns:a16="http://schemas.microsoft.com/office/drawing/2014/main" id="{7B125D23-7ED5-477B-A1B0-962E5870C4DE}"/>
                  </a:ext>
                </a:extLst>
              </p:cNvPr>
              <p:cNvSpPr/>
              <p:nvPr/>
            </p:nvSpPr>
            <p:spPr>
              <a:xfrm>
                <a:off x="3031401" y="2952419"/>
                <a:ext cx="2857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6989">
                    <a:moveTo>
                      <a:pt x="27990" y="0"/>
                    </a:moveTo>
                    <a:lnTo>
                      <a:pt x="0" y="0"/>
                    </a:lnTo>
                    <a:lnTo>
                      <a:pt x="23329" y="46761"/>
                    </a:lnTo>
                    <a:lnTo>
                      <a:pt x="27990" y="37419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28" name="object 107">
                <a:extLst>
                  <a:ext uri="{FF2B5EF4-FFF2-40B4-BE49-F238E27FC236}">
                    <a16:creationId xmlns:a16="http://schemas.microsoft.com/office/drawing/2014/main" id="{F6C2CB41-088F-4165-AC63-1C9374F1D7C8}"/>
                  </a:ext>
                </a:extLst>
              </p:cNvPr>
              <p:cNvSpPr/>
              <p:nvPr/>
            </p:nvSpPr>
            <p:spPr>
              <a:xfrm>
                <a:off x="881354" y="2841358"/>
                <a:ext cx="2173605" cy="1339850"/>
              </a:xfrm>
              <a:custGeom>
                <a:avLst/>
                <a:gdLst/>
                <a:ahLst/>
                <a:cxnLst/>
                <a:rect l="l" t="t" r="r" b="b"/>
                <a:pathLst>
                  <a:path w="2173605" h="1339850">
                    <a:moveTo>
                      <a:pt x="0" y="1339697"/>
                    </a:moveTo>
                    <a:lnTo>
                      <a:pt x="0" y="0"/>
                    </a:lnTo>
                  </a:path>
                  <a:path w="2173605" h="1339850">
                    <a:moveTo>
                      <a:pt x="2173376" y="1339697"/>
                    </a:moveTo>
                    <a:lnTo>
                      <a:pt x="2173376" y="0"/>
                    </a:lnTo>
                  </a:path>
                  <a:path w="2173605" h="1339850">
                    <a:moveTo>
                      <a:pt x="0" y="1339697"/>
                    </a:moveTo>
                    <a:lnTo>
                      <a:pt x="2173376" y="1339697"/>
                    </a:lnTo>
                  </a:path>
                  <a:path w="2173605" h="1339850">
                    <a:moveTo>
                      <a:pt x="0" y="0"/>
                    </a:moveTo>
                    <a:lnTo>
                      <a:pt x="2173376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</p:grpSp>
        <p:grpSp>
          <p:nvGrpSpPr>
            <p:cNvPr id="129" name="object 149">
              <a:extLst>
                <a:ext uri="{FF2B5EF4-FFF2-40B4-BE49-F238E27FC236}">
                  <a16:creationId xmlns:a16="http://schemas.microsoft.com/office/drawing/2014/main" id="{A581C4D8-A39A-458F-B1CB-EEE8C99B4928}"/>
                </a:ext>
              </a:extLst>
            </p:cNvPr>
            <p:cNvGrpSpPr/>
            <p:nvPr/>
          </p:nvGrpSpPr>
          <p:grpSpPr>
            <a:xfrm>
              <a:off x="443890" y="2623921"/>
              <a:ext cx="166370" cy="330200"/>
              <a:chOff x="443890" y="2623921"/>
              <a:chExt cx="166370" cy="330200"/>
            </a:xfrm>
          </p:grpSpPr>
        </p:grpSp>
        <p:grpSp>
          <p:nvGrpSpPr>
            <p:cNvPr id="130" name="object 145">
              <a:extLst>
                <a:ext uri="{FF2B5EF4-FFF2-40B4-BE49-F238E27FC236}">
                  <a16:creationId xmlns:a16="http://schemas.microsoft.com/office/drawing/2014/main" id="{0C1AAE79-FAFC-4160-A5A8-30EE787DF7E4}"/>
                </a:ext>
              </a:extLst>
            </p:cNvPr>
            <p:cNvGrpSpPr/>
            <p:nvPr/>
          </p:nvGrpSpPr>
          <p:grpSpPr>
            <a:xfrm>
              <a:off x="449719" y="3049447"/>
              <a:ext cx="138430" cy="312420"/>
              <a:chOff x="449719" y="3049447"/>
              <a:chExt cx="138430" cy="312420"/>
            </a:xfrm>
          </p:grpSpPr>
        </p:grpSp>
        <p:grpSp>
          <p:nvGrpSpPr>
            <p:cNvPr id="131" name="object 139">
              <a:extLst>
                <a:ext uri="{FF2B5EF4-FFF2-40B4-BE49-F238E27FC236}">
                  <a16:creationId xmlns:a16="http://schemas.microsoft.com/office/drawing/2014/main" id="{AB6BB6C5-D3A0-4646-BB46-E68DAA40D8EF}"/>
                </a:ext>
              </a:extLst>
            </p:cNvPr>
            <p:cNvGrpSpPr/>
            <p:nvPr/>
          </p:nvGrpSpPr>
          <p:grpSpPr>
            <a:xfrm>
              <a:off x="443890" y="3460356"/>
              <a:ext cx="144145" cy="487045"/>
              <a:chOff x="443890" y="3460356"/>
              <a:chExt cx="144145" cy="487045"/>
            </a:xfrm>
          </p:grpSpPr>
        </p:grpSp>
        <p:grpSp>
          <p:nvGrpSpPr>
            <p:cNvPr id="132" name="object 154">
              <a:extLst>
                <a:ext uri="{FF2B5EF4-FFF2-40B4-BE49-F238E27FC236}">
                  <a16:creationId xmlns:a16="http://schemas.microsoft.com/office/drawing/2014/main" id="{7DDEFBEA-3C84-4B8C-ADEC-AA235AE6D3C2}"/>
                </a:ext>
              </a:extLst>
            </p:cNvPr>
            <p:cNvGrpSpPr/>
            <p:nvPr/>
          </p:nvGrpSpPr>
          <p:grpSpPr>
            <a:xfrm>
              <a:off x="3260051" y="2623921"/>
              <a:ext cx="2647950" cy="1789430"/>
              <a:chOff x="3260051" y="2623921"/>
              <a:chExt cx="2647950" cy="1789430"/>
            </a:xfrm>
          </p:grpSpPr>
          <p:sp>
            <p:nvSpPr>
              <p:cNvPr id="133" name="object 170">
                <a:extLst>
                  <a:ext uri="{FF2B5EF4-FFF2-40B4-BE49-F238E27FC236}">
                    <a16:creationId xmlns:a16="http://schemas.microsoft.com/office/drawing/2014/main" id="{B0BFDD2B-0BF5-4AD5-A3C3-30EFE4F516AC}"/>
                  </a:ext>
                </a:extLst>
              </p:cNvPr>
              <p:cNvSpPr/>
              <p:nvPr/>
            </p:nvSpPr>
            <p:spPr>
              <a:xfrm>
                <a:off x="3664280" y="3851973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35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34" name="object 171">
                <a:extLst>
                  <a:ext uri="{FF2B5EF4-FFF2-40B4-BE49-F238E27FC236}">
                    <a16:creationId xmlns:a16="http://schemas.microsoft.com/office/drawing/2014/main" id="{8BD73EFE-A736-4A87-8EB1-D276482B9CD0}"/>
                  </a:ext>
                </a:extLst>
              </p:cNvPr>
              <p:cNvSpPr/>
              <p:nvPr/>
            </p:nvSpPr>
            <p:spPr>
              <a:xfrm>
                <a:off x="3664280" y="3851973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35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35" name="object 173">
                <a:extLst>
                  <a:ext uri="{FF2B5EF4-FFF2-40B4-BE49-F238E27FC236}">
                    <a16:creationId xmlns:a16="http://schemas.microsoft.com/office/drawing/2014/main" id="{B237278B-C2F0-49A1-AB47-2E5B46EF78E5}"/>
                  </a:ext>
                </a:extLst>
              </p:cNvPr>
              <p:cNvSpPr/>
              <p:nvPr/>
            </p:nvSpPr>
            <p:spPr>
              <a:xfrm>
                <a:off x="3664280" y="3523488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35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36" name="object 174">
                <a:extLst>
                  <a:ext uri="{FF2B5EF4-FFF2-40B4-BE49-F238E27FC236}">
                    <a16:creationId xmlns:a16="http://schemas.microsoft.com/office/drawing/2014/main" id="{204B7F61-846C-4FC8-AF3B-F2A33C0C365A}"/>
                  </a:ext>
                </a:extLst>
              </p:cNvPr>
              <p:cNvSpPr/>
              <p:nvPr/>
            </p:nvSpPr>
            <p:spPr>
              <a:xfrm>
                <a:off x="3664280" y="3523488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35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37" name="object 176">
                <a:extLst>
                  <a:ext uri="{FF2B5EF4-FFF2-40B4-BE49-F238E27FC236}">
                    <a16:creationId xmlns:a16="http://schemas.microsoft.com/office/drawing/2014/main" id="{B4CFEE54-60C2-4264-B42D-70259BEED161}"/>
                  </a:ext>
                </a:extLst>
              </p:cNvPr>
              <p:cNvSpPr/>
              <p:nvPr/>
            </p:nvSpPr>
            <p:spPr>
              <a:xfrm>
                <a:off x="3664280" y="3194405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35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38" name="object 177">
                <a:extLst>
                  <a:ext uri="{FF2B5EF4-FFF2-40B4-BE49-F238E27FC236}">
                    <a16:creationId xmlns:a16="http://schemas.microsoft.com/office/drawing/2014/main" id="{F328FF79-3DBC-4A38-9114-8E8973E58206}"/>
                  </a:ext>
                </a:extLst>
              </p:cNvPr>
              <p:cNvSpPr/>
              <p:nvPr/>
            </p:nvSpPr>
            <p:spPr>
              <a:xfrm>
                <a:off x="3664280" y="3194405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35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39" name="object 181">
                <a:extLst>
                  <a:ext uri="{FF2B5EF4-FFF2-40B4-BE49-F238E27FC236}">
                    <a16:creationId xmlns:a16="http://schemas.microsoft.com/office/drawing/2014/main" id="{4FB7F224-10BB-4C2E-8D5D-7339B4167EBB}"/>
                  </a:ext>
                </a:extLst>
              </p:cNvPr>
              <p:cNvSpPr/>
              <p:nvPr/>
            </p:nvSpPr>
            <p:spPr>
              <a:xfrm>
                <a:off x="3691115" y="3867759"/>
                <a:ext cx="217424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2174240" h="132714">
                    <a:moveTo>
                      <a:pt x="0" y="114566"/>
                    </a:moveTo>
                    <a:lnTo>
                      <a:pt x="242062" y="132689"/>
                    </a:lnTo>
                    <a:lnTo>
                      <a:pt x="483552" y="116319"/>
                    </a:lnTo>
                    <a:lnTo>
                      <a:pt x="725042" y="101701"/>
                    </a:lnTo>
                    <a:lnTo>
                      <a:pt x="966520" y="58458"/>
                    </a:lnTo>
                    <a:lnTo>
                      <a:pt x="1208011" y="89433"/>
                    </a:lnTo>
                    <a:lnTo>
                      <a:pt x="1449489" y="98780"/>
                    </a:lnTo>
                    <a:lnTo>
                      <a:pt x="1690979" y="48513"/>
                    </a:lnTo>
                    <a:lnTo>
                      <a:pt x="1932470" y="0"/>
                    </a:lnTo>
                    <a:lnTo>
                      <a:pt x="2173947" y="10528"/>
                    </a:lnTo>
                  </a:path>
                </a:pathLst>
              </a:custGeom>
              <a:ln w="23355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40" name="object 182">
                <a:extLst>
                  <a:ext uri="{FF2B5EF4-FFF2-40B4-BE49-F238E27FC236}">
                    <a16:creationId xmlns:a16="http://schemas.microsoft.com/office/drawing/2014/main" id="{8FFBCF60-3B95-4D71-89B6-3EE65F79D57D}"/>
                  </a:ext>
                </a:extLst>
              </p:cNvPr>
              <p:cNvSpPr/>
              <p:nvPr/>
            </p:nvSpPr>
            <p:spPr>
              <a:xfrm>
                <a:off x="3691115" y="3958945"/>
                <a:ext cx="2349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989">
                    <a:moveTo>
                      <a:pt x="6413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6413" y="0"/>
                    </a:lnTo>
                    <a:lnTo>
                      <a:pt x="12242" y="2336"/>
                    </a:lnTo>
                    <a:lnTo>
                      <a:pt x="16916" y="6426"/>
                    </a:lnTo>
                    <a:lnTo>
                      <a:pt x="20993" y="11099"/>
                    </a:lnTo>
                    <a:lnTo>
                      <a:pt x="23329" y="16954"/>
                    </a:lnTo>
                    <a:lnTo>
                      <a:pt x="23329" y="29222"/>
                    </a:lnTo>
                    <a:lnTo>
                      <a:pt x="20993" y="35648"/>
                    </a:lnTo>
                    <a:lnTo>
                      <a:pt x="12242" y="44424"/>
                    </a:lnTo>
                    <a:lnTo>
                      <a:pt x="6413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41" name="object 183">
                <a:extLst>
                  <a:ext uri="{FF2B5EF4-FFF2-40B4-BE49-F238E27FC236}">
                    <a16:creationId xmlns:a16="http://schemas.microsoft.com/office/drawing/2014/main" id="{D1115D6A-C812-4E11-97FB-EDBD90B93E5A}"/>
                  </a:ext>
                </a:extLst>
              </p:cNvPr>
              <p:cNvSpPr/>
              <p:nvPr/>
            </p:nvSpPr>
            <p:spPr>
              <a:xfrm>
                <a:off x="3691115" y="3958945"/>
                <a:ext cx="2349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989">
                    <a:moveTo>
                      <a:pt x="0" y="46761"/>
                    </a:moveTo>
                    <a:lnTo>
                      <a:pt x="23329" y="29222"/>
                    </a:lnTo>
                    <a:lnTo>
                      <a:pt x="23329" y="23380"/>
                    </a:lnTo>
                    <a:lnTo>
                      <a:pt x="23329" y="16954"/>
                    </a:lnTo>
                    <a:lnTo>
                      <a:pt x="20993" y="11099"/>
                    </a:lnTo>
                    <a:lnTo>
                      <a:pt x="16916" y="6426"/>
                    </a:lnTo>
                    <a:lnTo>
                      <a:pt x="12242" y="2336"/>
                    </a:lnTo>
                    <a:lnTo>
                      <a:pt x="6413" y="0"/>
                    </a:lnTo>
                    <a:lnTo>
                      <a:pt x="0" y="0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42" name="object 184">
                <a:extLst>
                  <a:ext uri="{FF2B5EF4-FFF2-40B4-BE49-F238E27FC236}">
                    <a16:creationId xmlns:a16="http://schemas.microsoft.com/office/drawing/2014/main" id="{8D6446C0-2BCA-46E1-B170-A2A2CBC147B7}"/>
                  </a:ext>
                </a:extLst>
              </p:cNvPr>
              <p:cNvSpPr/>
              <p:nvPr/>
            </p:nvSpPr>
            <p:spPr>
              <a:xfrm>
                <a:off x="3909847" y="397706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9171" y="46761"/>
                    </a:moveTo>
                    <a:lnTo>
                      <a:pt x="23329" y="46761"/>
                    </a:lnTo>
                    <a:lnTo>
                      <a:pt x="16916" y="46761"/>
                    </a:lnTo>
                    <a:lnTo>
                      <a:pt x="11087" y="44424"/>
                    </a:lnTo>
                    <a:lnTo>
                      <a:pt x="6413" y="40322"/>
                    </a:lnTo>
                    <a:lnTo>
                      <a:pt x="2336" y="35648"/>
                    </a:lnTo>
                    <a:lnTo>
                      <a:pt x="0" y="29806"/>
                    </a:lnTo>
                    <a:lnTo>
                      <a:pt x="0" y="17526"/>
                    </a:lnTo>
                    <a:lnTo>
                      <a:pt x="2336" y="11684"/>
                    </a:lnTo>
                    <a:lnTo>
                      <a:pt x="6413" y="7010"/>
                    </a:lnTo>
                    <a:lnTo>
                      <a:pt x="11087" y="2921"/>
                    </a:lnTo>
                    <a:lnTo>
                      <a:pt x="16916" y="0"/>
                    </a:lnTo>
                    <a:lnTo>
                      <a:pt x="29171" y="0"/>
                    </a:lnTo>
                    <a:lnTo>
                      <a:pt x="35001" y="2921"/>
                    </a:lnTo>
                    <a:lnTo>
                      <a:pt x="39662" y="7010"/>
                    </a:lnTo>
                    <a:lnTo>
                      <a:pt x="43751" y="11684"/>
                    </a:lnTo>
                    <a:lnTo>
                      <a:pt x="46659" y="17526"/>
                    </a:lnTo>
                    <a:lnTo>
                      <a:pt x="46659" y="29806"/>
                    </a:lnTo>
                    <a:lnTo>
                      <a:pt x="43751" y="35648"/>
                    </a:lnTo>
                    <a:lnTo>
                      <a:pt x="39662" y="40322"/>
                    </a:lnTo>
                    <a:lnTo>
                      <a:pt x="35001" y="44424"/>
                    </a:lnTo>
                    <a:lnTo>
                      <a:pt x="29171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43" name="object 185">
                <a:extLst>
                  <a:ext uri="{FF2B5EF4-FFF2-40B4-BE49-F238E27FC236}">
                    <a16:creationId xmlns:a16="http://schemas.microsoft.com/office/drawing/2014/main" id="{752800ED-33D0-4D8F-9015-75DF85E28AD6}"/>
                  </a:ext>
                </a:extLst>
              </p:cNvPr>
              <p:cNvSpPr/>
              <p:nvPr/>
            </p:nvSpPr>
            <p:spPr>
              <a:xfrm>
                <a:off x="3909847" y="397706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29171" y="46761"/>
                    </a:lnTo>
                    <a:lnTo>
                      <a:pt x="35001" y="44424"/>
                    </a:lnTo>
                    <a:lnTo>
                      <a:pt x="39662" y="40322"/>
                    </a:lnTo>
                    <a:lnTo>
                      <a:pt x="43751" y="35648"/>
                    </a:lnTo>
                    <a:lnTo>
                      <a:pt x="46659" y="29806"/>
                    </a:lnTo>
                    <a:lnTo>
                      <a:pt x="46659" y="23380"/>
                    </a:lnTo>
                    <a:lnTo>
                      <a:pt x="46659" y="17526"/>
                    </a:lnTo>
                    <a:lnTo>
                      <a:pt x="43751" y="11684"/>
                    </a:lnTo>
                    <a:lnTo>
                      <a:pt x="39662" y="7010"/>
                    </a:lnTo>
                    <a:lnTo>
                      <a:pt x="35001" y="2921"/>
                    </a:lnTo>
                    <a:lnTo>
                      <a:pt x="29171" y="0"/>
                    </a:lnTo>
                    <a:lnTo>
                      <a:pt x="23329" y="0"/>
                    </a:lnTo>
                    <a:lnTo>
                      <a:pt x="16916" y="0"/>
                    </a:lnTo>
                    <a:lnTo>
                      <a:pt x="11087" y="2921"/>
                    </a:lnTo>
                    <a:lnTo>
                      <a:pt x="6413" y="7010"/>
                    </a:lnTo>
                    <a:lnTo>
                      <a:pt x="2336" y="11684"/>
                    </a:lnTo>
                    <a:lnTo>
                      <a:pt x="0" y="17526"/>
                    </a:lnTo>
                    <a:lnTo>
                      <a:pt x="0" y="23380"/>
                    </a:lnTo>
                    <a:lnTo>
                      <a:pt x="0" y="29806"/>
                    </a:lnTo>
                    <a:lnTo>
                      <a:pt x="2336" y="35648"/>
                    </a:lnTo>
                    <a:lnTo>
                      <a:pt x="6413" y="40322"/>
                    </a:lnTo>
                    <a:lnTo>
                      <a:pt x="11087" y="44424"/>
                    </a:lnTo>
                    <a:lnTo>
                      <a:pt x="16916" y="46761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44" name="object 186">
                <a:extLst>
                  <a:ext uri="{FF2B5EF4-FFF2-40B4-BE49-F238E27FC236}">
                    <a16:creationId xmlns:a16="http://schemas.microsoft.com/office/drawing/2014/main" id="{A417A413-9606-47A9-BDD3-F8E8B9744A18}"/>
                  </a:ext>
                </a:extLst>
              </p:cNvPr>
              <p:cNvSpPr/>
              <p:nvPr/>
            </p:nvSpPr>
            <p:spPr>
              <a:xfrm>
                <a:off x="4151337" y="396069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9159" y="46761"/>
                    </a:moveTo>
                    <a:lnTo>
                      <a:pt x="23329" y="46761"/>
                    </a:lnTo>
                    <a:lnTo>
                      <a:pt x="16916" y="46761"/>
                    </a:lnTo>
                    <a:lnTo>
                      <a:pt x="11074" y="44424"/>
                    </a:lnTo>
                    <a:lnTo>
                      <a:pt x="2324" y="35661"/>
                    </a:lnTo>
                    <a:lnTo>
                      <a:pt x="0" y="29222"/>
                    </a:lnTo>
                    <a:lnTo>
                      <a:pt x="0" y="16954"/>
                    </a:lnTo>
                    <a:lnTo>
                      <a:pt x="2324" y="11099"/>
                    </a:lnTo>
                    <a:lnTo>
                      <a:pt x="11074" y="2336"/>
                    </a:lnTo>
                    <a:lnTo>
                      <a:pt x="16916" y="0"/>
                    </a:lnTo>
                    <a:lnTo>
                      <a:pt x="29159" y="0"/>
                    </a:lnTo>
                    <a:lnTo>
                      <a:pt x="34988" y="2336"/>
                    </a:lnTo>
                    <a:lnTo>
                      <a:pt x="43738" y="11099"/>
                    </a:lnTo>
                    <a:lnTo>
                      <a:pt x="46659" y="16954"/>
                    </a:lnTo>
                    <a:lnTo>
                      <a:pt x="46659" y="29222"/>
                    </a:lnTo>
                    <a:lnTo>
                      <a:pt x="43738" y="35661"/>
                    </a:lnTo>
                    <a:lnTo>
                      <a:pt x="34988" y="44424"/>
                    </a:lnTo>
                    <a:lnTo>
                      <a:pt x="29159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45" name="object 187">
                <a:extLst>
                  <a:ext uri="{FF2B5EF4-FFF2-40B4-BE49-F238E27FC236}">
                    <a16:creationId xmlns:a16="http://schemas.microsoft.com/office/drawing/2014/main" id="{A4CA7C41-C3FA-4EF3-9895-418C0A186999}"/>
                  </a:ext>
                </a:extLst>
              </p:cNvPr>
              <p:cNvSpPr/>
              <p:nvPr/>
            </p:nvSpPr>
            <p:spPr>
              <a:xfrm>
                <a:off x="4151337" y="396069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29159" y="46761"/>
                    </a:lnTo>
                    <a:lnTo>
                      <a:pt x="34988" y="44424"/>
                    </a:lnTo>
                    <a:lnTo>
                      <a:pt x="39662" y="39750"/>
                    </a:lnTo>
                    <a:lnTo>
                      <a:pt x="43738" y="35661"/>
                    </a:lnTo>
                    <a:lnTo>
                      <a:pt x="46659" y="29222"/>
                    </a:lnTo>
                    <a:lnTo>
                      <a:pt x="46659" y="23380"/>
                    </a:lnTo>
                    <a:lnTo>
                      <a:pt x="46659" y="16954"/>
                    </a:lnTo>
                    <a:lnTo>
                      <a:pt x="43738" y="11099"/>
                    </a:lnTo>
                    <a:lnTo>
                      <a:pt x="39662" y="7010"/>
                    </a:lnTo>
                    <a:lnTo>
                      <a:pt x="34988" y="2336"/>
                    </a:lnTo>
                    <a:lnTo>
                      <a:pt x="29159" y="0"/>
                    </a:lnTo>
                    <a:lnTo>
                      <a:pt x="23329" y="0"/>
                    </a:lnTo>
                    <a:lnTo>
                      <a:pt x="16916" y="0"/>
                    </a:lnTo>
                    <a:lnTo>
                      <a:pt x="11074" y="2336"/>
                    </a:lnTo>
                    <a:lnTo>
                      <a:pt x="6413" y="7010"/>
                    </a:lnTo>
                    <a:lnTo>
                      <a:pt x="2324" y="11099"/>
                    </a:lnTo>
                    <a:lnTo>
                      <a:pt x="0" y="16954"/>
                    </a:lnTo>
                    <a:lnTo>
                      <a:pt x="0" y="23380"/>
                    </a:lnTo>
                    <a:lnTo>
                      <a:pt x="0" y="29222"/>
                    </a:lnTo>
                    <a:lnTo>
                      <a:pt x="2324" y="35661"/>
                    </a:lnTo>
                    <a:lnTo>
                      <a:pt x="6413" y="39750"/>
                    </a:lnTo>
                    <a:lnTo>
                      <a:pt x="11074" y="44424"/>
                    </a:lnTo>
                    <a:lnTo>
                      <a:pt x="16916" y="46761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46" name="object 188">
                <a:extLst>
                  <a:ext uri="{FF2B5EF4-FFF2-40B4-BE49-F238E27FC236}">
                    <a16:creationId xmlns:a16="http://schemas.microsoft.com/office/drawing/2014/main" id="{E91F7D25-6412-4DFE-B7D5-FBA0C4276249}"/>
                  </a:ext>
                </a:extLst>
              </p:cNvPr>
              <p:cNvSpPr/>
              <p:nvPr/>
            </p:nvSpPr>
            <p:spPr>
              <a:xfrm>
                <a:off x="4392815" y="3946080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9171" y="46761"/>
                    </a:moveTo>
                    <a:lnTo>
                      <a:pt x="23342" y="46761"/>
                    </a:lnTo>
                    <a:lnTo>
                      <a:pt x="16916" y="46761"/>
                    </a:lnTo>
                    <a:lnTo>
                      <a:pt x="11087" y="44424"/>
                    </a:lnTo>
                    <a:lnTo>
                      <a:pt x="6426" y="40335"/>
                    </a:lnTo>
                    <a:lnTo>
                      <a:pt x="2336" y="35661"/>
                    </a:lnTo>
                    <a:lnTo>
                      <a:pt x="0" y="29819"/>
                    </a:lnTo>
                    <a:lnTo>
                      <a:pt x="0" y="17538"/>
                    </a:lnTo>
                    <a:lnTo>
                      <a:pt x="2336" y="11112"/>
                    </a:lnTo>
                    <a:lnTo>
                      <a:pt x="11087" y="2349"/>
                    </a:lnTo>
                    <a:lnTo>
                      <a:pt x="16916" y="0"/>
                    </a:lnTo>
                    <a:lnTo>
                      <a:pt x="29171" y="0"/>
                    </a:lnTo>
                    <a:lnTo>
                      <a:pt x="35001" y="2349"/>
                    </a:lnTo>
                    <a:lnTo>
                      <a:pt x="43751" y="11112"/>
                    </a:lnTo>
                    <a:lnTo>
                      <a:pt x="46672" y="17538"/>
                    </a:lnTo>
                    <a:lnTo>
                      <a:pt x="46672" y="29819"/>
                    </a:lnTo>
                    <a:lnTo>
                      <a:pt x="43751" y="35661"/>
                    </a:lnTo>
                    <a:lnTo>
                      <a:pt x="39674" y="40335"/>
                    </a:lnTo>
                    <a:lnTo>
                      <a:pt x="35001" y="44424"/>
                    </a:lnTo>
                    <a:lnTo>
                      <a:pt x="29171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47" name="object 189">
                <a:extLst>
                  <a:ext uri="{FF2B5EF4-FFF2-40B4-BE49-F238E27FC236}">
                    <a16:creationId xmlns:a16="http://schemas.microsoft.com/office/drawing/2014/main" id="{F17DC2E6-B944-4773-8C48-52F2521F3583}"/>
                  </a:ext>
                </a:extLst>
              </p:cNvPr>
              <p:cNvSpPr/>
              <p:nvPr/>
            </p:nvSpPr>
            <p:spPr>
              <a:xfrm>
                <a:off x="4392815" y="3946080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42" y="46761"/>
                    </a:moveTo>
                    <a:lnTo>
                      <a:pt x="29171" y="46761"/>
                    </a:lnTo>
                    <a:lnTo>
                      <a:pt x="35001" y="44424"/>
                    </a:lnTo>
                    <a:lnTo>
                      <a:pt x="39674" y="40335"/>
                    </a:lnTo>
                    <a:lnTo>
                      <a:pt x="43751" y="35661"/>
                    </a:lnTo>
                    <a:lnTo>
                      <a:pt x="46672" y="29819"/>
                    </a:lnTo>
                    <a:lnTo>
                      <a:pt x="46672" y="23380"/>
                    </a:lnTo>
                    <a:lnTo>
                      <a:pt x="46672" y="17538"/>
                    </a:lnTo>
                    <a:lnTo>
                      <a:pt x="43751" y="11112"/>
                    </a:lnTo>
                    <a:lnTo>
                      <a:pt x="39674" y="7023"/>
                    </a:lnTo>
                    <a:lnTo>
                      <a:pt x="35001" y="2349"/>
                    </a:lnTo>
                    <a:lnTo>
                      <a:pt x="29171" y="0"/>
                    </a:lnTo>
                    <a:lnTo>
                      <a:pt x="23342" y="0"/>
                    </a:lnTo>
                    <a:lnTo>
                      <a:pt x="16916" y="0"/>
                    </a:lnTo>
                    <a:lnTo>
                      <a:pt x="11087" y="2349"/>
                    </a:lnTo>
                    <a:lnTo>
                      <a:pt x="6426" y="7023"/>
                    </a:lnTo>
                    <a:lnTo>
                      <a:pt x="2336" y="11112"/>
                    </a:lnTo>
                    <a:lnTo>
                      <a:pt x="0" y="17538"/>
                    </a:lnTo>
                    <a:lnTo>
                      <a:pt x="0" y="23380"/>
                    </a:lnTo>
                    <a:lnTo>
                      <a:pt x="0" y="29819"/>
                    </a:lnTo>
                    <a:lnTo>
                      <a:pt x="2336" y="35661"/>
                    </a:lnTo>
                    <a:lnTo>
                      <a:pt x="6426" y="40335"/>
                    </a:lnTo>
                    <a:lnTo>
                      <a:pt x="11087" y="44424"/>
                    </a:lnTo>
                    <a:lnTo>
                      <a:pt x="16916" y="46761"/>
                    </a:lnTo>
                    <a:lnTo>
                      <a:pt x="23342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48" name="object 190">
                <a:extLst>
                  <a:ext uri="{FF2B5EF4-FFF2-40B4-BE49-F238E27FC236}">
                    <a16:creationId xmlns:a16="http://schemas.microsoft.com/office/drawing/2014/main" id="{17B69231-D51E-4645-A8E2-2FAC2B15B331}"/>
                  </a:ext>
                </a:extLst>
              </p:cNvPr>
              <p:cNvSpPr/>
              <p:nvPr/>
            </p:nvSpPr>
            <p:spPr>
              <a:xfrm>
                <a:off x="4634306" y="3902837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9159" y="46761"/>
                    </a:moveTo>
                    <a:lnTo>
                      <a:pt x="23329" y="46761"/>
                    </a:lnTo>
                    <a:lnTo>
                      <a:pt x="16916" y="46761"/>
                    </a:lnTo>
                    <a:lnTo>
                      <a:pt x="11087" y="44411"/>
                    </a:lnTo>
                    <a:lnTo>
                      <a:pt x="2336" y="35648"/>
                    </a:lnTo>
                    <a:lnTo>
                      <a:pt x="0" y="29806"/>
                    </a:lnTo>
                    <a:lnTo>
                      <a:pt x="0" y="16941"/>
                    </a:lnTo>
                    <a:lnTo>
                      <a:pt x="2336" y="11099"/>
                    </a:lnTo>
                    <a:lnTo>
                      <a:pt x="11087" y="2336"/>
                    </a:lnTo>
                    <a:lnTo>
                      <a:pt x="16916" y="0"/>
                    </a:lnTo>
                    <a:lnTo>
                      <a:pt x="29159" y="0"/>
                    </a:lnTo>
                    <a:lnTo>
                      <a:pt x="35001" y="2336"/>
                    </a:lnTo>
                    <a:lnTo>
                      <a:pt x="43751" y="11099"/>
                    </a:lnTo>
                    <a:lnTo>
                      <a:pt x="46659" y="16941"/>
                    </a:lnTo>
                    <a:lnTo>
                      <a:pt x="46659" y="29806"/>
                    </a:lnTo>
                    <a:lnTo>
                      <a:pt x="43751" y="35648"/>
                    </a:lnTo>
                    <a:lnTo>
                      <a:pt x="35001" y="44411"/>
                    </a:lnTo>
                    <a:lnTo>
                      <a:pt x="29159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49" name="object 191">
                <a:extLst>
                  <a:ext uri="{FF2B5EF4-FFF2-40B4-BE49-F238E27FC236}">
                    <a16:creationId xmlns:a16="http://schemas.microsoft.com/office/drawing/2014/main" id="{A84846AF-2FED-4027-B884-3CEBDCFE774E}"/>
                  </a:ext>
                </a:extLst>
              </p:cNvPr>
              <p:cNvSpPr/>
              <p:nvPr/>
            </p:nvSpPr>
            <p:spPr>
              <a:xfrm>
                <a:off x="4634306" y="3902837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29159" y="46761"/>
                    </a:lnTo>
                    <a:lnTo>
                      <a:pt x="35001" y="44411"/>
                    </a:lnTo>
                    <a:lnTo>
                      <a:pt x="39662" y="39738"/>
                    </a:lnTo>
                    <a:lnTo>
                      <a:pt x="43751" y="35648"/>
                    </a:lnTo>
                    <a:lnTo>
                      <a:pt x="46659" y="29806"/>
                    </a:lnTo>
                    <a:lnTo>
                      <a:pt x="46659" y="23380"/>
                    </a:lnTo>
                    <a:lnTo>
                      <a:pt x="46659" y="16941"/>
                    </a:lnTo>
                    <a:lnTo>
                      <a:pt x="43751" y="11099"/>
                    </a:lnTo>
                    <a:lnTo>
                      <a:pt x="39662" y="7010"/>
                    </a:lnTo>
                    <a:lnTo>
                      <a:pt x="35001" y="2336"/>
                    </a:lnTo>
                    <a:lnTo>
                      <a:pt x="29159" y="0"/>
                    </a:lnTo>
                    <a:lnTo>
                      <a:pt x="23329" y="0"/>
                    </a:lnTo>
                    <a:lnTo>
                      <a:pt x="16916" y="0"/>
                    </a:lnTo>
                    <a:lnTo>
                      <a:pt x="11087" y="2336"/>
                    </a:lnTo>
                    <a:lnTo>
                      <a:pt x="6413" y="7010"/>
                    </a:lnTo>
                    <a:lnTo>
                      <a:pt x="2336" y="11099"/>
                    </a:lnTo>
                    <a:lnTo>
                      <a:pt x="0" y="16941"/>
                    </a:lnTo>
                    <a:lnTo>
                      <a:pt x="0" y="23380"/>
                    </a:lnTo>
                    <a:lnTo>
                      <a:pt x="0" y="29806"/>
                    </a:lnTo>
                    <a:lnTo>
                      <a:pt x="2336" y="35648"/>
                    </a:lnTo>
                    <a:lnTo>
                      <a:pt x="6413" y="39738"/>
                    </a:lnTo>
                    <a:lnTo>
                      <a:pt x="11087" y="44411"/>
                    </a:lnTo>
                    <a:lnTo>
                      <a:pt x="16916" y="46761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50" name="object 192">
                <a:extLst>
                  <a:ext uri="{FF2B5EF4-FFF2-40B4-BE49-F238E27FC236}">
                    <a16:creationId xmlns:a16="http://schemas.microsoft.com/office/drawing/2014/main" id="{74FD0D6F-D3BE-4473-B9FF-8188C3130F7D}"/>
                  </a:ext>
                </a:extLst>
              </p:cNvPr>
              <p:cNvSpPr/>
              <p:nvPr/>
            </p:nvSpPr>
            <p:spPr>
              <a:xfrm>
                <a:off x="4875796" y="3933812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9159" y="46761"/>
                    </a:moveTo>
                    <a:lnTo>
                      <a:pt x="23329" y="46761"/>
                    </a:lnTo>
                    <a:lnTo>
                      <a:pt x="16916" y="46761"/>
                    </a:lnTo>
                    <a:lnTo>
                      <a:pt x="11074" y="44424"/>
                    </a:lnTo>
                    <a:lnTo>
                      <a:pt x="6413" y="40335"/>
                    </a:lnTo>
                    <a:lnTo>
                      <a:pt x="2324" y="35648"/>
                    </a:lnTo>
                    <a:lnTo>
                      <a:pt x="0" y="29806"/>
                    </a:lnTo>
                    <a:lnTo>
                      <a:pt x="0" y="17538"/>
                    </a:lnTo>
                    <a:lnTo>
                      <a:pt x="2324" y="11099"/>
                    </a:lnTo>
                    <a:lnTo>
                      <a:pt x="11074" y="2336"/>
                    </a:lnTo>
                    <a:lnTo>
                      <a:pt x="16916" y="0"/>
                    </a:lnTo>
                    <a:lnTo>
                      <a:pt x="29159" y="0"/>
                    </a:lnTo>
                    <a:lnTo>
                      <a:pt x="34988" y="2336"/>
                    </a:lnTo>
                    <a:lnTo>
                      <a:pt x="43738" y="11099"/>
                    </a:lnTo>
                    <a:lnTo>
                      <a:pt x="46659" y="17538"/>
                    </a:lnTo>
                    <a:lnTo>
                      <a:pt x="46659" y="29806"/>
                    </a:lnTo>
                    <a:lnTo>
                      <a:pt x="43738" y="35648"/>
                    </a:lnTo>
                    <a:lnTo>
                      <a:pt x="39662" y="40335"/>
                    </a:lnTo>
                    <a:lnTo>
                      <a:pt x="34988" y="44424"/>
                    </a:lnTo>
                    <a:lnTo>
                      <a:pt x="29159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51" name="object 193">
                <a:extLst>
                  <a:ext uri="{FF2B5EF4-FFF2-40B4-BE49-F238E27FC236}">
                    <a16:creationId xmlns:a16="http://schemas.microsoft.com/office/drawing/2014/main" id="{AA1EEEEF-AD89-4B22-B1D4-E2220E5797CF}"/>
                  </a:ext>
                </a:extLst>
              </p:cNvPr>
              <p:cNvSpPr/>
              <p:nvPr/>
            </p:nvSpPr>
            <p:spPr>
              <a:xfrm>
                <a:off x="4875796" y="3933812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29159" y="46761"/>
                    </a:lnTo>
                    <a:lnTo>
                      <a:pt x="34988" y="44424"/>
                    </a:lnTo>
                    <a:lnTo>
                      <a:pt x="39662" y="40335"/>
                    </a:lnTo>
                    <a:lnTo>
                      <a:pt x="43738" y="35648"/>
                    </a:lnTo>
                    <a:lnTo>
                      <a:pt x="46659" y="29806"/>
                    </a:lnTo>
                    <a:lnTo>
                      <a:pt x="46659" y="23380"/>
                    </a:lnTo>
                    <a:lnTo>
                      <a:pt x="46659" y="17538"/>
                    </a:lnTo>
                    <a:lnTo>
                      <a:pt x="43738" y="11099"/>
                    </a:lnTo>
                    <a:lnTo>
                      <a:pt x="39662" y="7010"/>
                    </a:lnTo>
                    <a:lnTo>
                      <a:pt x="34988" y="2336"/>
                    </a:lnTo>
                    <a:lnTo>
                      <a:pt x="29159" y="0"/>
                    </a:lnTo>
                    <a:lnTo>
                      <a:pt x="23329" y="0"/>
                    </a:lnTo>
                    <a:lnTo>
                      <a:pt x="16916" y="0"/>
                    </a:lnTo>
                    <a:lnTo>
                      <a:pt x="11074" y="2336"/>
                    </a:lnTo>
                    <a:lnTo>
                      <a:pt x="6413" y="7010"/>
                    </a:lnTo>
                    <a:lnTo>
                      <a:pt x="2324" y="11099"/>
                    </a:lnTo>
                    <a:lnTo>
                      <a:pt x="0" y="17538"/>
                    </a:lnTo>
                    <a:lnTo>
                      <a:pt x="0" y="23380"/>
                    </a:lnTo>
                    <a:lnTo>
                      <a:pt x="0" y="29806"/>
                    </a:lnTo>
                    <a:lnTo>
                      <a:pt x="2324" y="35648"/>
                    </a:lnTo>
                    <a:lnTo>
                      <a:pt x="6413" y="40335"/>
                    </a:lnTo>
                    <a:lnTo>
                      <a:pt x="11074" y="44424"/>
                    </a:lnTo>
                    <a:lnTo>
                      <a:pt x="16916" y="46761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52" name="object 194">
                <a:extLst>
                  <a:ext uri="{FF2B5EF4-FFF2-40B4-BE49-F238E27FC236}">
                    <a16:creationId xmlns:a16="http://schemas.microsoft.com/office/drawing/2014/main" id="{91ADB914-BA3B-483B-88A1-0D12A9B14300}"/>
                  </a:ext>
                </a:extLst>
              </p:cNvPr>
              <p:cNvSpPr/>
              <p:nvPr/>
            </p:nvSpPr>
            <p:spPr>
              <a:xfrm>
                <a:off x="5117274" y="3943159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9171" y="46761"/>
                    </a:moveTo>
                    <a:lnTo>
                      <a:pt x="23329" y="46761"/>
                    </a:lnTo>
                    <a:lnTo>
                      <a:pt x="16916" y="46761"/>
                    </a:lnTo>
                    <a:lnTo>
                      <a:pt x="11087" y="43840"/>
                    </a:lnTo>
                    <a:lnTo>
                      <a:pt x="6413" y="39750"/>
                    </a:lnTo>
                    <a:lnTo>
                      <a:pt x="2336" y="35077"/>
                    </a:lnTo>
                    <a:lnTo>
                      <a:pt x="0" y="29222"/>
                    </a:lnTo>
                    <a:lnTo>
                      <a:pt x="0" y="16954"/>
                    </a:lnTo>
                    <a:lnTo>
                      <a:pt x="2336" y="11112"/>
                    </a:lnTo>
                    <a:lnTo>
                      <a:pt x="6413" y="6438"/>
                    </a:lnTo>
                    <a:lnTo>
                      <a:pt x="11087" y="2336"/>
                    </a:lnTo>
                    <a:lnTo>
                      <a:pt x="16916" y="0"/>
                    </a:lnTo>
                    <a:lnTo>
                      <a:pt x="29171" y="0"/>
                    </a:lnTo>
                    <a:lnTo>
                      <a:pt x="35001" y="2336"/>
                    </a:lnTo>
                    <a:lnTo>
                      <a:pt x="39662" y="6438"/>
                    </a:lnTo>
                    <a:lnTo>
                      <a:pt x="43751" y="11112"/>
                    </a:lnTo>
                    <a:lnTo>
                      <a:pt x="46672" y="16954"/>
                    </a:lnTo>
                    <a:lnTo>
                      <a:pt x="46672" y="29222"/>
                    </a:lnTo>
                    <a:lnTo>
                      <a:pt x="43751" y="35077"/>
                    </a:lnTo>
                    <a:lnTo>
                      <a:pt x="39662" y="39750"/>
                    </a:lnTo>
                    <a:lnTo>
                      <a:pt x="35001" y="43840"/>
                    </a:lnTo>
                    <a:lnTo>
                      <a:pt x="29171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53" name="object 195">
                <a:extLst>
                  <a:ext uri="{FF2B5EF4-FFF2-40B4-BE49-F238E27FC236}">
                    <a16:creationId xmlns:a16="http://schemas.microsoft.com/office/drawing/2014/main" id="{6E4EB570-DCF7-4A09-9059-6A274B6CD706}"/>
                  </a:ext>
                </a:extLst>
              </p:cNvPr>
              <p:cNvSpPr/>
              <p:nvPr/>
            </p:nvSpPr>
            <p:spPr>
              <a:xfrm>
                <a:off x="5117274" y="3943159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29171" y="46761"/>
                    </a:lnTo>
                    <a:lnTo>
                      <a:pt x="35001" y="43840"/>
                    </a:lnTo>
                    <a:lnTo>
                      <a:pt x="39662" y="39750"/>
                    </a:lnTo>
                    <a:lnTo>
                      <a:pt x="43751" y="35077"/>
                    </a:lnTo>
                    <a:lnTo>
                      <a:pt x="46672" y="29222"/>
                    </a:lnTo>
                    <a:lnTo>
                      <a:pt x="46672" y="23380"/>
                    </a:lnTo>
                    <a:lnTo>
                      <a:pt x="46672" y="16954"/>
                    </a:lnTo>
                    <a:lnTo>
                      <a:pt x="43751" y="11112"/>
                    </a:lnTo>
                    <a:lnTo>
                      <a:pt x="39662" y="6438"/>
                    </a:lnTo>
                    <a:lnTo>
                      <a:pt x="35001" y="2336"/>
                    </a:lnTo>
                    <a:lnTo>
                      <a:pt x="29171" y="0"/>
                    </a:lnTo>
                    <a:lnTo>
                      <a:pt x="23329" y="0"/>
                    </a:lnTo>
                    <a:lnTo>
                      <a:pt x="16916" y="0"/>
                    </a:lnTo>
                    <a:lnTo>
                      <a:pt x="11087" y="2336"/>
                    </a:lnTo>
                    <a:lnTo>
                      <a:pt x="6413" y="6438"/>
                    </a:lnTo>
                    <a:lnTo>
                      <a:pt x="2336" y="11112"/>
                    </a:lnTo>
                    <a:lnTo>
                      <a:pt x="0" y="16954"/>
                    </a:lnTo>
                    <a:lnTo>
                      <a:pt x="0" y="23380"/>
                    </a:lnTo>
                    <a:lnTo>
                      <a:pt x="0" y="29222"/>
                    </a:lnTo>
                    <a:lnTo>
                      <a:pt x="2336" y="35077"/>
                    </a:lnTo>
                    <a:lnTo>
                      <a:pt x="6413" y="39750"/>
                    </a:lnTo>
                    <a:lnTo>
                      <a:pt x="11087" y="43840"/>
                    </a:lnTo>
                    <a:lnTo>
                      <a:pt x="16916" y="46761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54" name="object 196">
                <a:extLst>
                  <a:ext uri="{FF2B5EF4-FFF2-40B4-BE49-F238E27FC236}">
                    <a16:creationId xmlns:a16="http://schemas.microsoft.com/office/drawing/2014/main" id="{92D1D521-BDAB-48EC-A65E-FE59E43BDB5A}"/>
                  </a:ext>
                </a:extLst>
              </p:cNvPr>
              <p:cNvSpPr/>
              <p:nvPr/>
            </p:nvSpPr>
            <p:spPr>
              <a:xfrm>
                <a:off x="5358764" y="3892892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9159" y="46761"/>
                    </a:moveTo>
                    <a:lnTo>
                      <a:pt x="23329" y="46761"/>
                    </a:lnTo>
                    <a:lnTo>
                      <a:pt x="16916" y="46761"/>
                    </a:lnTo>
                    <a:lnTo>
                      <a:pt x="11087" y="44424"/>
                    </a:lnTo>
                    <a:lnTo>
                      <a:pt x="6413" y="40335"/>
                    </a:lnTo>
                    <a:lnTo>
                      <a:pt x="2336" y="35661"/>
                    </a:lnTo>
                    <a:lnTo>
                      <a:pt x="0" y="29806"/>
                    </a:lnTo>
                    <a:lnTo>
                      <a:pt x="0" y="17538"/>
                    </a:lnTo>
                    <a:lnTo>
                      <a:pt x="2336" y="11696"/>
                    </a:lnTo>
                    <a:lnTo>
                      <a:pt x="6413" y="7010"/>
                    </a:lnTo>
                    <a:lnTo>
                      <a:pt x="11087" y="2921"/>
                    </a:lnTo>
                    <a:lnTo>
                      <a:pt x="16916" y="0"/>
                    </a:lnTo>
                    <a:lnTo>
                      <a:pt x="29159" y="0"/>
                    </a:lnTo>
                    <a:lnTo>
                      <a:pt x="35585" y="2921"/>
                    </a:lnTo>
                    <a:lnTo>
                      <a:pt x="44323" y="11696"/>
                    </a:lnTo>
                    <a:lnTo>
                      <a:pt x="46659" y="17538"/>
                    </a:lnTo>
                    <a:lnTo>
                      <a:pt x="46659" y="29806"/>
                    </a:lnTo>
                    <a:lnTo>
                      <a:pt x="44323" y="35661"/>
                    </a:lnTo>
                    <a:lnTo>
                      <a:pt x="35585" y="44424"/>
                    </a:lnTo>
                    <a:lnTo>
                      <a:pt x="29159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55" name="object 197">
                <a:extLst>
                  <a:ext uri="{FF2B5EF4-FFF2-40B4-BE49-F238E27FC236}">
                    <a16:creationId xmlns:a16="http://schemas.microsoft.com/office/drawing/2014/main" id="{4C637BCD-536B-47F3-8072-31EFA7C36E1B}"/>
                  </a:ext>
                </a:extLst>
              </p:cNvPr>
              <p:cNvSpPr/>
              <p:nvPr/>
            </p:nvSpPr>
            <p:spPr>
              <a:xfrm>
                <a:off x="5358764" y="3892892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29159" y="46761"/>
                    </a:lnTo>
                    <a:lnTo>
                      <a:pt x="35585" y="44424"/>
                    </a:lnTo>
                    <a:lnTo>
                      <a:pt x="39662" y="40335"/>
                    </a:lnTo>
                    <a:lnTo>
                      <a:pt x="44323" y="35661"/>
                    </a:lnTo>
                    <a:lnTo>
                      <a:pt x="46659" y="29806"/>
                    </a:lnTo>
                    <a:lnTo>
                      <a:pt x="46659" y="23380"/>
                    </a:lnTo>
                    <a:lnTo>
                      <a:pt x="46659" y="17538"/>
                    </a:lnTo>
                    <a:lnTo>
                      <a:pt x="44323" y="11696"/>
                    </a:lnTo>
                    <a:lnTo>
                      <a:pt x="39662" y="7010"/>
                    </a:lnTo>
                    <a:lnTo>
                      <a:pt x="35585" y="2921"/>
                    </a:lnTo>
                    <a:lnTo>
                      <a:pt x="29159" y="0"/>
                    </a:lnTo>
                    <a:lnTo>
                      <a:pt x="23329" y="0"/>
                    </a:lnTo>
                    <a:lnTo>
                      <a:pt x="16916" y="0"/>
                    </a:lnTo>
                    <a:lnTo>
                      <a:pt x="11087" y="2921"/>
                    </a:lnTo>
                    <a:lnTo>
                      <a:pt x="6413" y="7010"/>
                    </a:lnTo>
                    <a:lnTo>
                      <a:pt x="2336" y="11696"/>
                    </a:lnTo>
                    <a:lnTo>
                      <a:pt x="0" y="17538"/>
                    </a:lnTo>
                    <a:lnTo>
                      <a:pt x="0" y="23380"/>
                    </a:lnTo>
                    <a:lnTo>
                      <a:pt x="0" y="29806"/>
                    </a:lnTo>
                    <a:lnTo>
                      <a:pt x="2336" y="35661"/>
                    </a:lnTo>
                    <a:lnTo>
                      <a:pt x="6413" y="40335"/>
                    </a:lnTo>
                    <a:lnTo>
                      <a:pt x="11087" y="44424"/>
                    </a:lnTo>
                    <a:lnTo>
                      <a:pt x="16916" y="46761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56" name="object 198">
                <a:extLst>
                  <a:ext uri="{FF2B5EF4-FFF2-40B4-BE49-F238E27FC236}">
                    <a16:creationId xmlns:a16="http://schemas.microsoft.com/office/drawing/2014/main" id="{E8A18415-3C05-4B0C-BA67-1D30C4677417}"/>
                  </a:ext>
                </a:extLst>
              </p:cNvPr>
              <p:cNvSpPr/>
              <p:nvPr/>
            </p:nvSpPr>
            <p:spPr>
              <a:xfrm>
                <a:off x="5600255" y="384437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9159" y="46761"/>
                    </a:moveTo>
                    <a:lnTo>
                      <a:pt x="23329" y="46761"/>
                    </a:lnTo>
                    <a:lnTo>
                      <a:pt x="16903" y="46761"/>
                    </a:lnTo>
                    <a:lnTo>
                      <a:pt x="11074" y="43840"/>
                    </a:lnTo>
                    <a:lnTo>
                      <a:pt x="6413" y="39750"/>
                    </a:lnTo>
                    <a:lnTo>
                      <a:pt x="2324" y="35077"/>
                    </a:lnTo>
                    <a:lnTo>
                      <a:pt x="0" y="29222"/>
                    </a:lnTo>
                    <a:lnTo>
                      <a:pt x="0" y="16954"/>
                    </a:lnTo>
                    <a:lnTo>
                      <a:pt x="2324" y="11112"/>
                    </a:lnTo>
                    <a:lnTo>
                      <a:pt x="6413" y="6426"/>
                    </a:lnTo>
                    <a:lnTo>
                      <a:pt x="11074" y="2336"/>
                    </a:lnTo>
                    <a:lnTo>
                      <a:pt x="16903" y="0"/>
                    </a:lnTo>
                    <a:lnTo>
                      <a:pt x="29159" y="0"/>
                    </a:lnTo>
                    <a:lnTo>
                      <a:pt x="35572" y="2336"/>
                    </a:lnTo>
                    <a:lnTo>
                      <a:pt x="44323" y="11112"/>
                    </a:lnTo>
                    <a:lnTo>
                      <a:pt x="46659" y="16954"/>
                    </a:lnTo>
                    <a:lnTo>
                      <a:pt x="46659" y="29222"/>
                    </a:lnTo>
                    <a:lnTo>
                      <a:pt x="44323" y="35077"/>
                    </a:lnTo>
                    <a:lnTo>
                      <a:pt x="35572" y="43840"/>
                    </a:lnTo>
                    <a:lnTo>
                      <a:pt x="29159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57" name="object 199">
                <a:extLst>
                  <a:ext uri="{FF2B5EF4-FFF2-40B4-BE49-F238E27FC236}">
                    <a16:creationId xmlns:a16="http://schemas.microsoft.com/office/drawing/2014/main" id="{EFB3827B-804D-40BF-952A-57C11024635E}"/>
                  </a:ext>
                </a:extLst>
              </p:cNvPr>
              <p:cNvSpPr/>
              <p:nvPr/>
            </p:nvSpPr>
            <p:spPr>
              <a:xfrm>
                <a:off x="5600255" y="384437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29159" y="46761"/>
                    </a:lnTo>
                    <a:lnTo>
                      <a:pt x="35572" y="43840"/>
                    </a:lnTo>
                    <a:lnTo>
                      <a:pt x="39662" y="39750"/>
                    </a:lnTo>
                    <a:lnTo>
                      <a:pt x="44323" y="35077"/>
                    </a:lnTo>
                    <a:lnTo>
                      <a:pt x="46659" y="29222"/>
                    </a:lnTo>
                    <a:lnTo>
                      <a:pt x="46659" y="23380"/>
                    </a:lnTo>
                    <a:lnTo>
                      <a:pt x="46659" y="16954"/>
                    </a:lnTo>
                    <a:lnTo>
                      <a:pt x="44323" y="11112"/>
                    </a:lnTo>
                    <a:lnTo>
                      <a:pt x="39662" y="6426"/>
                    </a:lnTo>
                    <a:lnTo>
                      <a:pt x="35572" y="2336"/>
                    </a:lnTo>
                    <a:lnTo>
                      <a:pt x="29159" y="0"/>
                    </a:lnTo>
                    <a:lnTo>
                      <a:pt x="23329" y="0"/>
                    </a:lnTo>
                    <a:lnTo>
                      <a:pt x="16903" y="0"/>
                    </a:lnTo>
                    <a:lnTo>
                      <a:pt x="11074" y="2336"/>
                    </a:lnTo>
                    <a:lnTo>
                      <a:pt x="6413" y="6426"/>
                    </a:lnTo>
                    <a:lnTo>
                      <a:pt x="2324" y="11112"/>
                    </a:lnTo>
                    <a:lnTo>
                      <a:pt x="0" y="16954"/>
                    </a:lnTo>
                    <a:lnTo>
                      <a:pt x="0" y="23380"/>
                    </a:lnTo>
                    <a:lnTo>
                      <a:pt x="0" y="29222"/>
                    </a:lnTo>
                    <a:lnTo>
                      <a:pt x="2324" y="35077"/>
                    </a:lnTo>
                    <a:lnTo>
                      <a:pt x="6413" y="39750"/>
                    </a:lnTo>
                    <a:lnTo>
                      <a:pt x="11074" y="43840"/>
                    </a:lnTo>
                    <a:lnTo>
                      <a:pt x="16903" y="46761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58" name="object 200">
                <a:extLst>
                  <a:ext uri="{FF2B5EF4-FFF2-40B4-BE49-F238E27FC236}">
                    <a16:creationId xmlns:a16="http://schemas.microsoft.com/office/drawing/2014/main" id="{6C2FAB25-73D8-439D-8CFD-57FA90F11F8B}"/>
                  </a:ext>
                </a:extLst>
              </p:cNvPr>
              <p:cNvSpPr/>
              <p:nvPr/>
            </p:nvSpPr>
            <p:spPr>
              <a:xfrm>
                <a:off x="5841733" y="3854907"/>
                <a:ext cx="2857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6989">
                    <a:moveTo>
                      <a:pt x="28003" y="46761"/>
                    </a:moveTo>
                    <a:lnTo>
                      <a:pt x="16916" y="46761"/>
                    </a:lnTo>
                    <a:lnTo>
                      <a:pt x="11087" y="43827"/>
                    </a:lnTo>
                    <a:lnTo>
                      <a:pt x="2336" y="35064"/>
                    </a:lnTo>
                    <a:lnTo>
                      <a:pt x="0" y="29222"/>
                    </a:lnTo>
                    <a:lnTo>
                      <a:pt x="0" y="16941"/>
                    </a:lnTo>
                    <a:lnTo>
                      <a:pt x="2336" y="11099"/>
                    </a:lnTo>
                    <a:lnTo>
                      <a:pt x="11087" y="2336"/>
                    </a:lnTo>
                    <a:lnTo>
                      <a:pt x="16916" y="0"/>
                    </a:lnTo>
                    <a:lnTo>
                      <a:pt x="28003" y="0"/>
                    </a:lnTo>
                    <a:lnTo>
                      <a:pt x="28003" y="4676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59" name="object 201">
                <a:extLst>
                  <a:ext uri="{FF2B5EF4-FFF2-40B4-BE49-F238E27FC236}">
                    <a16:creationId xmlns:a16="http://schemas.microsoft.com/office/drawing/2014/main" id="{5FB5FFA4-7B15-47E6-BA9A-328E495B2A16}"/>
                  </a:ext>
                </a:extLst>
              </p:cNvPr>
              <p:cNvSpPr/>
              <p:nvPr/>
            </p:nvSpPr>
            <p:spPr>
              <a:xfrm>
                <a:off x="5841733" y="3854907"/>
                <a:ext cx="2857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6989">
                    <a:moveTo>
                      <a:pt x="28003" y="0"/>
                    </a:moveTo>
                    <a:lnTo>
                      <a:pt x="23329" y="0"/>
                    </a:lnTo>
                    <a:lnTo>
                      <a:pt x="16916" y="0"/>
                    </a:lnTo>
                    <a:lnTo>
                      <a:pt x="11087" y="2336"/>
                    </a:lnTo>
                    <a:lnTo>
                      <a:pt x="6997" y="6426"/>
                    </a:lnTo>
                    <a:lnTo>
                      <a:pt x="2336" y="11099"/>
                    </a:lnTo>
                    <a:lnTo>
                      <a:pt x="0" y="16941"/>
                    </a:lnTo>
                    <a:lnTo>
                      <a:pt x="0" y="23380"/>
                    </a:lnTo>
                    <a:lnTo>
                      <a:pt x="0" y="29222"/>
                    </a:lnTo>
                    <a:lnTo>
                      <a:pt x="2336" y="35064"/>
                    </a:lnTo>
                    <a:lnTo>
                      <a:pt x="6997" y="39738"/>
                    </a:lnTo>
                    <a:lnTo>
                      <a:pt x="11087" y="43827"/>
                    </a:lnTo>
                    <a:lnTo>
                      <a:pt x="16916" y="46761"/>
                    </a:lnTo>
                    <a:lnTo>
                      <a:pt x="23329" y="46761"/>
                    </a:lnTo>
                    <a:lnTo>
                      <a:pt x="28003" y="46761"/>
                    </a:lnTo>
                  </a:path>
                </a:pathLst>
              </a:custGeom>
              <a:ln w="759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60" name="object 202">
                <a:extLst>
                  <a:ext uri="{FF2B5EF4-FFF2-40B4-BE49-F238E27FC236}">
                    <a16:creationId xmlns:a16="http://schemas.microsoft.com/office/drawing/2014/main" id="{D2AE23E6-83D0-4D87-A508-0C7EA3C10A41}"/>
                  </a:ext>
                </a:extLst>
              </p:cNvPr>
              <p:cNvSpPr/>
              <p:nvPr/>
            </p:nvSpPr>
            <p:spPr>
              <a:xfrm>
                <a:off x="3691115" y="3095040"/>
                <a:ext cx="2174240" cy="749300"/>
              </a:xfrm>
              <a:custGeom>
                <a:avLst/>
                <a:gdLst/>
                <a:ahLst/>
                <a:cxnLst/>
                <a:rect l="l" t="t" r="r" b="b"/>
                <a:pathLst>
                  <a:path w="2174240" h="749300">
                    <a:moveTo>
                      <a:pt x="0" y="748753"/>
                    </a:moveTo>
                    <a:lnTo>
                      <a:pt x="242062" y="717778"/>
                    </a:lnTo>
                    <a:lnTo>
                      <a:pt x="483552" y="683869"/>
                    </a:lnTo>
                    <a:lnTo>
                      <a:pt x="725042" y="604964"/>
                    </a:lnTo>
                    <a:lnTo>
                      <a:pt x="966520" y="513194"/>
                    </a:lnTo>
                    <a:lnTo>
                      <a:pt x="1208011" y="425526"/>
                    </a:lnTo>
                    <a:lnTo>
                      <a:pt x="1449489" y="319722"/>
                    </a:lnTo>
                    <a:lnTo>
                      <a:pt x="1690979" y="209257"/>
                    </a:lnTo>
                    <a:lnTo>
                      <a:pt x="1932470" y="107543"/>
                    </a:lnTo>
                    <a:lnTo>
                      <a:pt x="2173947" y="0"/>
                    </a:lnTo>
                  </a:path>
                </a:pathLst>
              </a:custGeom>
              <a:ln w="23355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61" name="object 203">
                <a:extLst>
                  <a:ext uri="{FF2B5EF4-FFF2-40B4-BE49-F238E27FC236}">
                    <a16:creationId xmlns:a16="http://schemas.microsoft.com/office/drawing/2014/main" id="{9879D559-6535-4077-B288-01D6EC3A97AB}"/>
                  </a:ext>
                </a:extLst>
              </p:cNvPr>
              <p:cNvSpPr/>
              <p:nvPr/>
            </p:nvSpPr>
            <p:spPr>
              <a:xfrm>
                <a:off x="3691115" y="3820413"/>
                <a:ext cx="2349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989">
                    <a:moveTo>
                      <a:pt x="23329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23329" y="0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62" name="object 204">
                <a:extLst>
                  <a:ext uri="{FF2B5EF4-FFF2-40B4-BE49-F238E27FC236}">
                    <a16:creationId xmlns:a16="http://schemas.microsoft.com/office/drawing/2014/main" id="{CEB93628-1478-41A1-ABFE-17DE0D0FFED8}"/>
                  </a:ext>
                </a:extLst>
              </p:cNvPr>
              <p:cNvSpPr/>
              <p:nvPr/>
            </p:nvSpPr>
            <p:spPr>
              <a:xfrm>
                <a:off x="3691115" y="3820413"/>
                <a:ext cx="2349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989">
                    <a:moveTo>
                      <a:pt x="0" y="46761"/>
                    </a:moveTo>
                    <a:lnTo>
                      <a:pt x="23329" y="46761"/>
                    </a:lnTo>
                    <a:lnTo>
                      <a:pt x="23329" y="0"/>
                    </a:lnTo>
                    <a:lnTo>
                      <a:pt x="0" y="0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63" name="object 205">
                <a:extLst>
                  <a:ext uri="{FF2B5EF4-FFF2-40B4-BE49-F238E27FC236}">
                    <a16:creationId xmlns:a16="http://schemas.microsoft.com/office/drawing/2014/main" id="{9A72B138-CEFC-47DE-B1D9-9130B6830AF1}"/>
                  </a:ext>
                </a:extLst>
              </p:cNvPr>
              <p:cNvSpPr/>
              <p:nvPr/>
            </p:nvSpPr>
            <p:spPr>
              <a:xfrm>
                <a:off x="3909847" y="378943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46659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59" y="0"/>
                    </a:lnTo>
                    <a:lnTo>
                      <a:pt x="46659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64" name="object 206">
                <a:extLst>
                  <a:ext uri="{FF2B5EF4-FFF2-40B4-BE49-F238E27FC236}">
                    <a16:creationId xmlns:a16="http://schemas.microsoft.com/office/drawing/2014/main" id="{6FAA4C66-005F-4B98-9687-B1CF2D2F8F21}"/>
                  </a:ext>
                </a:extLst>
              </p:cNvPr>
              <p:cNvSpPr/>
              <p:nvPr/>
            </p:nvSpPr>
            <p:spPr>
              <a:xfrm>
                <a:off x="3909847" y="378943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0" y="46761"/>
                    </a:moveTo>
                    <a:lnTo>
                      <a:pt x="46659" y="46761"/>
                    </a:lnTo>
                    <a:lnTo>
                      <a:pt x="46659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65" name="object 207">
                <a:extLst>
                  <a:ext uri="{FF2B5EF4-FFF2-40B4-BE49-F238E27FC236}">
                    <a16:creationId xmlns:a16="http://schemas.microsoft.com/office/drawing/2014/main" id="{7D8E235C-B3BB-4F15-82BB-53BD6466E17B}"/>
                  </a:ext>
                </a:extLst>
              </p:cNvPr>
              <p:cNvSpPr/>
              <p:nvPr/>
            </p:nvSpPr>
            <p:spPr>
              <a:xfrm>
                <a:off x="4151337" y="3755529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46659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59" y="0"/>
                    </a:lnTo>
                    <a:lnTo>
                      <a:pt x="46659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66" name="object 208">
                <a:extLst>
                  <a:ext uri="{FF2B5EF4-FFF2-40B4-BE49-F238E27FC236}">
                    <a16:creationId xmlns:a16="http://schemas.microsoft.com/office/drawing/2014/main" id="{1FAB2DE3-66E5-48CF-9EC2-1578649390AD}"/>
                  </a:ext>
                </a:extLst>
              </p:cNvPr>
              <p:cNvSpPr/>
              <p:nvPr/>
            </p:nvSpPr>
            <p:spPr>
              <a:xfrm>
                <a:off x="4151337" y="3755529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0" y="46761"/>
                    </a:moveTo>
                    <a:lnTo>
                      <a:pt x="46659" y="46761"/>
                    </a:lnTo>
                    <a:lnTo>
                      <a:pt x="46659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67" name="object 209">
                <a:extLst>
                  <a:ext uri="{FF2B5EF4-FFF2-40B4-BE49-F238E27FC236}">
                    <a16:creationId xmlns:a16="http://schemas.microsoft.com/office/drawing/2014/main" id="{ABE7CFC7-9D01-4F9A-AD43-05E9E93EBEB8}"/>
                  </a:ext>
                </a:extLst>
              </p:cNvPr>
              <p:cNvSpPr/>
              <p:nvPr/>
            </p:nvSpPr>
            <p:spPr>
              <a:xfrm>
                <a:off x="4392815" y="3676624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46672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72" y="0"/>
                    </a:lnTo>
                    <a:lnTo>
                      <a:pt x="46672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68" name="object 210">
                <a:extLst>
                  <a:ext uri="{FF2B5EF4-FFF2-40B4-BE49-F238E27FC236}">
                    <a16:creationId xmlns:a16="http://schemas.microsoft.com/office/drawing/2014/main" id="{17D79B92-DE70-4709-B14C-63F84A621979}"/>
                  </a:ext>
                </a:extLst>
              </p:cNvPr>
              <p:cNvSpPr/>
              <p:nvPr/>
            </p:nvSpPr>
            <p:spPr>
              <a:xfrm>
                <a:off x="4392815" y="3676624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0" y="46761"/>
                    </a:moveTo>
                    <a:lnTo>
                      <a:pt x="46672" y="46761"/>
                    </a:lnTo>
                    <a:lnTo>
                      <a:pt x="46672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69" name="object 211">
                <a:extLst>
                  <a:ext uri="{FF2B5EF4-FFF2-40B4-BE49-F238E27FC236}">
                    <a16:creationId xmlns:a16="http://schemas.microsoft.com/office/drawing/2014/main" id="{72D55787-7C69-4787-8C72-C83E7285CB14}"/>
                  </a:ext>
                </a:extLst>
              </p:cNvPr>
              <p:cNvSpPr/>
              <p:nvPr/>
            </p:nvSpPr>
            <p:spPr>
              <a:xfrm>
                <a:off x="4634306" y="3584854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46659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59" y="0"/>
                    </a:lnTo>
                    <a:lnTo>
                      <a:pt x="46659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70" name="object 212">
                <a:extLst>
                  <a:ext uri="{FF2B5EF4-FFF2-40B4-BE49-F238E27FC236}">
                    <a16:creationId xmlns:a16="http://schemas.microsoft.com/office/drawing/2014/main" id="{36E8AE3D-5CE2-48C7-872C-E3C13BC256DB}"/>
                  </a:ext>
                </a:extLst>
              </p:cNvPr>
              <p:cNvSpPr/>
              <p:nvPr/>
            </p:nvSpPr>
            <p:spPr>
              <a:xfrm>
                <a:off x="4634306" y="3584854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0" y="46761"/>
                    </a:moveTo>
                    <a:lnTo>
                      <a:pt x="46659" y="46761"/>
                    </a:lnTo>
                    <a:lnTo>
                      <a:pt x="46659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71" name="object 213">
                <a:extLst>
                  <a:ext uri="{FF2B5EF4-FFF2-40B4-BE49-F238E27FC236}">
                    <a16:creationId xmlns:a16="http://schemas.microsoft.com/office/drawing/2014/main" id="{E81DF6AB-4A3B-4934-A148-9233CBDFA160}"/>
                  </a:ext>
                </a:extLst>
              </p:cNvPr>
              <p:cNvSpPr/>
              <p:nvPr/>
            </p:nvSpPr>
            <p:spPr>
              <a:xfrm>
                <a:off x="4875796" y="3497186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46659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59" y="0"/>
                    </a:lnTo>
                    <a:lnTo>
                      <a:pt x="46659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72" name="object 214">
                <a:extLst>
                  <a:ext uri="{FF2B5EF4-FFF2-40B4-BE49-F238E27FC236}">
                    <a16:creationId xmlns:a16="http://schemas.microsoft.com/office/drawing/2014/main" id="{B32FD4C7-B7E1-46B5-B5F2-7D3337276B3E}"/>
                  </a:ext>
                </a:extLst>
              </p:cNvPr>
              <p:cNvSpPr/>
              <p:nvPr/>
            </p:nvSpPr>
            <p:spPr>
              <a:xfrm>
                <a:off x="4875796" y="3497186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0" y="46761"/>
                    </a:moveTo>
                    <a:lnTo>
                      <a:pt x="46659" y="46761"/>
                    </a:lnTo>
                    <a:lnTo>
                      <a:pt x="46659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73" name="object 215">
                <a:extLst>
                  <a:ext uri="{FF2B5EF4-FFF2-40B4-BE49-F238E27FC236}">
                    <a16:creationId xmlns:a16="http://schemas.microsoft.com/office/drawing/2014/main" id="{8E09D687-DB36-4AB2-B772-1165C0DA53E8}"/>
                  </a:ext>
                </a:extLst>
              </p:cNvPr>
              <p:cNvSpPr/>
              <p:nvPr/>
            </p:nvSpPr>
            <p:spPr>
              <a:xfrm>
                <a:off x="5117274" y="3391382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46672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72" y="0"/>
                    </a:lnTo>
                    <a:lnTo>
                      <a:pt x="46672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74" name="object 216">
                <a:extLst>
                  <a:ext uri="{FF2B5EF4-FFF2-40B4-BE49-F238E27FC236}">
                    <a16:creationId xmlns:a16="http://schemas.microsoft.com/office/drawing/2014/main" id="{2D38EB35-7E91-42FD-927B-209DA5423F65}"/>
                  </a:ext>
                </a:extLst>
              </p:cNvPr>
              <p:cNvSpPr/>
              <p:nvPr/>
            </p:nvSpPr>
            <p:spPr>
              <a:xfrm>
                <a:off x="5117274" y="3391382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0" y="46761"/>
                    </a:moveTo>
                    <a:lnTo>
                      <a:pt x="46672" y="46761"/>
                    </a:lnTo>
                    <a:lnTo>
                      <a:pt x="46672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75" name="object 217">
                <a:extLst>
                  <a:ext uri="{FF2B5EF4-FFF2-40B4-BE49-F238E27FC236}">
                    <a16:creationId xmlns:a16="http://schemas.microsoft.com/office/drawing/2014/main" id="{00EADFC9-AF9A-4041-A5C1-DEDE785A2178}"/>
                  </a:ext>
                </a:extLst>
              </p:cNvPr>
              <p:cNvSpPr/>
              <p:nvPr/>
            </p:nvSpPr>
            <p:spPr>
              <a:xfrm>
                <a:off x="5358764" y="328091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46659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59" y="0"/>
                    </a:lnTo>
                    <a:lnTo>
                      <a:pt x="46659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76" name="object 218">
                <a:extLst>
                  <a:ext uri="{FF2B5EF4-FFF2-40B4-BE49-F238E27FC236}">
                    <a16:creationId xmlns:a16="http://schemas.microsoft.com/office/drawing/2014/main" id="{F65E0BAE-AB85-42D3-B901-9347FD172670}"/>
                  </a:ext>
                </a:extLst>
              </p:cNvPr>
              <p:cNvSpPr/>
              <p:nvPr/>
            </p:nvSpPr>
            <p:spPr>
              <a:xfrm>
                <a:off x="5358764" y="328091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0" y="46761"/>
                    </a:moveTo>
                    <a:lnTo>
                      <a:pt x="46659" y="46761"/>
                    </a:lnTo>
                    <a:lnTo>
                      <a:pt x="46659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77" name="object 219">
                <a:extLst>
                  <a:ext uri="{FF2B5EF4-FFF2-40B4-BE49-F238E27FC236}">
                    <a16:creationId xmlns:a16="http://schemas.microsoft.com/office/drawing/2014/main" id="{99BB0FBA-8EB7-4B9F-9F8C-E71CE9E608C0}"/>
                  </a:ext>
                </a:extLst>
              </p:cNvPr>
              <p:cNvSpPr/>
              <p:nvPr/>
            </p:nvSpPr>
            <p:spPr>
              <a:xfrm>
                <a:off x="5600255" y="3179203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46659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46659" y="0"/>
                    </a:lnTo>
                    <a:lnTo>
                      <a:pt x="46659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78" name="object 220">
                <a:extLst>
                  <a:ext uri="{FF2B5EF4-FFF2-40B4-BE49-F238E27FC236}">
                    <a16:creationId xmlns:a16="http://schemas.microsoft.com/office/drawing/2014/main" id="{91DF7D28-18F4-436E-8D9F-6BD895669C5E}"/>
                  </a:ext>
                </a:extLst>
              </p:cNvPr>
              <p:cNvSpPr/>
              <p:nvPr/>
            </p:nvSpPr>
            <p:spPr>
              <a:xfrm>
                <a:off x="5600255" y="3179203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0" y="46761"/>
                    </a:moveTo>
                    <a:lnTo>
                      <a:pt x="46659" y="46761"/>
                    </a:lnTo>
                    <a:lnTo>
                      <a:pt x="46659" y="0"/>
                    </a:lnTo>
                    <a:lnTo>
                      <a:pt x="0" y="0"/>
                    </a:lnTo>
                    <a:lnTo>
                      <a:pt x="0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79" name="object 221">
                <a:extLst>
                  <a:ext uri="{FF2B5EF4-FFF2-40B4-BE49-F238E27FC236}">
                    <a16:creationId xmlns:a16="http://schemas.microsoft.com/office/drawing/2014/main" id="{93AF1279-9F18-42D0-BC11-49CAF4588087}"/>
                  </a:ext>
                </a:extLst>
              </p:cNvPr>
              <p:cNvSpPr/>
              <p:nvPr/>
            </p:nvSpPr>
            <p:spPr>
              <a:xfrm>
                <a:off x="5841733" y="3071660"/>
                <a:ext cx="2857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6989">
                    <a:moveTo>
                      <a:pt x="28003" y="46761"/>
                    </a:moveTo>
                    <a:lnTo>
                      <a:pt x="0" y="46761"/>
                    </a:lnTo>
                    <a:lnTo>
                      <a:pt x="0" y="0"/>
                    </a:lnTo>
                    <a:lnTo>
                      <a:pt x="28003" y="0"/>
                    </a:lnTo>
                    <a:lnTo>
                      <a:pt x="28003" y="4676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80" name="object 222">
                <a:extLst>
                  <a:ext uri="{FF2B5EF4-FFF2-40B4-BE49-F238E27FC236}">
                    <a16:creationId xmlns:a16="http://schemas.microsoft.com/office/drawing/2014/main" id="{3E3CC542-7D3F-42B9-B8CB-E73C6B397913}"/>
                  </a:ext>
                </a:extLst>
              </p:cNvPr>
              <p:cNvSpPr/>
              <p:nvPr/>
            </p:nvSpPr>
            <p:spPr>
              <a:xfrm>
                <a:off x="5841733" y="3071660"/>
                <a:ext cx="2857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6989">
                    <a:moveTo>
                      <a:pt x="28003" y="0"/>
                    </a:moveTo>
                    <a:lnTo>
                      <a:pt x="0" y="0"/>
                    </a:lnTo>
                    <a:lnTo>
                      <a:pt x="0" y="46761"/>
                    </a:lnTo>
                    <a:lnTo>
                      <a:pt x="28003" y="46761"/>
                    </a:lnTo>
                  </a:path>
                </a:pathLst>
              </a:custGeom>
              <a:ln w="7632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81" name="object 223">
                <a:extLst>
                  <a:ext uri="{FF2B5EF4-FFF2-40B4-BE49-F238E27FC236}">
                    <a16:creationId xmlns:a16="http://schemas.microsoft.com/office/drawing/2014/main" id="{77FA78C2-9D85-4C2A-A9DF-F755116C45F2}"/>
                  </a:ext>
                </a:extLst>
              </p:cNvPr>
              <p:cNvSpPr/>
              <p:nvPr/>
            </p:nvSpPr>
            <p:spPr>
              <a:xfrm>
                <a:off x="3691115" y="3537508"/>
                <a:ext cx="2174240" cy="2540"/>
              </a:xfrm>
              <a:custGeom>
                <a:avLst/>
                <a:gdLst/>
                <a:ahLst/>
                <a:cxnLst/>
                <a:rect l="l" t="t" r="r" b="b"/>
                <a:pathLst>
                  <a:path w="2174240" h="2539">
                    <a:moveTo>
                      <a:pt x="0" y="0"/>
                    </a:moveTo>
                    <a:lnTo>
                      <a:pt x="242062" y="2336"/>
                    </a:lnTo>
                    <a:lnTo>
                      <a:pt x="483552" y="1168"/>
                    </a:lnTo>
                    <a:lnTo>
                      <a:pt x="725042" y="2336"/>
                    </a:lnTo>
                    <a:lnTo>
                      <a:pt x="966520" y="1168"/>
                    </a:lnTo>
                    <a:lnTo>
                      <a:pt x="1208011" y="1168"/>
                    </a:lnTo>
                    <a:lnTo>
                      <a:pt x="1449489" y="584"/>
                    </a:lnTo>
                    <a:lnTo>
                      <a:pt x="1690979" y="1168"/>
                    </a:lnTo>
                    <a:lnTo>
                      <a:pt x="1932470" y="1168"/>
                    </a:lnTo>
                    <a:lnTo>
                      <a:pt x="2173947" y="584"/>
                    </a:lnTo>
                  </a:path>
                </a:pathLst>
              </a:custGeom>
              <a:ln w="23355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82" name="object 224">
                <a:extLst>
                  <a:ext uri="{FF2B5EF4-FFF2-40B4-BE49-F238E27FC236}">
                    <a16:creationId xmlns:a16="http://schemas.microsoft.com/office/drawing/2014/main" id="{28184BDE-3789-4D6E-97D3-C1B89280ACDF}"/>
                  </a:ext>
                </a:extLst>
              </p:cNvPr>
              <p:cNvSpPr/>
              <p:nvPr/>
            </p:nvSpPr>
            <p:spPr>
              <a:xfrm>
                <a:off x="3691115" y="3504780"/>
                <a:ext cx="3365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654" h="66675">
                    <a:moveTo>
                      <a:pt x="0" y="66052"/>
                    </a:moveTo>
                    <a:lnTo>
                      <a:pt x="0" y="0"/>
                    </a:lnTo>
                    <a:lnTo>
                      <a:pt x="33248" y="32727"/>
                    </a:lnTo>
                    <a:lnTo>
                      <a:pt x="0" y="66052"/>
                    </a:lnTo>
                    <a:close/>
                  </a:path>
                </a:pathLst>
              </a:custGeom>
              <a:solidFill>
                <a:srgbClr val="79C14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83" name="object 225">
                <a:extLst>
                  <a:ext uri="{FF2B5EF4-FFF2-40B4-BE49-F238E27FC236}">
                    <a16:creationId xmlns:a16="http://schemas.microsoft.com/office/drawing/2014/main" id="{808B45DE-A6FE-4FC5-860C-C2825D4EE075}"/>
                  </a:ext>
                </a:extLst>
              </p:cNvPr>
              <p:cNvSpPr/>
              <p:nvPr/>
            </p:nvSpPr>
            <p:spPr>
              <a:xfrm>
                <a:off x="3691115" y="3504780"/>
                <a:ext cx="3365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654" h="66675">
                    <a:moveTo>
                      <a:pt x="0" y="66052"/>
                    </a:moveTo>
                    <a:lnTo>
                      <a:pt x="33248" y="32727"/>
                    </a:lnTo>
                    <a:lnTo>
                      <a:pt x="0" y="0"/>
                    </a:lnTo>
                  </a:path>
                </a:pathLst>
              </a:custGeom>
              <a:ln w="7594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pic>
            <p:nvPicPr>
              <p:cNvPr id="184" name="object 226">
                <a:extLst>
                  <a:ext uri="{FF2B5EF4-FFF2-40B4-BE49-F238E27FC236}">
                    <a16:creationId xmlns:a16="http://schemas.microsoft.com/office/drawing/2014/main" id="{55EA46A7-4060-4595-8693-275E0A6C5CE0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3896131" y="3503320"/>
                <a:ext cx="73507" cy="73647"/>
              </a:xfrm>
              <a:prstGeom prst="rect">
                <a:avLst/>
              </a:prstGeom>
            </p:spPr>
          </p:pic>
          <p:pic>
            <p:nvPicPr>
              <p:cNvPr id="185" name="object 227">
                <a:extLst>
                  <a:ext uri="{FF2B5EF4-FFF2-40B4-BE49-F238E27FC236}">
                    <a16:creationId xmlns:a16="http://schemas.microsoft.com/office/drawing/2014/main" id="{8322D00D-34FA-4C90-B510-D9AFA6815E81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4137621" y="3501567"/>
                <a:ext cx="73507" cy="74231"/>
              </a:xfrm>
              <a:prstGeom prst="rect">
                <a:avLst/>
              </a:prstGeom>
            </p:spPr>
          </p:pic>
          <p:pic>
            <p:nvPicPr>
              <p:cNvPr id="186" name="object 228">
                <a:extLst>
                  <a:ext uri="{FF2B5EF4-FFF2-40B4-BE49-F238E27FC236}">
                    <a16:creationId xmlns:a16="http://schemas.microsoft.com/office/drawing/2014/main" id="{E3EB46EE-98B2-4B99-833F-5453313B0C62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4379112" y="3502736"/>
                <a:ext cx="73507" cy="73647"/>
              </a:xfrm>
              <a:prstGeom prst="rect">
                <a:avLst/>
              </a:prstGeom>
            </p:spPr>
          </p:pic>
          <p:pic>
            <p:nvPicPr>
              <p:cNvPr id="187" name="object 229">
                <a:extLst>
                  <a:ext uri="{FF2B5EF4-FFF2-40B4-BE49-F238E27FC236}">
                    <a16:creationId xmlns:a16="http://schemas.microsoft.com/office/drawing/2014/main" id="{67623F86-B898-4BA0-9171-ED4C87F8465D}"/>
                  </a:ext>
                </a:extLst>
              </p:cNvPr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4620590" y="3502152"/>
                <a:ext cx="73507" cy="73647"/>
              </a:xfrm>
              <a:prstGeom prst="rect">
                <a:avLst/>
              </a:prstGeom>
            </p:spPr>
          </p:pic>
          <p:pic>
            <p:nvPicPr>
              <p:cNvPr id="188" name="object 230">
                <a:extLst>
                  <a:ext uri="{FF2B5EF4-FFF2-40B4-BE49-F238E27FC236}">
                    <a16:creationId xmlns:a16="http://schemas.microsoft.com/office/drawing/2014/main" id="{1626E627-C1D7-4229-A41B-B7CDE8B4656C}"/>
                  </a:ext>
                </a:extLst>
              </p:cNvPr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4862080" y="3502152"/>
                <a:ext cx="73507" cy="73647"/>
              </a:xfrm>
              <a:prstGeom prst="rect">
                <a:avLst/>
              </a:prstGeom>
            </p:spPr>
          </p:pic>
          <p:pic>
            <p:nvPicPr>
              <p:cNvPr id="189" name="object 231">
                <a:extLst>
                  <a:ext uri="{FF2B5EF4-FFF2-40B4-BE49-F238E27FC236}">
                    <a16:creationId xmlns:a16="http://schemas.microsoft.com/office/drawing/2014/main" id="{9353EBC9-3E5A-4FD0-BC4B-C838558990F6}"/>
                  </a:ext>
                </a:extLst>
              </p:cNvPr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5103558" y="3501567"/>
                <a:ext cx="73507" cy="73647"/>
              </a:xfrm>
              <a:prstGeom prst="rect">
                <a:avLst/>
              </a:prstGeom>
            </p:spPr>
          </p:pic>
          <p:pic>
            <p:nvPicPr>
              <p:cNvPr id="190" name="object 232">
                <a:extLst>
                  <a:ext uri="{FF2B5EF4-FFF2-40B4-BE49-F238E27FC236}">
                    <a16:creationId xmlns:a16="http://schemas.microsoft.com/office/drawing/2014/main" id="{557EC372-220F-4C00-B9FF-9FA2E924C41C}"/>
                  </a:ext>
                </a:extLst>
              </p:cNvPr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5345048" y="3502152"/>
                <a:ext cx="73507" cy="73647"/>
              </a:xfrm>
              <a:prstGeom prst="rect">
                <a:avLst/>
              </a:prstGeom>
            </p:spPr>
          </p:pic>
          <p:pic>
            <p:nvPicPr>
              <p:cNvPr id="191" name="object 233">
                <a:extLst>
                  <a:ext uri="{FF2B5EF4-FFF2-40B4-BE49-F238E27FC236}">
                    <a16:creationId xmlns:a16="http://schemas.microsoft.com/office/drawing/2014/main" id="{1DE6F38E-2213-4B91-9D77-15F0A20C964E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5586539" y="3501567"/>
                <a:ext cx="73507" cy="74231"/>
              </a:xfrm>
              <a:prstGeom prst="rect">
                <a:avLst/>
              </a:prstGeom>
            </p:spPr>
          </p:pic>
          <p:sp>
            <p:nvSpPr>
              <p:cNvPr id="192" name="object 234">
                <a:extLst>
                  <a:ext uri="{FF2B5EF4-FFF2-40B4-BE49-F238E27FC236}">
                    <a16:creationId xmlns:a16="http://schemas.microsoft.com/office/drawing/2014/main" id="{939F463E-4C81-41D7-8A9E-8AFE7DFF9BB0}"/>
                  </a:ext>
                </a:extLst>
              </p:cNvPr>
              <p:cNvSpPr/>
              <p:nvPr/>
            </p:nvSpPr>
            <p:spPr>
              <a:xfrm>
                <a:off x="5831814" y="3504780"/>
                <a:ext cx="381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66675">
                    <a:moveTo>
                      <a:pt x="33248" y="66052"/>
                    </a:moveTo>
                    <a:lnTo>
                      <a:pt x="0" y="33312"/>
                    </a:lnTo>
                    <a:lnTo>
                      <a:pt x="33248" y="0"/>
                    </a:lnTo>
                    <a:lnTo>
                      <a:pt x="37922" y="4766"/>
                    </a:lnTo>
                    <a:lnTo>
                      <a:pt x="37922" y="61368"/>
                    </a:lnTo>
                    <a:lnTo>
                      <a:pt x="33248" y="66052"/>
                    </a:lnTo>
                    <a:close/>
                  </a:path>
                </a:pathLst>
              </a:custGeom>
              <a:solidFill>
                <a:srgbClr val="79C14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93" name="object 235">
                <a:extLst>
                  <a:ext uri="{FF2B5EF4-FFF2-40B4-BE49-F238E27FC236}">
                    <a16:creationId xmlns:a16="http://schemas.microsoft.com/office/drawing/2014/main" id="{07E58782-FC95-4FC5-A1BA-FE42D0DF27FD}"/>
                  </a:ext>
                </a:extLst>
              </p:cNvPr>
              <p:cNvSpPr/>
              <p:nvPr/>
            </p:nvSpPr>
            <p:spPr>
              <a:xfrm>
                <a:off x="5831814" y="3504780"/>
                <a:ext cx="381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66675">
                    <a:moveTo>
                      <a:pt x="37922" y="4766"/>
                    </a:moveTo>
                    <a:lnTo>
                      <a:pt x="33248" y="0"/>
                    </a:lnTo>
                    <a:lnTo>
                      <a:pt x="0" y="33312"/>
                    </a:lnTo>
                    <a:lnTo>
                      <a:pt x="33248" y="66052"/>
                    </a:lnTo>
                    <a:lnTo>
                      <a:pt x="37922" y="61368"/>
                    </a:lnTo>
                  </a:path>
                </a:pathLst>
              </a:custGeom>
              <a:ln w="7594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94" name="object 236">
                <a:extLst>
                  <a:ext uri="{FF2B5EF4-FFF2-40B4-BE49-F238E27FC236}">
                    <a16:creationId xmlns:a16="http://schemas.microsoft.com/office/drawing/2014/main" id="{FFC4D69E-D742-424D-9A3E-056B3D75F7A6}"/>
                  </a:ext>
                </a:extLst>
              </p:cNvPr>
              <p:cNvSpPr/>
              <p:nvPr/>
            </p:nvSpPr>
            <p:spPr>
              <a:xfrm>
                <a:off x="3691115" y="2896895"/>
                <a:ext cx="2174240" cy="430530"/>
              </a:xfrm>
              <a:custGeom>
                <a:avLst/>
                <a:gdLst/>
                <a:ahLst/>
                <a:cxnLst/>
                <a:rect l="l" t="t" r="r" b="b"/>
                <a:pathLst>
                  <a:path w="2174240" h="430529">
                    <a:moveTo>
                      <a:pt x="0" y="430199"/>
                    </a:moveTo>
                    <a:lnTo>
                      <a:pt x="242062" y="425513"/>
                    </a:lnTo>
                    <a:lnTo>
                      <a:pt x="483552" y="414413"/>
                    </a:lnTo>
                    <a:lnTo>
                      <a:pt x="725042" y="392785"/>
                    </a:lnTo>
                    <a:lnTo>
                      <a:pt x="966520" y="360057"/>
                    </a:lnTo>
                    <a:lnTo>
                      <a:pt x="1208011" y="317969"/>
                    </a:lnTo>
                    <a:lnTo>
                      <a:pt x="1449489" y="223862"/>
                    </a:lnTo>
                    <a:lnTo>
                      <a:pt x="1690979" y="181190"/>
                    </a:lnTo>
                    <a:lnTo>
                      <a:pt x="1932470" y="91173"/>
                    </a:lnTo>
                    <a:lnTo>
                      <a:pt x="2173947" y="0"/>
                    </a:lnTo>
                  </a:path>
                </a:pathLst>
              </a:custGeom>
              <a:ln w="23355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95" name="object 237">
                <a:extLst>
                  <a:ext uri="{FF2B5EF4-FFF2-40B4-BE49-F238E27FC236}">
                    <a16:creationId xmlns:a16="http://schemas.microsoft.com/office/drawing/2014/main" id="{00F6F74A-A904-4ACF-8D9A-8FA2470BA02D}"/>
                  </a:ext>
                </a:extLst>
              </p:cNvPr>
              <p:cNvSpPr/>
              <p:nvPr/>
            </p:nvSpPr>
            <p:spPr>
              <a:xfrm>
                <a:off x="3691115" y="3303714"/>
                <a:ext cx="2349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989">
                    <a:moveTo>
                      <a:pt x="0" y="46761"/>
                    </a:moveTo>
                    <a:lnTo>
                      <a:pt x="0" y="0"/>
                    </a:lnTo>
                    <a:lnTo>
                      <a:pt x="23329" y="0"/>
                    </a:lnTo>
                    <a:lnTo>
                      <a:pt x="0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96" name="object 238">
                <a:extLst>
                  <a:ext uri="{FF2B5EF4-FFF2-40B4-BE49-F238E27FC236}">
                    <a16:creationId xmlns:a16="http://schemas.microsoft.com/office/drawing/2014/main" id="{A3A4B650-4951-4C6E-BD60-7FB42E7679BA}"/>
                  </a:ext>
                </a:extLst>
              </p:cNvPr>
              <p:cNvSpPr/>
              <p:nvPr/>
            </p:nvSpPr>
            <p:spPr>
              <a:xfrm>
                <a:off x="3691115" y="3303714"/>
                <a:ext cx="2349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989">
                    <a:moveTo>
                      <a:pt x="0" y="46761"/>
                    </a:moveTo>
                    <a:lnTo>
                      <a:pt x="23329" y="0"/>
                    </a:lnTo>
                    <a:lnTo>
                      <a:pt x="0" y="0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97" name="object 239">
                <a:extLst>
                  <a:ext uri="{FF2B5EF4-FFF2-40B4-BE49-F238E27FC236}">
                    <a16:creationId xmlns:a16="http://schemas.microsoft.com/office/drawing/2014/main" id="{41CFF983-6196-42BA-84C8-27437A38A5DA}"/>
                  </a:ext>
                </a:extLst>
              </p:cNvPr>
              <p:cNvSpPr/>
              <p:nvPr/>
            </p:nvSpPr>
            <p:spPr>
              <a:xfrm>
                <a:off x="3909847" y="329902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0" y="0"/>
                    </a:lnTo>
                    <a:lnTo>
                      <a:pt x="46659" y="0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98" name="object 240">
                <a:extLst>
                  <a:ext uri="{FF2B5EF4-FFF2-40B4-BE49-F238E27FC236}">
                    <a16:creationId xmlns:a16="http://schemas.microsoft.com/office/drawing/2014/main" id="{E32AAB1B-5BE3-429D-87F1-224C173C375B}"/>
                  </a:ext>
                </a:extLst>
              </p:cNvPr>
              <p:cNvSpPr/>
              <p:nvPr/>
            </p:nvSpPr>
            <p:spPr>
              <a:xfrm>
                <a:off x="3909847" y="329902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46659" y="0"/>
                    </a:lnTo>
                    <a:lnTo>
                      <a:pt x="0" y="0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99" name="object 241">
                <a:extLst>
                  <a:ext uri="{FF2B5EF4-FFF2-40B4-BE49-F238E27FC236}">
                    <a16:creationId xmlns:a16="http://schemas.microsoft.com/office/drawing/2014/main" id="{B986623B-EB22-4A6A-B31A-FC4603D784DB}"/>
                  </a:ext>
                </a:extLst>
              </p:cNvPr>
              <p:cNvSpPr/>
              <p:nvPr/>
            </p:nvSpPr>
            <p:spPr>
              <a:xfrm>
                <a:off x="4151337" y="328792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0" y="0"/>
                    </a:lnTo>
                    <a:lnTo>
                      <a:pt x="46659" y="0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00" name="object 242">
                <a:extLst>
                  <a:ext uri="{FF2B5EF4-FFF2-40B4-BE49-F238E27FC236}">
                    <a16:creationId xmlns:a16="http://schemas.microsoft.com/office/drawing/2014/main" id="{7E3EE5F9-190B-4491-B931-069FF209D2AA}"/>
                  </a:ext>
                </a:extLst>
              </p:cNvPr>
              <p:cNvSpPr/>
              <p:nvPr/>
            </p:nvSpPr>
            <p:spPr>
              <a:xfrm>
                <a:off x="4151337" y="328792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46659" y="0"/>
                    </a:lnTo>
                    <a:lnTo>
                      <a:pt x="0" y="0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01" name="object 243">
                <a:extLst>
                  <a:ext uri="{FF2B5EF4-FFF2-40B4-BE49-F238E27FC236}">
                    <a16:creationId xmlns:a16="http://schemas.microsoft.com/office/drawing/2014/main" id="{B5C5796A-A150-4DB0-AD22-E5FD0F2A66D2}"/>
                  </a:ext>
                </a:extLst>
              </p:cNvPr>
              <p:cNvSpPr/>
              <p:nvPr/>
            </p:nvSpPr>
            <p:spPr>
              <a:xfrm>
                <a:off x="4392815" y="3266300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42" y="46761"/>
                    </a:moveTo>
                    <a:lnTo>
                      <a:pt x="0" y="0"/>
                    </a:lnTo>
                    <a:lnTo>
                      <a:pt x="46672" y="0"/>
                    </a:lnTo>
                    <a:lnTo>
                      <a:pt x="23342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02" name="object 244">
                <a:extLst>
                  <a:ext uri="{FF2B5EF4-FFF2-40B4-BE49-F238E27FC236}">
                    <a16:creationId xmlns:a16="http://schemas.microsoft.com/office/drawing/2014/main" id="{20698664-12B5-4E1A-A193-F2375A88E4F3}"/>
                  </a:ext>
                </a:extLst>
              </p:cNvPr>
              <p:cNvSpPr/>
              <p:nvPr/>
            </p:nvSpPr>
            <p:spPr>
              <a:xfrm>
                <a:off x="4392815" y="3266300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42" y="46761"/>
                    </a:moveTo>
                    <a:lnTo>
                      <a:pt x="46672" y="0"/>
                    </a:lnTo>
                    <a:lnTo>
                      <a:pt x="0" y="0"/>
                    </a:lnTo>
                    <a:lnTo>
                      <a:pt x="23342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03" name="object 245">
                <a:extLst>
                  <a:ext uri="{FF2B5EF4-FFF2-40B4-BE49-F238E27FC236}">
                    <a16:creationId xmlns:a16="http://schemas.microsoft.com/office/drawing/2014/main" id="{1B4D81FD-F9B8-4C87-84E9-988FAA5F3516}"/>
                  </a:ext>
                </a:extLst>
              </p:cNvPr>
              <p:cNvSpPr/>
              <p:nvPr/>
            </p:nvSpPr>
            <p:spPr>
              <a:xfrm>
                <a:off x="4634306" y="3233572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0" y="0"/>
                    </a:lnTo>
                    <a:lnTo>
                      <a:pt x="46659" y="0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04" name="object 246">
                <a:extLst>
                  <a:ext uri="{FF2B5EF4-FFF2-40B4-BE49-F238E27FC236}">
                    <a16:creationId xmlns:a16="http://schemas.microsoft.com/office/drawing/2014/main" id="{EF7688B7-8AFC-411F-8D85-4AEF76CDA2F0}"/>
                  </a:ext>
                </a:extLst>
              </p:cNvPr>
              <p:cNvSpPr/>
              <p:nvPr/>
            </p:nvSpPr>
            <p:spPr>
              <a:xfrm>
                <a:off x="4634306" y="3233572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46659" y="0"/>
                    </a:lnTo>
                    <a:lnTo>
                      <a:pt x="0" y="0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05" name="object 247">
                <a:extLst>
                  <a:ext uri="{FF2B5EF4-FFF2-40B4-BE49-F238E27FC236}">
                    <a16:creationId xmlns:a16="http://schemas.microsoft.com/office/drawing/2014/main" id="{F80680FC-0902-47AA-AACC-EA97E763AE04}"/>
                  </a:ext>
                </a:extLst>
              </p:cNvPr>
              <p:cNvSpPr/>
              <p:nvPr/>
            </p:nvSpPr>
            <p:spPr>
              <a:xfrm>
                <a:off x="4875796" y="3191484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0" y="0"/>
                    </a:lnTo>
                    <a:lnTo>
                      <a:pt x="46659" y="0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06" name="object 248">
                <a:extLst>
                  <a:ext uri="{FF2B5EF4-FFF2-40B4-BE49-F238E27FC236}">
                    <a16:creationId xmlns:a16="http://schemas.microsoft.com/office/drawing/2014/main" id="{CFFADC93-7D03-4D79-992D-30437AFD0BFD}"/>
                  </a:ext>
                </a:extLst>
              </p:cNvPr>
              <p:cNvSpPr/>
              <p:nvPr/>
            </p:nvSpPr>
            <p:spPr>
              <a:xfrm>
                <a:off x="4875796" y="3191484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46659" y="0"/>
                    </a:lnTo>
                    <a:lnTo>
                      <a:pt x="0" y="0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07" name="object 249">
                <a:extLst>
                  <a:ext uri="{FF2B5EF4-FFF2-40B4-BE49-F238E27FC236}">
                    <a16:creationId xmlns:a16="http://schemas.microsoft.com/office/drawing/2014/main" id="{D7D60D21-00C7-4377-858A-DB954AF17DCE}"/>
                  </a:ext>
                </a:extLst>
              </p:cNvPr>
              <p:cNvSpPr/>
              <p:nvPr/>
            </p:nvSpPr>
            <p:spPr>
              <a:xfrm>
                <a:off x="5117274" y="3097377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0" y="0"/>
                    </a:lnTo>
                    <a:lnTo>
                      <a:pt x="46672" y="0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08" name="object 250">
                <a:extLst>
                  <a:ext uri="{FF2B5EF4-FFF2-40B4-BE49-F238E27FC236}">
                    <a16:creationId xmlns:a16="http://schemas.microsoft.com/office/drawing/2014/main" id="{0DDD06BA-AA97-443A-B60A-90C96B49DAE9}"/>
                  </a:ext>
                </a:extLst>
              </p:cNvPr>
              <p:cNvSpPr/>
              <p:nvPr/>
            </p:nvSpPr>
            <p:spPr>
              <a:xfrm>
                <a:off x="5117274" y="3097377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46672" y="0"/>
                    </a:lnTo>
                    <a:lnTo>
                      <a:pt x="0" y="0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09" name="object 251">
                <a:extLst>
                  <a:ext uri="{FF2B5EF4-FFF2-40B4-BE49-F238E27FC236}">
                    <a16:creationId xmlns:a16="http://schemas.microsoft.com/office/drawing/2014/main" id="{5ED0A7AF-A3F9-49B5-B749-B9448497F419}"/>
                  </a:ext>
                </a:extLst>
              </p:cNvPr>
              <p:cNvSpPr/>
              <p:nvPr/>
            </p:nvSpPr>
            <p:spPr>
              <a:xfrm>
                <a:off x="5358764" y="3054705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0" y="0"/>
                    </a:lnTo>
                    <a:lnTo>
                      <a:pt x="46659" y="0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10" name="object 252">
                <a:extLst>
                  <a:ext uri="{FF2B5EF4-FFF2-40B4-BE49-F238E27FC236}">
                    <a16:creationId xmlns:a16="http://schemas.microsoft.com/office/drawing/2014/main" id="{760F2E5B-E1EF-4AD1-AB4F-9338F77C1602}"/>
                  </a:ext>
                </a:extLst>
              </p:cNvPr>
              <p:cNvSpPr/>
              <p:nvPr/>
            </p:nvSpPr>
            <p:spPr>
              <a:xfrm>
                <a:off x="5358764" y="3054705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46659" y="0"/>
                    </a:lnTo>
                    <a:lnTo>
                      <a:pt x="0" y="0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11" name="object 253">
                <a:extLst>
                  <a:ext uri="{FF2B5EF4-FFF2-40B4-BE49-F238E27FC236}">
                    <a16:creationId xmlns:a16="http://schemas.microsoft.com/office/drawing/2014/main" id="{5B576F5C-824F-4818-B5C8-C7DC1E42C702}"/>
                  </a:ext>
                </a:extLst>
              </p:cNvPr>
              <p:cNvSpPr/>
              <p:nvPr/>
            </p:nvSpPr>
            <p:spPr>
              <a:xfrm>
                <a:off x="5600255" y="296468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0" y="0"/>
                    </a:lnTo>
                    <a:lnTo>
                      <a:pt x="46659" y="0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12" name="object 254">
                <a:extLst>
                  <a:ext uri="{FF2B5EF4-FFF2-40B4-BE49-F238E27FC236}">
                    <a16:creationId xmlns:a16="http://schemas.microsoft.com/office/drawing/2014/main" id="{E138001B-9F59-4E64-88E3-D122EAFDA93E}"/>
                  </a:ext>
                </a:extLst>
              </p:cNvPr>
              <p:cNvSpPr/>
              <p:nvPr/>
            </p:nvSpPr>
            <p:spPr>
              <a:xfrm>
                <a:off x="5600255" y="2964688"/>
                <a:ext cx="46990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46989" h="46989">
                    <a:moveTo>
                      <a:pt x="23329" y="46761"/>
                    </a:moveTo>
                    <a:lnTo>
                      <a:pt x="46659" y="0"/>
                    </a:lnTo>
                    <a:lnTo>
                      <a:pt x="0" y="0"/>
                    </a:lnTo>
                    <a:lnTo>
                      <a:pt x="23329" y="46761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13" name="object 255">
                <a:extLst>
                  <a:ext uri="{FF2B5EF4-FFF2-40B4-BE49-F238E27FC236}">
                    <a16:creationId xmlns:a16="http://schemas.microsoft.com/office/drawing/2014/main" id="{AB27976B-1507-4F94-A620-78AFC075B5B8}"/>
                  </a:ext>
                </a:extLst>
              </p:cNvPr>
              <p:cNvSpPr/>
              <p:nvPr/>
            </p:nvSpPr>
            <p:spPr>
              <a:xfrm>
                <a:off x="5841733" y="2873514"/>
                <a:ext cx="2857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6989">
                    <a:moveTo>
                      <a:pt x="23329" y="46761"/>
                    </a:moveTo>
                    <a:lnTo>
                      <a:pt x="0" y="0"/>
                    </a:lnTo>
                    <a:lnTo>
                      <a:pt x="28003" y="0"/>
                    </a:lnTo>
                    <a:lnTo>
                      <a:pt x="28003" y="37393"/>
                    </a:lnTo>
                    <a:lnTo>
                      <a:pt x="23329" y="4676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14" name="object 256">
                <a:extLst>
                  <a:ext uri="{FF2B5EF4-FFF2-40B4-BE49-F238E27FC236}">
                    <a16:creationId xmlns:a16="http://schemas.microsoft.com/office/drawing/2014/main" id="{E83E8E2C-776D-46BE-A1E0-E375302B7C9B}"/>
                  </a:ext>
                </a:extLst>
              </p:cNvPr>
              <p:cNvSpPr/>
              <p:nvPr/>
            </p:nvSpPr>
            <p:spPr>
              <a:xfrm>
                <a:off x="5841733" y="2873514"/>
                <a:ext cx="28575" cy="4699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6989">
                    <a:moveTo>
                      <a:pt x="28003" y="0"/>
                    </a:moveTo>
                    <a:lnTo>
                      <a:pt x="0" y="0"/>
                    </a:lnTo>
                    <a:lnTo>
                      <a:pt x="23329" y="46761"/>
                    </a:lnTo>
                    <a:lnTo>
                      <a:pt x="28003" y="37393"/>
                    </a:lnTo>
                  </a:path>
                </a:pathLst>
              </a:custGeom>
              <a:ln w="7594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15" name="object 257">
                <a:extLst>
                  <a:ext uri="{FF2B5EF4-FFF2-40B4-BE49-F238E27FC236}">
                    <a16:creationId xmlns:a16="http://schemas.microsoft.com/office/drawing/2014/main" id="{D7C324EA-2C82-4295-9433-EC8BFA4973D0}"/>
                  </a:ext>
                </a:extLst>
              </p:cNvPr>
              <p:cNvSpPr/>
              <p:nvPr/>
            </p:nvSpPr>
            <p:spPr>
              <a:xfrm>
                <a:off x="3691115" y="2841358"/>
                <a:ext cx="2174240" cy="1339850"/>
              </a:xfrm>
              <a:custGeom>
                <a:avLst/>
                <a:gdLst/>
                <a:ahLst/>
                <a:cxnLst/>
                <a:rect l="l" t="t" r="r" b="b"/>
                <a:pathLst>
                  <a:path w="2174240" h="1339850">
                    <a:moveTo>
                      <a:pt x="0" y="1339697"/>
                    </a:moveTo>
                    <a:lnTo>
                      <a:pt x="0" y="0"/>
                    </a:lnTo>
                  </a:path>
                  <a:path w="2174240" h="1339850">
                    <a:moveTo>
                      <a:pt x="2173947" y="1339697"/>
                    </a:moveTo>
                    <a:lnTo>
                      <a:pt x="2173947" y="0"/>
                    </a:lnTo>
                  </a:path>
                  <a:path w="2174240" h="1339850">
                    <a:moveTo>
                      <a:pt x="0" y="1339697"/>
                    </a:moveTo>
                    <a:lnTo>
                      <a:pt x="2173947" y="1339697"/>
                    </a:lnTo>
                  </a:path>
                  <a:path w="2174240" h="1339850">
                    <a:moveTo>
                      <a:pt x="0" y="0"/>
                    </a:moveTo>
                    <a:lnTo>
                      <a:pt x="2173947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</p:grpSp>
        <p:grpSp>
          <p:nvGrpSpPr>
            <p:cNvPr id="216" name="object 301">
              <a:extLst>
                <a:ext uri="{FF2B5EF4-FFF2-40B4-BE49-F238E27FC236}">
                  <a16:creationId xmlns:a16="http://schemas.microsoft.com/office/drawing/2014/main" id="{5B060983-8E3C-4E66-A2BD-BC9478BBBF2A}"/>
                </a:ext>
              </a:extLst>
            </p:cNvPr>
            <p:cNvGrpSpPr/>
            <p:nvPr/>
          </p:nvGrpSpPr>
          <p:grpSpPr>
            <a:xfrm>
              <a:off x="3254222" y="2623921"/>
              <a:ext cx="166370" cy="330200"/>
              <a:chOff x="3254222" y="2623921"/>
              <a:chExt cx="166370" cy="330200"/>
            </a:xfrm>
          </p:grpSpPr>
        </p:grpSp>
        <p:grpSp>
          <p:nvGrpSpPr>
            <p:cNvPr id="217" name="object 297">
              <a:extLst>
                <a:ext uri="{FF2B5EF4-FFF2-40B4-BE49-F238E27FC236}">
                  <a16:creationId xmlns:a16="http://schemas.microsoft.com/office/drawing/2014/main" id="{B4967950-F5E3-4B25-95B7-64452973000F}"/>
                </a:ext>
              </a:extLst>
            </p:cNvPr>
            <p:cNvGrpSpPr/>
            <p:nvPr/>
          </p:nvGrpSpPr>
          <p:grpSpPr>
            <a:xfrm>
              <a:off x="3260051" y="3049447"/>
              <a:ext cx="138430" cy="312420"/>
              <a:chOff x="3260051" y="3049447"/>
              <a:chExt cx="138430" cy="312420"/>
            </a:xfrm>
          </p:grpSpPr>
        </p:grpSp>
        <p:grpSp>
          <p:nvGrpSpPr>
            <p:cNvPr id="218" name="object 291">
              <a:extLst>
                <a:ext uri="{FF2B5EF4-FFF2-40B4-BE49-F238E27FC236}">
                  <a16:creationId xmlns:a16="http://schemas.microsoft.com/office/drawing/2014/main" id="{2C65D369-ACCD-4F9E-95DB-1D98929713EA}"/>
                </a:ext>
              </a:extLst>
            </p:cNvPr>
            <p:cNvGrpSpPr/>
            <p:nvPr/>
          </p:nvGrpSpPr>
          <p:grpSpPr>
            <a:xfrm>
              <a:off x="3254222" y="3460356"/>
              <a:ext cx="144145" cy="487045"/>
              <a:chOff x="3254222" y="3460356"/>
              <a:chExt cx="144145" cy="487045"/>
            </a:xfrm>
          </p:grpSpPr>
        </p:grpSp>
        <p:grpSp>
          <p:nvGrpSpPr>
            <p:cNvPr id="219" name="object 120">
              <a:extLst>
                <a:ext uri="{FF2B5EF4-FFF2-40B4-BE49-F238E27FC236}">
                  <a16:creationId xmlns:a16="http://schemas.microsoft.com/office/drawing/2014/main" id="{FE9D676C-9B50-4DBB-BBDE-4D2937B492ED}"/>
                </a:ext>
              </a:extLst>
            </p:cNvPr>
            <p:cNvGrpSpPr/>
            <p:nvPr/>
          </p:nvGrpSpPr>
          <p:grpSpPr>
            <a:xfrm>
              <a:off x="1011440" y="4357001"/>
              <a:ext cx="903605" cy="145415"/>
              <a:chOff x="1011440" y="4357001"/>
              <a:chExt cx="903605" cy="145415"/>
            </a:xfrm>
          </p:grpSpPr>
        </p:grpSp>
        <p:grpSp>
          <p:nvGrpSpPr>
            <p:cNvPr id="220" name="object 130">
              <a:extLst>
                <a:ext uri="{FF2B5EF4-FFF2-40B4-BE49-F238E27FC236}">
                  <a16:creationId xmlns:a16="http://schemas.microsoft.com/office/drawing/2014/main" id="{271C4CDB-96A9-40A2-B1D0-57701FDD899F}"/>
                </a:ext>
              </a:extLst>
            </p:cNvPr>
            <p:cNvGrpSpPr/>
            <p:nvPr/>
          </p:nvGrpSpPr>
          <p:grpSpPr>
            <a:xfrm>
              <a:off x="2000123" y="4357001"/>
              <a:ext cx="342265" cy="145415"/>
              <a:chOff x="2000123" y="4357001"/>
              <a:chExt cx="342265" cy="145415"/>
            </a:xfrm>
          </p:grpSpPr>
        </p:grpSp>
        <p:grpSp>
          <p:nvGrpSpPr>
            <p:cNvPr id="221" name="object 134">
              <a:extLst>
                <a:ext uri="{FF2B5EF4-FFF2-40B4-BE49-F238E27FC236}">
                  <a16:creationId xmlns:a16="http://schemas.microsoft.com/office/drawing/2014/main" id="{172DA05B-A56F-4A57-B8DD-9BE025F7E996}"/>
                </a:ext>
              </a:extLst>
            </p:cNvPr>
            <p:cNvGrpSpPr/>
            <p:nvPr/>
          </p:nvGrpSpPr>
          <p:grpSpPr>
            <a:xfrm>
              <a:off x="2427097" y="4357585"/>
              <a:ext cx="483234" cy="166370"/>
              <a:chOff x="2427097" y="4357585"/>
              <a:chExt cx="483234" cy="166370"/>
            </a:xfrm>
          </p:grpSpPr>
        </p:grpSp>
        <p:grpSp>
          <p:nvGrpSpPr>
            <p:cNvPr id="222" name="object 272">
              <a:extLst>
                <a:ext uri="{FF2B5EF4-FFF2-40B4-BE49-F238E27FC236}">
                  <a16:creationId xmlns:a16="http://schemas.microsoft.com/office/drawing/2014/main" id="{EA4AC737-7E1A-407A-88DE-ADB6035E30DF}"/>
                </a:ext>
              </a:extLst>
            </p:cNvPr>
            <p:cNvGrpSpPr/>
            <p:nvPr/>
          </p:nvGrpSpPr>
          <p:grpSpPr>
            <a:xfrm>
              <a:off x="3821772" y="4357001"/>
              <a:ext cx="902969" cy="145415"/>
              <a:chOff x="3821772" y="4357001"/>
              <a:chExt cx="902969" cy="145415"/>
            </a:xfrm>
          </p:grpSpPr>
        </p:grpSp>
        <p:grpSp>
          <p:nvGrpSpPr>
            <p:cNvPr id="223" name="object 282">
              <a:extLst>
                <a:ext uri="{FF2B5EF4-FFF2-40B4-BE49-F238E27FC236}">
                  <a16:creationId xmlns:a16="http://schemas.microsoft.com/office/drawing/2014/main" id="{F98EC1C0-25C3-4B20-9480-E34C837EFBB4}"/>
                </a:ext>
              </a:extLst>
            </p:cNvPr>
            <p:cNvGrpSpPr/>
            <p:nvPr/>
          </p:nvGrpSpPr>
          <p:grpSpPr>
            <a:xfrm>
              <a:off x="4810468" y="4357001"/>
              <a:ext cx="342265" cy="145415"/>
              <a:chOff x="4810468" y="4357001"/>
              <a:chExt cx="342265" cy="145415"/>
            </a:xfrm>
          </p:grpSpPr>
        </p:grpSp>
        <p:grpSp>
          <p:nvGrpSpPr>
            <p:cNvPr id="224" name="object 286">
              <a:extLst>
                <a:ext uri="{FF2B5EF4-FFF2-40B4-BE49-F238E27FC236}">
                  <a16:creationId xmlns:a16="http://schemas.microsoft.com/office/drawing/2014/main" id="{E4BA300E-28C1-4BF5-B2B1-3C1F7133E67E}"/>
                </a:ext>
              </a:extLst>
            </p:cNvPr>
            <p:cNvGrpSpPr/>
            <p:nvPr/>
          </p:nvGrpSpPr>
          <p:grpSpPr>
            <a:xfrm>
              <a:off x="5237441" y="4357585"/>
              <a:ext cx="483234" cy="166370"/>
              <a:chOff x="5237441" y="4357585"/>
              <a:chExt cx="483234" cy="166370"/>
            </a:xfrm>
          </p:grpSpPr>
        </p:grpSp>
        <p:grpSp>
          <p:nvGrpSpPr>
            <p:cNvPr id="225" name="object 368">
              <a:extLst>
                <a:ext uri="{FF2B5EF4-FFF2-40B4-BE49-F238E27FC236}">
                  <a16:creationId xmlns:a16="http://schemas.microsoft.com/office/drawing/2014/main" id="{9D764578-A3B7-463A-8322-2B2D3088AC33}"/>
                </a:ext>
              </a:extLst>
            </p:cNvPr>
            <p:cNvGrpSpPr/>
            <p:nvPr/>
          </p:nvGrpSpPr>
          <p:grpSpPr>
            <a:xfrm>
              <a:off x="6213868" y="2760243"/>
              <a:ext cx="2636520" cy="1733550"/>
              <a:chOff x="6213868" y="2760243"/>
              <a:chExt cx="2636520" cy="1733550"/>
            </a:xfrm>
          </p:grpSpPr>
          <p:sp>
            <p:nvSpPr>
              <p:cNvPr id="226" name="object 369">
                <a:extLst>
                  <a:ext uri="{FF2B5EF4-FFF2-40B4-BE49-F238E27FC236}">
                    <a16:creationId xmlns:a16="http://schemas.microsoft.com/office/drawing/2014/main" id="{2797A714-356E-49F4-9FEC-2B6FDF80A9DB}"/>
                  </a:ext>
                </a:extLst>
              </p:cNvPr>
              <p:cNvSpPr/>
              <p:nvPr/>
            </p:nvSpPr>
            <p:spPr>
              <a:xfrm>
                <a:off x="6637578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26949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27" name="object 370">
                <a:extLst>
                  <a:ext uri="{FF2B5EF4-FFF2-40B4-BE49-F238E27FC236}">
                    <a16:creationId xmlns:a16="http://schemas.microsoft.com/office/drawing/2014/main" id="{712C7259-4ED1-4D53-971F-5BD3370DD1D8}"/>
                  </a:ext>
                </a:extLst>
              </p:cNvPr>
              <p:cNvSpPr/>
              <p:nvPr/>
            </p:nvSpPr>
            <p:spPr>
              <a:xfrm>
                <a:off x="6637578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0"/>
                    </a:moveTo>
                    <a:lnTo>
                      <a:pt x="0" y="26949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28" name="object 372">
                <a:extLst>
                  <a:ext uri="{FF2B5EF4-FFF2-40B4-BE49-F238E27FC236}">
                    <a16:creationId xmlns:a16="http://schemas.microsoft.com/office/drawing/2014/main" id="{364F0BCA-ECBD-426F-B3F7-695754466C51}"/>
                  </a:ext>
                </a:extLst>
              </p:cNvPr>
              <p:cNvSpPr/>
              <p:nvPr/>
            </p:nvSpPr>
            <p:spPr>
              <a:xfrm>
                <a:off x="6942201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26949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29" name="object 373">
                <a:extLst>
                  <a:ext uri="{FF2B5EF4-FFF2-40B4-BE49-F238E27FC236}">
                    <a16:creationId xmlns:a16="http://schemas.microsoft.com/office/drawing/2014/main" id="{31D86894-D82A-477E-AD6F-4B465D6CE89A}"/>
                  </a:ext>
                </a:extLst>
              </p:cNvPr>
              <p:cNvSpPr/>
              <p:nvPr/>
            </p:nvSpPr>
            <p:spPr>
              <a:xfrm>
                <a:off x="6942201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0"/>
                    </a:moveTo>
                    <a:lnTo>
                      <a:pt x="0" y="26949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30" name="object 375">
                <a:extLst>
                  <a:ext uri="{FF2B5EF4-FFF2-40B4-BE49-F238E27FC236}">
                    <a16:creationId xmlns:a16="http://schemas.microsoft.com/office/drawing/2014/main" id="{BA93C9D7-DD7B-424F-B730-7895E83B1380}"/>
                  </a:ext>
                </a:extLst>
              </p:cNvPr>
              <p:cNvSpPr/>
              <p:nvPr/>
            </p:nvSpPr>
            <p:spPr>
              <a:xfrm>
                <a:off x="7246823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26949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31" name="object 376">
                <a:extLst>
                  <a:ext uri="{FF2B5EF4-FFF2-40B4-BE49-F238E27FC236}">
                    <a16:creationId xmlns:a16="http://schemas.microsoft.com/office/drawing/2014/main" id="{44C1DD8B-9685-45BD-9E51-68D6481EFAFE}"/>
                  </a:ext>
                </a:extLst>
              </p:cNvPr>
              <p:cNvSpPr/>
              <p:nvPr/>
            </p:nvSpPr>
            <p:spPr>
              <a:xfrm>
                <a:off x="7246823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0"/>
                    </a:moveTo>
                    <a:lnTo>
                      <a:pt x="0" y="26949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32" name="object 378">
                <a:extLst>
                  <a:ext uri="{FF2B5EF4-FFF2-40B4-BE49-F238E27FC236}">
                    <a16:creationId xmlns:a16="http://schemas.microsoft.com/office/drawing/2014/main" id="{2E5399C9-C700-4C22-AC12-B3020BEC7EAF}"/>
                  </a:ext>
                </a:extLst>
              </p:cNvPr>
              <p:cNvSpPr/>
              <p:nvPr/>
            </p:nvSpPr>
            <p:spPr>
              <a:xfrm>
                <a:off x="7550873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26949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33" name="object 379">
                <a:extLst>
                  <a:ext uri="{FF2B5EF4-FFF2-40B4-BE49-F238E27FC236}">
                    <a16:creationId xmlns:a16="http://schemas.microsoft.com/office/drawing/2014/main" id="{7E523717-7C7E-42CB-ADA2-0448B8CFC1C7}"/>
                  </a:ext>
                </a:extLst>
              </p:cNvPr>
              <p:cNvSpPr/>
              <p:nvPr/>
            </p:nvSpPr>
            <p:spPr>
              <a:xfrm>
                <a:off x="7550873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0"/>
                    </a:moveTo>
                    <a:lnTo>
                      <a:pt x="0" y="26949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34" name="object 381">
                <a:extLst>
                  <a:ext uri="{FF2B5EF4-FFF2-40B4-BE49-F238E27FC236}">
                    <a16:creationId xmlns:a16="http://schemas.microsoft.com/office/drawing/2014/main" id="{2F744FE3-BD0D-4D3B-95E4-1ECE34974625}"/>
                  </a:ext>
                </a:extLst>
              </p:cNvPr>
              <p:cNvSpPr/>
              <p:nvPr/>
            </p:nvSpPr>
            <p:spPr>
              <a:xfrm>
                <a:off x="8464727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26949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35" name="object 382">
                <a:extLst>
                  <a:ext uri="{FF2B5EF4-FFF2-40B4-BE49-F238E27FC236}">
                    <a16:creationId xmlns:a16="http://schemas.microsoft.com/office/drawing/2014/main" id="{8A849A6D-CAAE-41CA-A7D0-CA1857C36431}"/>
                  </a:ext>
                </a:extLst>
              </p:cNvPr>
              <p:cNvSpPr/>
              <p:nvPr/>
            </p:nvSpPr>
            <p:spPr>
              <a:xfrm>
                <a:off x="8464727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0"/>
                    </a:moveTo>
                    <a:lnTo>
                      <a:pt x="0" y="26949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36" name="object 384">
                <a:extLst>
                  <a:ext uri="{FF2B5EF4-FFF2-40B4-BE49-F238E27FC236}">
                    <a16:creationId xmlns:a16="http://schemas.microsoft.com/office/drawing/2014/main" id="{5BCBDEA5-C357-4EAA-A9C3-F0751BB795F8}"/>
                  </a:ext>
                </a:extLst>
              </p:cNvPr>
              <p:cNvSpPr/>
              <p:nvPr/>
            </p:nvSpPr>
            <p:spPr>
              <a:xfrm>
                <a:off x="8768778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26949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37" name="object 385">
                <a:extLst>
                  <a:ext uri="{FF2B5EF4-FFF2-40B4-BE49-F238E27FC236}">
                    <a16:creationId xmlns:a16="http://schemas.microsoft.com/office/drawing/2014/main" id="{6D479379-5F06-43D6-A0A3-43BD1EF09280}"/>
                  </a:ext>
                </a:extLst>
              </p:cNvPr>
              <p:cNvSpPr/>
              <p:nvPr/>
            </p:nvSpPr>
            <p:spPr>
              <a:xfrm>
                <a:off x="8768778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0"/>
                    </a:moveTo>
                    <a:lnTo>
                      <a:pt x="0" y="26949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38" name="object 388">
                <a:extLst>
                  <a:ext uri="{FF2B5EF4-FFF2-40B4-BE49-F238E27FC236}">
                    <a16:creationId xmlns:a16="http://schemas.microsoft.com/office/drawing/2014/main" id="{AB0CBD2C-51EF-449A-8F23-3DCA1D2AC122}"/>
                  </a:ext>
                </a:extLst>
              </p:cNvPr>
              <p:cNvSpPr/>
              <p:nvPr/>
            </p:nvSpPr>
            <p:spPr>
              <a:xfrm>
                <a:off x="6611239" y="4178465"/>
                <a:ext cx="266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670">
                    <a:moveTo>
                      <a:pt x="26339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39" name="object 389">
                <a:extLst>
                  <a:ext uri="{FF2B5EF4-FFF2-40B4-BE49-F238E27FC236}">
                    <a16:creationId xmlns:a16="http://schemas.microsoft.com/office/drawing/2014/main" id="{8F69401B-0895-4A03-8154-EB20DA21822B}"/>
                  </a:ext>
                </a:extLst>
              </p:cNvPr>
              <p:cNvSpPr/>
              <p:nvPr/>
            </p:nvSpPr>
            <p:spPr>
              <a:xfrm>
                <a:off x="6611239" y="4178465"/>
                <a:ext cx="266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670">
                    <a:moveTo>
                      <a:pt x="26339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40" name="object 391">
                <a:extLst>
                  <a:ext uri="{FF2B5EF4-FFF2-40B4-BE49-F238E27FC236}">
                    <a16:creationId xmlns:a16="http://schemas.microsoft.com/office/drawing/2014/main" id="{91EFB0B7-5E42-4544-8501-BA483F73CB3F}"/>
                  </a:ext>
                </a:extLst>
              </p:cNvPr>
              <p:cNvSpPr/>
              <p:nvPr/>
            </p:nvSpPr>
            <p:spPr>
              <a:xfrm>
                <a:off x="6611239" y="3721582"/>
                <a:ext cx="266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670">
                    <a:moveTo>
                      <a:pt x="26339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41" name="object 392">
                <a:extLst>
                  <a:ext uri="{FF2B5EF4-FFF2-40B4-BE49-F238E27FC236}">
                    <a16:creationId xmlns:a16="http://schemas.microsoft.com/office/drawing/2014/main" id="{ED7173B4-A422-4D36-95E8-9A20F126F891}"/>
                  </a:ext>
                </a:extLst>
              </p:cNvPr>
              <p:cNvSpPr/>
              <p:nvPr/>
            </p:nvSpPr>
            <p:spPr>
              <a:xfrm>
                <a:off x="6611239" y="3721582"/>
                <a:ext cx="266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670">
                    <a:moveTo>
                      <a:pt x="26339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42" name="object 394">
                <a:extLst>
                  <a:ext uri="{FF2B5EF4-FFF2-40B4-BE49-F238E27FC236}">
                    <a16:creationId xmlns:a16="http://schemas.microsoft.com/office/drawing/2014/main" id="{E69B6493-AE91-4533-8FE7-9A839DEE4557}"/>
                  </a:ext>
                </a:extLst>
              </p:cNvPr>
              <p:cNvSpPr/>
              <p:nvPr/>
            </p:nvSpPr>
            <p:spPr>
              <a:xfrm>
                <a:off x="6611239" y="3264712"/>
                <a:ext cx="266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670">
                    <a:moveTo>
                      <a:pt x="26339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43" name="object 395">
                <a:extLst>
                  <a:ext uri="{FF2B5EF4-FFF2-40B4-BE49-F238E27FC236}">
                    <a16:creationId xmlns:a16="http://schemas.microsoft.com/office/drawing/2014/main" id="{6EAD0A82-69B6-4D6C-B94F-28E034469174}"/>
                  </a:ext>
                </a:extLst>
              </p:cNvPr>
              <p:cNvSpPr/>
              <p:nvPr/>
            </p:nvSpPr>
            <p:spPr>
              <a:xfrm>
                <a:off x="6611239" y="3264712"/>
                <a:ext cx="266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670">
                    <a:moveTo>
                      <a:pt x="26339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44" name="object 397">
                <a:extLst>
                  <a:ext uri="{FF2B5EF4-FFF2-40B4-BE49-F238E27FC236}">
                    <a16:creationId xmlns:a16="http://schemas.microsoft.com/office/drawing/2014/main" id="{991813FD-3DD9-41F3-A556-113787BB4DC6}"/>
                  </a:ext>
                </a:extLst>
              </p:cNvPr>
              <p:cNvSpPr/>
              <p:nvPr/>
            </p:nvSpPr>
            <p:spPr>
              <a:xfrm>
                <a:off x="6611239" y="2807830"/>
                <a:ext cx="266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670">
                    <a:moveTo>
                      <a:pt x="26339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45" name="object 398">
                <a:extLst>
                  <a:ext uri="{FF2B5EF4-FFF2-40B4-BE49-F238E27FC236}">
                    <a16:creationId xmlns:a16="http://schemas.microsoft.com/office/drawing/2014/main" id="{CE66750F-EEBA-4BD2-AF37-7D56FDF7C0C5}"/>
                  </a:ext>
                </a:extLst>
              </p:cNvPr>
              <p:cNvSpPr/>
              <p:nvPr/>
            </p:nvSpPr>
            <p:spPr>
              <a:xfrm>
                <a:off x="6611239" y="2807830"/>
                <a:ext cx="266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670">
                    <a:moveTo>
                      <a:pt x="26339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46" name="object 402">
                <a:extLst>
                  <a:ext uri="{FF2B5EF4-FFF2-40B4-BE49-F238E27FC236}">
                    <a16:creationId xmlns:a16="http://schemas.microsoft.com/office/drawing/2014/main" id="{94374524-FDCD-44A4-B43C-B8F9EE2DF53D}"/>
                  </a:ext>
                </a:extLst>
              </p:cNvPr>
              <p:cNvSpPr/>
              <p:nvPr/>
            </p:nvSpPr>
            <p:spPr>
              <a:xfrm>
                <a:off x="6637578" y="3914203"/>
                <a:ext cx="2131695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2131695" h="87629">
                    <a:moveTo>
                      <a:pt x="0" y="44704"/>
                    </a:moveTo>
                    <a:lnTo>
                      <a:pt x="304622" y="87134"/>
                    </a:lnTo>
                    <a:lnTo>
                      <a:pt x="609244" y="77381"/>
                    </a:lnTo>
                    <a:lnTo>
                      <a:pt x="913295" y="68211"/>
                    </a:lnTo>
                    <a:lnTo>
                      <a:pt x="1217917" y="47574"/>
                    </a:lnTo>
                    <a:lnTo>
                      <a:pt x="1522539" y="38404"/>
                    </a:lnTo>
                    <a:lnTo>
                      <a:pt x="1827149" y="35534"/>
                    </a:lnTo>
                    <a:lnTo>
                      <a:pt x="2131199" y="0"/>
                    </a:lnTo>
                  </a:path>
                </a:pathLst>
              </a:custGeom>
              <a:ln w="22910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47" name="object 403">
                <a:extLst>
                  <a:ext uri="{FF2B5EF4-FFF2-40B4-BE49-F238E27FC236}">
                    <a16:creationId xmlns:a16="http://schemas.microsoft.com/office/drawing/2014/main" id="{405EBFBC-5620-40F8-838C-79D03877E661}"/>
                  </a:ext>
                </a:extLst>
              </p:cNvPr>
              <p:cNvSpPr/>
              <p:nvPr/>
            </p:nvSpPr>
            <p:spPr>
              <a:xfrm>
                <a:off x="6637578" y="3935983"/>
                <a:ext cx="2349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354">
                    <a:moveTo>
                      <a:pt x="6299" y="45859"/>
                    </a:moveTo>
                    <a:lnTo>
                      <a:pt x="0" y="45859"/>
                    </a:lnTo>
                    <a:lnTo>
                      <a:pt x="0" y="0"/>
                    </a:lnTo>
                    <a:lnTo>
                      <a:pt x="6299" y="0"/>
                    </a:lnTo>
                    <a:lnTo>
                      <a:pt x="12026" y="2298"/>
                    </a:lnTo>
                    <a:lnTo>
                      <a:pt x="20612" y="10896"/>
                    </a:lnTo>
                    <a:lnTo>
                      <a:pt x="22910" y="17195"/>
                    </a:lnTo>
                    <a:lnTo>
                      <a:pt x="22910" y="29235"/>
                    </a:lnTo>
                    <a:lnTo>
                      <a:pt x="20612" y="34963"/>
                    </a:lnTo>
                    <a:lnTo>
                      <a:pt x="16611" y="39547"/>
                    </a:lnTo>
                    <a:lnTo>
                      <a:pt x="12026" y="43561"/>
                    </a:lnTo>
                    <a:lnTo>
                      <a:pt x="6299" y="45859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48" name="object 404">
                <a:extLst>
                  <a:ext uri="{FF2B5EF4-FFF2-40B4-BE49-F238E27FC236}">
                    <a16:creationId xmlns:a16="http://schemas.microsoft.com/office/drawing/2014/main" id="{540848DA-E16D-420D-A926-FA4168EF65F0}"/>
                  </a:ext>
                </a:extLst>
              </p:cNvPr>
              <p:cNvSpPr/>
              <p:nvPr/>
            </p:nvSpPr>
            <p:spPr>
              <a:xfrm>
                <a:off x="6637578" y="3935983"/>
                <a:ext cx="2349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354">
                    <a:moveTo>
                      <a:pt x="0" y="45859"/>
                    </a:moveTo>
                    <a:lnTo>
                      <a:pt x="6299" y="45859"/>
                    </a:lnTo>
                    <a:lnTo>
                      <a:pt x="12026" y="43561"/>
                    </a:lnTo>
                    <a:lnTo>
                      <a:pt x="16611" y="39547"/>
                    </a:lnTo>
                    <a:lnTo>
                      <a:pt x="20612" y="34963"/>
                    </a:lnTo>
                    <a:lnTo>
                      <a:pt x="22910" y="29235"/>
                    </a:lnTo>
                    <a:lnTo>
                      <a:pt x="22910" y="22923"/>
                    </a:lnTo>
                    <a:lnTo>
                      <a:pt x="22910" y="17195"/>
                    </a:lnTo>
                    <a:lnTo>
                      <a:pt x="20612" y="10896"/>
                    </a:lnTo>
                    <a:lnTo>
                      <a:pt x="16611" y="6883"/>
                    </a:lnTo>
                    <a:lnTo>
                      <a:pt x="12026" y="2298"/>
                    </a:lnTo>
                    <a:lnTo>
                      <a:pt x="6299" y="0"/>
                    </a:lnTo>
                    <a:lnTo>
                      <a:pt x="0" y="0"/>
                    </a:lnTo>
                  </a:path>
                </a:pathLst>
              </a:custGeom>
              <a:ln w="7442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49" name="object 405">
                <a:extLst>
                  <a:ext uri="{FF2B5EF4-FFF2-40B4-BE49-F238E27FC236}">
                    <a16:creationId xmlns:a16="http://schemas.microsoft.com/office/drawing/2014/main" id="{6CE70024-8AAC-45E1-AB82-7563582A6EAF}"/>
                  </a:ext>
                </a:extLst>
              </p:cNvPr>
              <p:cNvSpPr/>
              <p:nvPr/>
            </p:nvSpPr>
            <p:spPr>
              <a:xfrm>
                <a:off x="6919302" y="3978401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9197" y="45859"/>
                    </a:moveTo>
                    <a:lnTo>
                      <a:pt x="22898" y="45859"/>
                    </a:lnTo>
                    <a:lnTo>
                      <a:pt x="16598" y="45859"/>
                    </a:lnTo>
                    <a:lnTo>
                      <a:pt x="10871" y="43573"/>
                    </a:lnTo>
                    <a:lnTo>
                      <a:pt x="6870" y="38988"/>
                    </a:lnTo>
                    <a:lnTo>
                      <a:pt x="2285" y="34975"/>
                    </a:lnTo>
                    <a:lnTo>
                      <a:pt x="0" y="29235"/>
                    </a:lnTo>
                    <a:lnTo>
                      <a:pt x="0" y="17195"/>
                    </a:lnTo>
                    <a:lnTo>
                      <a:pt x="2285" y="10896"/>
                    </a:lnTo>
                    <a:lnTo>
                      <a:pt x="6870" y="6883"/>
                    </a:lnTo>
                    <a:lnTo>
                      <a:pt x="10871" y="2298"/>
                    </a:lnTo>
                    <a:lnTo>
                      <a:pt x="16598" y="0"/>
                    </a:lnTo>
                    <a:lnTo>
                      <a:pt x="29197" y="0"/>
                    </a:lnTo>
                    <a:lnTo>
                      <a:pt x="34925" y="2298"/>
                    </a:lnTo>
                    <a:lnTo>
                      <a:pt x="38938" y="6883"/>
                    </a:lnTo>
                    <a:lnTo>
                      <a:pt x="43510" y="10896"/>
                    </a:lnTo>
                    <a:lnTo>
                      <a:pt x="45808" y="17195"/>
                    </a:lnTo>
                    <a:lnTo>
                      <a:pt x="45808" y="29235"/>
                    </a:lnTo>
                    <a:lnTo>
                      <a:pt x="43510" y="34975"/>
                    </a:lnTo>
                    <a:lnTo>
                      <a:pt x="38938" y="38988"/>
                    </a:lnTo>
                    <a:lnTo>
                      <a:pt x="34925" y="43573"/>
                    </a:lnTo>
                    <a:lnTo>
                      <a:pt x="29197" y="45859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50" name="object 406">
                <a:extLst>
                  <a:ext uri="{FF2B5EF4-FFF2-40B4-BE49-F238E27FC236}">
                    <a16:creationId xmlns:a16="http://schemas.microsoft.com/office/drawing/2014/main" id="{9020F7DF-E737-4C4C-8E13-21BE5EE710D2}"/>
                  </a:ext>
                </a:extLst>
              </p:cNvPr>
              <p:cNvSpPr/>
              <p:nvPr/>
            </p:nvSpPr>
            <p:spPr>
              <a:xfrm>
                <a:off x="6919302" y="3978401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898" y="45859"/>
                    </a:moveTo>
                    <a:lnTo>
                      <a:pt x="29197" y="45859"/>
                    </a:lnTo>
                    <a:lnTo>
                      <a:pt x="34925" y="43573"/>
                    </a:lnTo>
                    <a:lnTo>
                      <a:pt x="38938" y="38988"/>
                    </a:lnTo>
                    <a:lnTo>
                      <a:pt x="43510" y="34975"/>
                    </a:lnTo>
                    <a:lnTo>
                      <a:pt x="45808" y="29235"/>
                    </a:lnTo>
                    <a:lnTo>
                      <a:pt x="45808" y="22936"/>
                    </a:lnTo>
                    <a:lnTo>
                      <a:pt x="45808" y="17195"/>
                    </a:lnTo>
                    <a:lnTo>
                      <a:pt x="43510" y="10896"/>
                    </a:lnTo>
                    <a:lnTo>
                      <a:pt x="38938" y="6883"/>
                    </a:lnTo>
                    <a:lnTo>
                      <a:pt x="34925" y="2298"/>
                    </a:lnTo>
                    <a:lnTo>
                      <a:pt x="29197" y="0"/>
                    </a:lnTo>
                    <a:lnTo>
                      <a:pt x="22898" y="0"/>
                    </a:lnTo>
                    <a:lnTo>
                      <a:pt x="16598" y="0"/>
                    </a:lnTo>
                    <a:lnTo>
                      <a:pt x="10871" y="2298"/>
                    </a:lnTo>
                    <a:lnTo>
                      <a:pt x="6870" y="6883"/>
                    </a:lnTo>
                    <a:lnTo>
                      <a:pt x="2285" y="10896"/>
                    </a:lnTo>
                    <a:lnTo>
                      <a:pt x="0" y="17195"/>
                    </a:lnTo>
                    <a:lnTo>
                      <a:pt x="0" y="22936"/>
                    </a:lnTo>
                    <a:lnTo>
                      <a:pt x="0" y="29235"/>
                    </a:lnTo>
                    <a:lnTo>
                      <a:pt x="2285" y="34975"/>
                    </a:lnTo>
                    <a:lnTo>
                      <a:pt x="6870" y="38988"/>
                    </a:lnTo>
                    <a:lnTo>
                      <a:pt x="10871" y="43573"/>
                    </a:lnTo>
                    <a:lnTo>
                      <a:pt x="16598" y="45859"/>
                    </a:lnTo>
                    <a:lnTo>
                      <a:pt x="22898" y="45859"/>
                    </a:lnTo>
                  </a:path>
                </a:pathLst>
              </a:custGeom>
              <a:ln w="7442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51" name="object 407">
                <a:extLst>
                  <a:ext uri="{FF2B5EF4-FFF2-40B4-BE49-F238E27FC236}">
                    <a16:creationId xmlns:a16="http://schemas.microsoft.com/office/drawing/2014/main" id="{A274FF94-463A-46F2-BF05-16CDCE39B8BF}"/>
                  </a:ext>
                </a:extLst>
              </p:cNvPr>
              <p:cNvSpPr/>
              <p:nvPr/>
            </p:nvSpPr>
            <p:spPr>
              <a:xfrm>
                <a:off x="7223925" y="3968661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8625" y="45859"/>
                    </a:moveTo>
                    <a:lnTo>
                      <a:pt x="22898" y="45859"/>
                    </a:lnTo>
                    <a:lnTo>
                      <a:pt x="16598" y="45859"/>
                    </a:lnTo>
                    <a:lnTo>
                      <a:pt x="10871" y="42989"/>
                    </a:lnTo>
                    <a:lnTo>
                      <a:pt x="6299" y="38976"/>
                    </a:lnTo>
                    <a:lnTo>
                      <a:pt x="2286" y="34391"/>
                    </a:lnTo>
                    <a:lnTo>
                      <a:pt x="0" y="28663"/>
                    </a:lnTo>
                    <a:lnTo>
                      <a:pt x="0" y="16624"/>
                    </a:lnTo>
                    <a:lnTo>
                      <a:pt x="2286" y="10883"/>
                    </a:lnTo>
                    <a:lnTo>
                      <a:pt x="6299" y="6299"/>
                    </a:lnTo>
                    <a:lnTo>
                      <a:pt x="10871" y="2286"/>
                    </a:lnTo>
                    <a:lnTo>
                      <a:pt x="16598" y="0"/>
                    </a:lnTo>
                    <a:lnTo>
                      <a:pt x="28625" y="0"/>
                    </a:lnTo>
                    <a:lnTo>
                      <a:pt x="34353" y="2286"/>
                    </a:lnTo>
                    <a:lnTo>
                      <a:pt x="38925" y="6299"/>
                    </a:lnTo>
                    <a:lnTo>
                      <a:pt x="42938" y="10883"/>
                    </a:lnTo>
                    <a:lnTo>
                      <a:pt x="45808" y="16624"/>
                    </a:lnTo>
                    <a:lnTo>
                      <a:pt x="45808" y="28663"/>
                    </a:lnTo>
                    <a:lnTo>
                      <a:pt x="42938" y="34391"/>
                    </a:lnTo>
                    <a:lnTo>
                      <a:pt x="38925" y="38976"/>
                    </a:lnTo>
                    <a:lnTo>
                      <a:pt x="34353" y="42989"/>
                    </a:lnTo>
                    <a:lnTo>
                      <a:pt x="28625" y="45859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52" name="object 408">
                <a:extLst>
                  <a:ext uri="{FF2B5EF4-FFF2-40B4-BE49-F238E27FC236}">
                    <a16:creationId xmlns:a16="http://schemas.microsoft.com/office/drawing/2014/main" id="{4E4DBF07-F889-42C5-BE08-2BD5CE285B4A}"/>
                  </a:ext>
                </a:extLst>
              </p:cNvPr>
              <p:cNvSpPr/>
              <p:nvPr/>
            </p:nvSpPr>
            <p:spPr>
              <a:xfrm>
                <a:off x="7223925" y="3968661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898" y="45859"/>
                    </a:moveTo>
                    <a:lnTo>
                      <a:pt x="28625" y="45859"/>
                    </a:lnTo>
                    <a:lnTo>
                      <a:pt x="34353" y="42989"/>
                    </a:lnTo>
                    <a:lnTo>
                      <a:pt x="38925" y="38976"/>
                    </a:lnTo>
                    <a:lnTo>
                      <a:pt x="42938" y="34391"/>
                    </a:lnTo>
                    <a:lnTo>
                      <a:pt x="45808" y="28663"/>
                    </a:lnTo>
                    <a:lnTo>
                      <a:pt x="45808" y="22923"/>
                    </a:lnTo>
                    <a:lnTo>
                      <a:pt x="45808" y="16624"/>
                    </a:lnTo>
                    <a:lnTo>
                      <a:pt x="42938" y="10883"/>
                    </a:lnTo>
                    <a:lnTo>
                      <a:pt x="38925" y="6299"/>
                    </a:lnTo>
                    <a:lnTo>
                      <a:pt x="34353" y="2286"/>
                    </a:lnTo>
                    <a:lnTo>
                      <a:pt x="28625" y="0"/>
                    </a:lnTo>
                    <a:lnTo>
                      <a:pt x="22898" y="0"/>
                    </a:lnTo>
                    <a:lnTo>
                      <a:pt x="16598" y="0"/>
                    </a:lnTo>
                    <a:lnTo>
                      <a:pt x="10871" y="2286"/>
                    </a:lnTo>
                    <a:lnTo>
                      <a:pt x="6299" y="6299"/>
                    </a:lnTo>
                    <a:lnTo>
                      <a:pt x="2286" y="10883"/>
                    </a:lnTo>
                    <a:lnTo>
                      <a:pt x="0" y="16624"/>
                    </a:lnTo>
                    <a:lnTo>
                      <a:pt x="0" y="22923"/>
                    </a:lnTo>
                    <a:lnTo>
                      <a:pt x="0" y="28663"/>
                    </a:lnTo>
                    <a:lnTo>
                      <a:pt x="2286" y="34391"/>
                    </a:lnTo>
                    <a:lnTo>
                      <a:pt x="6299" y="38976"/>
                    </a:lnTo>
                    <a:lnTo>
                      <a:pt x="10871" y="42989"/>
                    </a:lnTo>
                    <a:lnTo>
                      <a:pt x="16598" y="45859"/>
                    </a:lnTo>
                    <a:lnTo>
                      <a:pt x="22898" y="45859"/>
                    </a:lnTo>
                  </a:path>
                </a:pathLst>
              </a:custGeom>
              <a:ln w="7442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53" name="object 409">
                <a:extLst>
                  <a:ext uri="{FF2B5EF4-FFF2-40B4-BE49-F238E27FC236}">
                    <a16:creationId xmlns:a16="http://schemas.microsoft.com/office/drawing/2014/main" id="{3D139B26-5CD7-46D9-A00F-0702BA7C03CB}"/>
                  </a:ext>
                </a:extLst>
              </p:cNvPr>
              <p:cNvSpPr/>
              <p:nvPr/>
            </p:nvSpPr>
            <p:spPr>
              <a:xfrm>
                <a:off x="7527963" y="3959491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9209" y="45859"/>
                    </a:moveTo>
                    <a:lnTo>
                      <a:pt x="22910" y="45859"/>
                    </a:lnTo>
                    <a:lnTo>
                      <a:pt x="17183" y="45859"/>
                    </a:lnTo>
                    <a:lnTo>
                      <a:pt x="11455" y="43561"/>
                    </a:lnTo>
                    <a:lnTo>
                      <a:pt x="2870" y="34963"/>
                    </a:lnTo>
                    <a:lnTo>
                      <a:pt x="0" y="28663"/>
                    </a:lnTo>
                    <a:lnTo>
                      <a:pt x="0" y="16624"/>
                    </a:lnTo>
                    <a:lnTo>
                      <a:pt x="2870" y="10883"/>
                    </a:lnTo>
                    <a:lnTo>
                      <a:pt x="11455" y="2286"/>
                    </a:lnTo>
                    <a:lnTo>
                      <a:pt x="17183" y="0"/>
                    </a:lnTo>
                    <a:lnTo>
                      <a:pt x="29209" y="0"/>
                    </a:lnTo>
                    <a:lnTo>
                      <a:pt x="34937" y="2286"/>
                    </a:lnTo>
                    <a:lnTo>
                      <a:pt x="43522" y="10883"/>
                    </a:lnTo>
                    <a:lnTo>
                      <a:pt x="45808" y="16624"/>
                    </a:lnTo>
                    <a:lnTo>
                      <a:pt x="45808" y="28663"/>
                    </a:lnTo>
                    <a:lnTo>
                      <a:pt x="43522" y="34963"/>
                    </a:lnTo>
                    <a:lnTo>
                      <a:pt x="34937" y="43561"/>
                    </a:lnTo>
                    <a:lnTo>
                      <a:pt x="29209" y="45859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54" name="object 410">
                <a:extLst>
                  <a:ext uri="{FF2B5EF4-FFF2-40B4-BE49-F238E27FC236}">
                    <a16:creationId xmlns:a16="http://schemas.microsoft.com/office/drawing/2014/main" id="{B71D44C5-AA59-4142-BCF3-8ED8FFF7D8E4}"/>
                  </a:ext>
                </a:extLst>
              </p:cNvPr>
              <p:cNvSpPr/>
              <p:nvPr/>
            </p:nvSpPr>
            <p:spPr>
              <a:xfrm>
                <a:off x="7527963" y="3959491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910" y="45859"/>
                    </a:moveTo>
                    <a:lnTo>
                      <a:pt x="29209" y="45859"/>
                    </a:lnTo>
                    <a:lnTo>
                      <a:pt x="34937" y="43561"/>
                    </a:lnTo>
                    <a:lnTo>
                      <a:pt x="39509" y="38976"/>
                    </a:lnTo>
                    <a:lnTo>
                      <a:pt x="43522" y="34963"/>
                    </a:lnTo>
                    <a:lnTo>
                      <a:pt x="45808" y="28663"/>
                    </a:lnTo>
                    <a:lnTo>
                      <a:pt x="45808" y="22923"/>
                    </a:lnTo>
                    <a:lnTo>
                      <a:pt x="45808" y="16624"/>
                    </a:lnTo>
                    <a:lnTo>
                      <a:pt x="43522" y="10883"/>
                    </a:lnTo>
                    <a:lnTo>
                      <a:pt x="39509" y="6870"/>
                    </a:lnTo>
                    <a:lnTo>
                      <a:pt x="34937" y="2286"/>
                    </a:lnTo>
                    <a:lnTo>
                      <a:pt x="29209" y="0"/>
                    </a:lnTo>
                    <a:lnTo>
                      <a:pt x="22910" y="0"/>
                    </a:lnTo>
                    <a:lnTo>
                      <a:pt x="17183" y="0"/>
                    </a:lnTo>
                    <a:lnTo>
                      <a:pt x="11455" y="2286"/>
                    </a:lnTo>
                    <a:lnTo>
                      <a:pt x="6870" y="6870"/>
                    </a:lnTo>
                    <a:lnTo>
                      <a:pt x="2870" y="10883"/>
                    </a:lnTo>
                    <a:lnTo>
                      <a:pt x="0" y="16624"/>
                    </a:lnTo>
                    <a:lnTo>
                      <a:pt x="0" y="22923"/>
                    </a:lnTo>
                    <a:lnTo>
                      <a:pt x="0" y="28663"/>
                    </a:lnTo>
                    <a:lnTo>
                      <a:pt x="2870" y="34963"/>
                    </a:lnTo>
                    <a:lnTo>
                      <a:pt x="6870" y="38976"/>
                    </a:lnTo>
                    <a:lnTo>
                      <a:pt x="11455" y="43561"/>
                    </a:lnTo>
                    <a:lnTo>
                      <a:pt x="17183" y="45859"/>
                    </a:lnTo>
                    <a:lnTo>
                      <a:pt x="22910" y="45859"/>
                    </a:lnTo>
                  </a:path>
                </a:pathLst>
              </a:custGeom>
              <a:ln w="7442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55" name="object 411">
                <a:extLst>
                  <a:ext uri="{FF2B5EF4-FFF2-40B4-BE49-F238E27FC236}">
                    <a16:creationId xmlns:a16="http://schemas.microsoft.com/office/drawing/2014/main" id="{018447A1-6143-4D45-B1B8-16DEA00366DB}"/>
                  </a:ext>
                </a:extLst>
              </p:cNvPr>
              <p:cNvSpPr/>
              <p:nvPr/>
            </p:nvSpPr>
            <p:spPr>
              <a:xfrm>
                <a:off x="7832585" y="3938854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9209" y="45859"/>
                    </a:moveTo>
                    <a:lnTo>
                      <a:pt x="22910" y="45859"/>
                    </a:lnTo>
                    <a:lnTo>
                      <a:pt x="17183" y="45859"/>
                    </a:lnTo>
                    <a:lnTo>
                      <a:pt x="10883" y="43561"/>
                    </a:lnTo>
                    <a:lnTo>
                      <a:pt x="2298" y="34963"/>
                    </a:lnTo>
                    <a:lnTo>
                      <a:pt x="0" y="29235"/>
                    </a:lnTo>
                    <a:lnTo>
                      <a:pt x="0" y="17195"/>
                    </a:lnTo>
                    <a:lnTo>
                      <a:pt x="2298" y="11455"/>
                    </a:lnTo>
                    <a:lnTo>
                      <a:pt x="10883" y="2857"/>
                    </a:lnTo>
                    <a:lnTo>
                      <a:pt x="17183" y="0"/>
                    </a:lnTo>
                    <a:lnTo>
                      <a:pt x="29209" y="0"/>
                    </a:lnTo>
                    <a:lnTo>
                      <a:pt x="34937" y="2857"/>
                    </a:lnTo>
                    <a:lnTo>
                      <a:pt x="43522" y="11455"/>
                    </a:lnTo>
                    <a:lnTo>
                      <a:pt x="45808" y="17195"/>
                    </a:lnTo>
                    <a:lnTo>
                      <a:pt x="45808" y="29235"/>
                    </a:lnTo>
                    <a:lnTo>
                      <a:pt x="43522" y="34963"/>
                    </a:lnTo>
                    <a:lnTo>
                      <a:pt x="34937" y="43561"/>
                    </a:lnTo>
                    <a:lnTo>
                      <a:pt x="29209" y="45859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56" name="object 412">
                <a:extLst>
                  <a:ext uri="{FF2B5EF4-FFF2-40B4-BE49-F238E27FC236}">
                    <a16:creationId xmlns:a16="http://schemas.microsoft.com/office/drawing/2014/main" id="{6C8C40AD-F8BA-42D9-8F8B-EEC3FAFD5D39}"/>
                  </a:ext>
                </a:extLst>
              </p:cNvPr>
              <p:cNvSpPr/>
              <p:nvPr/>
            </p:nvSpPr>
            <p:spPr>
              <a:xfrm>
                <a:off x="7832585" y="3938854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910" y="45859"/>
                    </a:moveTo>
                    <a:lnTo>
                      <a:pt x="29209" y="45859"/>
                    </a:lnTo>
                    <a:lnTo>
                      <a:pt x="34937" y="43561"/>
                    </a:lnTo>
                    <a:lnTo>
                      <a:pt x="38938" y="39547"/>
                    </a:lnTo>
                    <a:lnTo>
                      <a:pt x="43522" y="34963"/>
                    </a:lnTo>
                    <a:lnTo>
                      <a:pt x="45808" y="29235"/>
                    </a:lnTo>
                    <a:lnTo>
                      <a:pt x="45808" y="22923"/>
                    </a:lnTo>
                    <a:lnTo>
                      <a:pt x="45808" y="17195"/>
                    </a:lnTo>
                    <a:lnTo>
                      <a:pt x="43522" y="11455"/>
                    </a:lnTo>
                    <a:lnTo>
                      <a:pt x="38938" y="6870"/>
                    </a:lnTo>
                    <a:lnTo>
                      <a:pt x="34937" y="2857"/>
                    </a:lnTo>
                    <a:lnTo>
                      <a:pt x="29209" y="0"/>
                    </a:lnTo>
                    <a:lnTo>
                      <a:pt x="22910" y="0"/>
                    </a:lnTo>
                    <a:lnTo>
                      <a:pt x="17183" y="0"/>
                    </a:lnTo>
                    <a:lnTo>
                      <a:pt x="10883" y="2857"/>
                    </a:lnTo>
                    <a:lnTo>
                      <a:pt x="6870" y="6870"/>
                    </a:lnTo>
                    <a:lnTo>
                      <a:pt x="2298" y="11455"/>
                    </a:lnTo>
                    <a:lnTo>
                      <a:pt x="0" y="17195"/>
                    </a:lnTo>
                    <a:lnTo>
                      <a:pt x="0" y="22923"/>
                    </a:lnTo>
                    <a:lnTo>
                      <a:pt x="0" y="29235"/>
                    </a:lnTo>
                    <a:lnTo>
                      <a:pt x="2298" y="34963"/>
                    </a:lnTo>
                    <a:lnTo>
                      <a:pt x="6870" y="39547"/>
                    </a:lnTo>
                    <a:lnTo>
                      <a:pt x="10883" y="43561"/>
                    </a:lnTo>
                    <a:lnTo>
                      <a:pt x="17183" y="45859"/>
                    </a:lnTo>
                    <a:lnTo>
                      <a:pt x="22910" y="45859"/>
                    </a:lnTo>
                  </a:path>
                </a:pathLst>
              </a:custGeom>
              <a:ln w="7442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57" name="object 413">
                <a:extLst>
                  <a:ext uri="{FF2B5EF4-FFF2-40B4-BE49-F238E27FC236}">
                    <a16:creationId xmlns:a16="http://schemas.microsoft.com/office/drawing/2014/main" id="{23C2B294-F376-4C6D-B9B6-414FEE403D8A}"/>
                  </a:ext>
                </a:extLst>
              </p:cNvPr>
              <p:cNvSpPr/>
              <p:nvPr/>
            </p:nvSpPr>
            <p:spPr>
              <a:xfrm>
                <a:off x="8137207" y="3929672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8625" y="45859"/>
                    </a:moveTo>
                    <a:lnTo>
                      <a:pt x="22910" y="45859"/>
                    </a:lnTo>
                    <a:lnTo>
                      <a:pt x="16611" y="45859"/>
                    </a:lnTo>
                    <a:lnTo>
                      <a:pt x="10883" y="43573"/>
                    </a:lnTo>
                    <a:lnTo>
                      <a:pt x="6870" y="38988"/>
                    </a:lnTo>
                    <a:lnTo>
                      <a:pt x="2298" y="34975"/>
                    </a:lnTo>
                    <a:lnTo>
                      <a:pt x="0" y="29235"/>
                    </a:lnTo>
                    <a:lnTo>
                      <a:pt x="0" y="17208"/>
                    </a:lnTo>
                    <a:lnTo>
                      <a:pt x="2298" y="10896"/>
                    </a:lnTo>
                    <a:lnTo>
                      <a:pt x="6870" y="6883"/>
                    </a:lnTo>
                    <a:lnTo>
                      <a:pt x="10883" y="2298"/>
                    </a:lnTo>
                    <a:lnTo>
                      <a:pt x="16611" y="0"/>
                    </a:lnTo>
                    <a:lnTo>
                      <a:pt x="28625" y="0"/>
                    </a:lnTo>
                    <a:lnTo>
                      <a:pt x="34925" y="2298"/>
                    </a:lnTo>
                    <a:lnTo>
                      <a:pt x="38938" y="6883"/>
                    </a:lnTo>
                    <a:lnTo>
                      <a:pt x="43522" y="10896"/>
                    </a:lnTo>
                    <a:lnTo>
                      <a:pt x="45808" y="17208"/>
                    </a:lnTo>
                    <a:lnTo>
                      <a:pt x="45808" y="29235"/>
                    </a:lnTo>
                    <a:lnTo>
                      <a:pt x="43522" y="34975"/>
                    </a:lnTo>
                    <a:lnTo>
                      <a:pt x="38938" y="38988"/>
                    </a:lnTo>
                    <a:lnTo>
                      <a:pt x="34925" y="43573"/>
                    </a:lnTo>
                    <a:lnTo>
                      <a:pt x="28625" y="45859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58" name="object 414">
                <a:extLst>
                  <a:ext uri="{FF2B5EF4-FFF2-40B4-BE49-F238E27FC236}">
                    <a16:creationId xmlns:a16="http://schemas.microsoft.com/office/drawing/2014/main" id="{2FF5337B-25CD-4371-B97E-35E99AF65445}"/>
                  </a:ext>
                </a:extLst>
              </p:cNvPr>
              <p:cNvSpPr/>
              <p:nvPr/>
            </p:nvSpPr>
            <p:spPr>
              <a:xfrm>
                <a:off x="8137207" y="3929672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910" y="45859"/>
                    </a:moveTo>
                    <a:lnTo>
                      <a:pt x="28625" y="45859"/>
                    </a:lnTo>
                    <a:lnTo>
                      <a:pt x="34925" y="43573"/>
                    </a:lnTo>
                    <a:lnTo>
                      <a:pt x="38938" y="38988"/>
                    </a:lnTo>
                    <a:lnTo>
                      <a:pt x="43522" y="34975"/>
                    </a:lnTo>
                    <a:lnTo>
                      <a:pt x="45808" y="29235"/>
                    </a:lnTo>
                    <a:lnTo>
                      <a:pt x="45808" y="22936"/>
                    </a:lnTo>
                    <a:lnTo>
                      <a:pt x="45808" y="17208"/>
                    </a:lnTo>
                    <a:lnTo>
                      <a:pt x="43522" y="10896"/>
                    </a:lnTo>
                    <a:lnTo>
                      <a:pt x="38938" y="6883"/>
                    </a:lnTo>
                    <a:lnTo>
                      <a:pt x="34925" y="2298"/>
                    </a:lnTo>
                    <a:lnTo>
                      <a:pt x="28625" y="0"/>
                    </a:lnTo>
                    <a:lnTo>
                      <a:pt x="22910" y="0"/>
                    </a:lnTo>
                    <a:lnTo>
                      <a:pt x="16611" y="0"/>
                    </a:lnTo>
                    <a:lnTo>
                      <a:pt x="10883" y="2298"/>
                    </a:lnTo>
                    <a:lnTo>
                      <a:pt x="6870" y="6883"/>
                    </a:lnTo>
                    <a:lnTo>
                      <a:pt x="2298" y="10896"/>
                    </a:lnTo>
                    <a:lnTo>
                      <a:pt x="0" y="17208"/>
                    </a:lnTo>
                    <a:lnTo>
                      <a:pt x="0" y="22936"/>
                    </a:lnTo>
                    <a:lnTo>
                      <a:pt x="0" y="29235"/>
                    </a:lnTo>
                    <a:lnTo>
                      <a:pt x="2298" y="34975"/>
                    </a:lnTo>
                    <a:lnTo>
                      <a:pt x="6870" y="38988"/>
                    </a:lnTo>
                    <a:lnTo>
                      <a:pt x="10883" y="43573"/>
                    </a:lnTo>
                    <a:lnTo>
                      <a:pt x="16611" y="45859"/>
                    </a:lnTo>
                    <a:lnTo>
                      <a:pt x="22910" y="45859"/>
                    </a:lnTo>
                  </a:path>
                </a:pathLst>
              </a:custGeom>
              <a:ln w="7442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59" name="object 415">
                <a:extLst>
                  <a:ext uri="{FF2B5EF4-FFF2-40B4-BE49-F238E27FC236}">
                    <a16:creationId xmlns:a16="http://schemas.microsoft.com/office/drawing/2014/main" id="{7CF580A8-6A30-4399-A257-4AD61DD14F0C}"/>
                  </a:ext>
                </a:extLst>
              </p:cNvPr>
              <p:cNvSpPr/>
              <p:nvPr/>
            </p:nvSpPr>
            <p:spPr>
              <a:xfrm>
                <a:off x="8441829" y="3926814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8625" y="45859"/>
                    </a:moveTo>
                    <a:lnTo>
                      <a:pt x="22898" y="45859"/>
                    </a:lnTo>
                    <a:lnTo>
                      <a:pt x="16611" y="45859"/>
                    </a:lnTo>
                    <a:lnTo>
                      <a:pt x="10883" y="43561"/>
                    </a:lnTo>
                    <a:lnTo>
                      <a:pt x="6299" y="39547"/>
                    </a:lnTo>
                    <a:lnTo>
                      <a:pt x="2285" y="34963"/>
                    </a:lnTo>
                    <a:lnTo>
                      <a:pt x="0" y="29235"/>
                    </a:lnTo>
                    <a:lnTo>
                      <a:pt x="0" y="17195"/>
                    </a:lnTo>
                    <a:lnTo>
                      <a:pt x="2285" y="10883"/>
                    </a:lnTo>
                    <a:lnTo>
                      <a:pt x="10883" y="2286"/>
                    </a:lnTo>
                    <a:lnTo>
                      <a:pt x="16611" y="0"/>
                    </a:lnTo>
                    <a:lnTo>
                      <a:pt x="28625" y="0"/>
                    </a:lnTo>
                    <a:lnTo>
                      <a:pt x="34353" y="2286"/>
                    </a:lnTo>
                    <a:lnTo>
                      <a:pt x="42951" y="10883"/>
                    </a:lnTo>
                    <a:lnTo>
                      <a:pt x="45808" y="17195"/>
                    </a:lnTo>
                    <a:lnTo>
                      <a:pt x="45808" y="29235"/>
                    </a:lnTo>
                    <a:lnTo>
                      <a:pt x="42951" y="34963"/>
                    </a:lnTo>
                    <a:lnTo>
                      <a:pt x="38938" y="39547"/>
                    </a:lnTo>
                    <a:lnTo>
                      <a:pt x="34353" y="43561"/>
                    </a:lnTo>
                    <a:lnTo>
                      <a:pt x="28625" y="45859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60" name="object 416">
                <a:extLst>
                  <a:ext uri="{FF2B5EF4-FFF2-40B4-BE49-F238E27FC236}">
                    <a16:creationId xmlns:a16="http://schemas.microsoft.com/office/drawing/2014/main" id="{0AAFF2B0-E521-47F5-A705-38371AE30C91}"/>
                  </a:ext>
                </a:extLst>
              </p:cNvPr>
              <p:cNvSpPr/>
              <p:nvPr/>
            </p:nvSpPr>
            <p:spPr>
              <a:xfrm>
                <a:off x="8441829" y="3926814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898" y="45859"/>
                    </a:moveTo>
                    <a:lnTo>
                      <a:pt x="28625" y="45859"/>
                    </a:lnTo>
                    <a:lnTo>
                      <a:pt x="34353" y="43561"/>
                    </a:lnTo>
                    <a:lnTo>
                      <a:pt x="38938" y="39547"/>
                    </a:lnTo>
                    <a:lnTo>
                      <a:pt x="42951" y="34963"/>
                    </a:lnTo>
                    <a:lnTo>
                      <a:pt x="45808" y="29235"/>
                    </a:lnTo>
                    <a:lnTo>
                      <a:pt x="45808" y="22923"/>
                    </a:lnTo>
                    <a:lnTo>
                      <a:pt x="45808" y="17195"/>
                    </a:lnTo>
                    <a:lnTo>
                      <a:pt x="42951" y="10883"/>
                    </a:lnTo>
                    <a:lnTo>
                      <a:pt x="38938" y="6870"/>
                    </a:lnTo>
                    <a:lnTo>
                      <a:pt x="34353" y="2286"/>
                    </a:lnTo>
                    <a:lnTo>
                      <a:pt x="28625" y="0"/>
                    </a:lnTo>
                    <a:lnTo>
                      <a:pt x="22898" y="0"/>
                    </a:lnTo>
                    <a:lnTo>
                      <a:pt x="16611" y="0"/>
                    </a:lnTo>
                    <a:lnTo>
                      <a:pt x="10883" y="2286"/>
                    </a:lnTo>
                    <a:lnTo>
                      <a:pt x="6299" y="6870"/>
                    </a:lnTo>
                    <a:lnTo>
                      <a:pt x="2285" y="10883"/>
                    </a:lnTo>
                    <a:lnTo>
                      <a:pt x="0" y="17195"/>
                    </a:lnTo>
                    <a:lnTo>
                      <a:pt x="0" y="22923"/>
                    </a:lnTo>
                    <a:lnTo>
                      <a:pt x="0" y="29235"/>
                    </a:lnTo>
                    <a:lnTo>
                      <a:pt x="2285" y="34963"/>
                    </a:lnTo>
                    <a:lnTo>
                      <a:pt x="6299" y="39547"/>
                    </a:lnTo>
                    <a:lnTo>
                      <a:pt x="10883" y="43561"/>
                    </a:lnTo>
                    <a:lnTo>
                      <a:pt x="16611" y="45859"/>
                    </a:lnTo>
                    <a:lnTo>
                      <a:pt x="22898" y="45859"/>
                    </a:lnTo>
                  </a:path>
                </a:pathLst>
              </a:custGeom>
              <a:ln w="7442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61" name="object 417">
                <a:extLst>
                  <a:ext uri="{FF2B5EF4-FFF2-40B4-BE49-F238E27FC236}">
                    <a16:creationId xmlns:a16="http://schemas.microsoft.com/office/drawing/2014/main" id="{D48E8EE2-39B6-4525-9C8A-0D4C97A17C51}"/>
                  </a:ext>
                </a:extLst>
              </p:cNvPr>
              <p:cNvSpPr/>
              <p:nvPr/>
            </p:nvSpPr>
            <p:spPr>
              <a:xfrm>
                <a:off x="8745880" y="3891267"/>
                <a:ext cx="27940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46354">
                    <a:moveTo>
                      <a:pt x="27482" y="45859"/>
                    </a:moveTo>
                    <a:lnTo>
                      <a:pt x="17170" y="45859"/>
                    </a:lnTo>
                    <a:lnTo>
                      <a:pt x="10871" y="43573"/>
                    </a:lnTo>
                    <a:lnTo>
                      <a:pt x="6870" y="38988"/>
                    </a:lnTo>
                    <a:lnTo>
                      <a:pt x="2285" y="34975"/>
                    </a:lnTo>
                    <a:lnTo>
                      <a:pt x="0" y="29235"/>
                    </a:lnTo>
                    <a:lnTo>
                      <a:pt x="0" y="17195"/>
                    </a:lnTo>
                    <a:lnTo>
                      <a:pt x="2285" y="10896"/>
                    </a:lnTo>
                    <a:lnTo>
                      <a:pt x="6870" y="6883"/>
                    </a:lnTo>
                    <a:lnTo>
                      <a:pt x="10871" y="2298"/>
                    </a:lnTo>
                    <a:lnTo>
                      <a:pt x="17170" y="0"/>
                    </a:lnTo>
                    <a:lnTo>
                      <a:pt x="27482" y="0"/>
                    </a:lnTo>
                    <a:lnTo>
                      <a:pt x="27482" y="45859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62" name="object 418">
                <a:extLst>
                  <a:ext uri="{FF2B5EF4-FFF2-40B4-BE49-F238E27FC236}">
                    <a16:creationId xmlns:a16="http://schemas.microsoft.com/office/drawing/2014/main" id="{B4D35837-7D7F-4AA7-9115-18B021B1BD61}"/>
                  </a:ext>
                </a:extLst>
              </p:cNvPr>
              <p:cNvSpPr/>
              <p:nvPr/>
            </p:nvSpPr>
            <p:spPr>
              <a:xfrm>
                <a:off x="8745880" y="3891267"/>
                <a:ext cx="27940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46354">
                    <a:moveTo>
                      <a:pt x="27482" y="0"/>
                    </a:moveTo>
                    <a:lnTo>
                      <a:pt x="22898" y="0"/>
                    </a:lnTo>
                    <a:lnTo>
                      <a:pt x="17170" y="0"/>
                    </a:lnTo>
                    <a:lnTo>
                      <a:pt x="10871" y="2298"/>
                    </a:lnTo>
                    <a:lnTo>
                      <a:pt x="6870" y="6883"/>
                    </a:lnTo>
                    <a:lnTo>
                      <a:pt x="2285" y="10896"/>
                    </a:lnTo>
                    <a:lnTo>
                      <a:pt x="0" y="17195"/>
                    </a:lnTo>
                    <a:lnTo>
                      <a:pt x="0" y="22936"/>
                    </a:lnTo>
                    <a:lnTo>
                      <a:pt x="0" y="29235"/>
                    </a:lnTo>
                    <a:lnTo>
                      <a:pt x="2285" y="34975"/>
                    </a:lnTo>
                    <a:lnTo>
                      <a:pt x="6870" y="38988"/>
                    </a:lnTo>
                    <a:lnTo>
                      <a:pt x="10871" y="43573"/>
                    </a:lnTo>
                    <a:lnTo>
                      <a:pt x="17170" y="45859"/>
                    </a:lnTo>
                    <a:lnTo>
                      <a:pt x="22898" y="45859"/>
                    </a:lnTo>
                    <a:lnTo>
                      <a:pt x="27482" y="45859"/>
                    </a:lnTo>
                  </a:path>
                </a:pathLst>
              </a:custGeom>
              <a:ln w="7442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63" name="object 419">
                <a:extLst>
                  <a:ext uri="{FF2B5EF4-FFF2-40B4-BE49-F238E27FC236}">
                    <a16:creationId xmlns:a16="http://schemas.microsoft.com/office/drawing/2014/main" id="{D1D0233C-D9B1-465C-BC20-6EC634C3E8C9}"/>
                  </a:ext>
                </a:extLst>
              </p:cNvPr>
              <p:cNvSpPr/>
              <p:nvPr/>
            </p:nvSpPr>
            <p:spPr>
              <a:xfrm>
                <a:off x="6637578" y="3726179"/>
                <a:ext cx="213169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131695" h="107950">
                    <a:moveTo>
                      <a:pt x="0" y="90563"/>
                    </a:moveTo>
                    <a:lnTo>
                      <a:pt x="304622" y="107759"/>
                    </a:lnTo>
                    <a:lnTo>
                      <a:pt x="609244" y="81965"/>
                    </a:lnTo>
                    <a:lnTo>
                      <a:pt x="913295" y="76809"/>
                    </a:lnTo>
                    <a:lnTo>
                      <a:pt x="1217917" y="41262"/>
                    </a:lnTo>
                    <a:lnTo>
                      <a:pt x="1522539" y="18910"/>
                    </a:lnTo>
                    <a:lnTo>
                      <a:pt x="1827149" y="10312"/>
                    </a:lnTo>
                    <a:lnTo>
                      <a:pt x="2131199" y="0"/>
                    </a:lnTo>
                  </a:path>
                </a:pathLst>
              </a:custGeom>
              <a:ln w="2291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64" name="object 420">
                <a:extLst>
                  <a:ext uri="{FF2B5EF4-FFF2-40B4-BE49-F238E27FC236}">
                    <a16:creationId xmlns:a16="http://schemas.microsoft.com/office/drawing/2014/main" id="{AC6B6BBC-D1D2-4E08-B208-CD9121BA942D}"/>
                  </a:ext>
                </a:extLst>
              </p:cNvPr>
              <p:cNvSpPr/>
              <p:nvPr/>
            </p:nvSpPr>
            <p:spPr>
              <a:xfrm>
                <a:off x="6637578" y="3793820"/>
                <a:ext cx="2349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354">
                    <a:moveTo>
                      <a:pt x="22910" y="45859"/>
                    </a:moveTo>
                    <a:lnTo>
                      <a:pt x="0" y="45859"/>
                    </a:lnTo>
                    <a:lnTo>
                      <a:pt x="0" y="0"/>
                    </a:lnTo>
                    <a:lnTo>
                      <a:pt x="22910" y="0"/>
                    </a:lnTo>
                    <a:lnTo>
                      <a:pt x="22910" y="45859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65" name="object 421">
                <a:extLst>
                  <a:ext uri="{FF2B5EF4-FFF2-40B4-BE49-F238E27FC236}">
                    <a16:creationId xmlns:a16="http://schemas.microsoft.com/office/drawing/2014/main" id="{5E3D820C-06AF-41FB-A6E4-B1345A6E16C0}"/>
                  </a:ext>
                </a:extLst>
              </p:cNvPr>
              <p:cNvSpPr/>
              <p:nvPr/>
            </p:nvSpPr>
            <p:spPr>
              <a:xfrm>
                <a:off x="6637578" y="3793820"/>
                <a:ext cx="2349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354">
                    <a:moveTo>
                      <a:pt x="0" y="45859"/>
                    </a:moveTo>
                    <a:lnTo>
                      <a:pt x="22910" y="45859"/>
                    </a:lnTo>
                    <a:lnTo>
                      <a:pt x="22910" y="0"/>
                    </a:lnTo>
                    <a:lnTo>
                      <a:pt x="0" y="0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66" name="object 422">
                <a:extLst>
                  <a:ext uri="{FF2B5EF4-FFF2-40B4-BE49-F238E27FC236}">
                    <a16:creationId xmlns:a16="http://schemas.microsoft.com/office/drawing/2014/main" id="{8E32175D-2F90-4C26-BE54-379ADD146623}"/>
                  </a:ext>
                </a:extLst>
              </p:cNvPr>
              <p:cNvSpPr/>
              <p:nvPr/>
            </p:nvSpPr>
            <p:spPr>
              <a:xfrm>
                <a:off x="6919302" y="3811015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45808" y="45859"/>
                    </a:moveTo>
                    <a:lnTo>
                      <a:pt x="0" y="45859"/>
                    </a:lnTo>
                    <a:lnTo>
                      <a:pt x="0" y="0"/>
                    </a:lnTo>
                    <a:lnTo>
                      <a:pt x="45808" y="0"/>
                    </a:lnTo>
                    <a:lnTo>
                      <a:pt x="45808" y="45859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67" name="object 423">
                <a:extLst>
                  <a:ext uri="{FF2B5EF4-FFF2-40B4-BE49-F238E27FC236}">
                    <a16:creationId xmlns:a16="http://schemas.microsoft.com/office/drawing/2014/main" id="{C818F6FC-1570-472E-9C33-CF882E9BE559}"/>
                  </a:ext>
                </a:extLst>
              </p:cNvPr>
              <p:cNvSpPr/>
              <p:nvPr/>
            </p:nvSpPr>
            <p:spPr>
              <a:xfrm>
                <a:off x="6919302" y="3811015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0" y="45859"/>
                    </a:moveTo>
                    <a:lnTo>
                      <a:pt x="45808" y="45859"/>
                    </a:lnTo>
                    <a:lnTo>
                      <a:pt x="45808" y="0"/>
                    </a:lnTo>
                    <a:lnTo>
                      <a:pt x="0" y="0"/>
                    </a:lnTo>
                    <a:lnTo>
                      <a:pt x="0" y="45859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68" name="object 424">
                <a:extLst>
                  <a:ext uri="{FF2B5EF4-FFF2-40B4-BE49-F238E27FC236}">
                    <a16:creationId xmlns:a16="http://schemas.microsoft.com/office/drawing/2014/main" id="{54A9A943-2F9B-44E6-A37A-116465903E72}"/>
                  </a:ext>
                </a:extLst>
              </p:cNvPr>
              <p:cNvSpPr/>
              <p:nvPr/>
            </p:nvSpPr>
            <p:spPr>
              <a:xfrm>
                <a:off x="7223925" y="3785222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45808" y="45859"/>
                    </a:moveTo>
                    <a:lnTo>
                      <a:pt x="0" y="45859"/>
                    </a:lnTo>
                    <a:lnTo>
                      <a:pt x="0" y="0"/>
                    </a:lnTo>
                    <a:lnTo>
                      <a:pt x="45808" y="0"/>
                    </a:lnTo>
                    <a:lnTo>
                      <a:pt x="45808" y="45859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69" name="object 425">
                <a:extLst>
                  <a:ext uri="{FF2B5EF4-FFF2-40B4-BE49-F238E27FC236}">
                    <a16:creationId xmlns:a16="http://schemas.microsoft.com/office/drawing/2014/main" id="{59CFF9F4-39F6-4638-BCFF-873029D8CFB4}"/>
                  </a:ext>
                </a:extLst>
              </p:cNvPr>
              <p:cNvSpPr/>
              <p:nvPr/>
            </p:nvSpPr>
            <p:spPr>
              <a:xfrm>
                <a:off x="7223925" y="3785222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0" y="45859"/>
                    </a:moveTo>
                    <a:lnTo>
                      <a:pt x="45808" y="45859"/>
                    </a:lnTo>
                    <a:lnTo>
                      <a:pt x="45808" y="0"/>
                    </a:lnTo>
                    <a:lnTo>
                      <a:pt x="0" y="0"/>
                    </a:lnTo>
                    <a:lnTo>
                      <a:pt x="0" y="45859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70" name="object 426">
                <a:extLst>
                  <a:ext uri="{FF2B5EF4-FFF2-40B4-BE49-F238E27FC236}">
                    <a16:creationId xmlns:a16="http://schemas.microsoft.com/office/drawing/2014/main" id="{C1669B40-8811-424F-AEB9-D2D8EA15BF83}"/>
                  </a:ext>
                </a:extLst>
              </p:cNvPr>
              <p:cNvSpPr/>
              <p:nvPr/>
            </p:nvSpPr>
            <p:spPr>
              <a:xfrm>
                <a:off x="7527963" y="3780053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45808" y="45872"/>
                    </a:moveTo>
                    <a:lnTo>
                      <a:pt x="0" y="45872"/>
                    </a:lnTo>
                    <a:lnTo>
                      <a:pt x="0" y="0"/>
                    </a:lnTo>
                    <a:lnTo>
                      <a:pt x="45808" y="0"/>
                    </a:lnTo>
                    <a:lnTo>
                      <a:pt x="45808" y="45872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71" name="object 427">
                <a:extLst>
                  <a:ext uri="{FF2B5EF4-FFF2-40B4-BE49-F238E27FC236}">
                    <a16:creationId xmlns:a16="http://schemas.microsoft.com/office/drawing/2014/main" id="{BDA74CFC-D407-4E12-AD85-A3421A876C46}"/>
                  </a:ext>
                </a:extLst>
              </p:cNvPr>
              <p:cNvSpPr/>
              <p:nvPr/>
            </p:nvSpPr>
            <p:spPr>
              <a:xfrm>
                <a:off x="7527963" y="3780053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0" y="45872"/>
                    </a:moveTo>
                    <a:lnTo>
                      <a:pt x="45808" y="45872"/>
                    </a:lnTo>
                    <a:lnTo>
                      <a:pt x="45808" y="0"/>
                    </a:lnTo>
                    <a:lnTo>
                      <a:pt x="0" y="0"/>
                    </a:lnTo>
                    <a:lnTo>
                      <a:pt x="0" y="45872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72" name="object 428">
                <a:extLst>
                  <a:ext uri="{FF2B5EF4-FFF2-40B4-BE49-F238E27FC236}">
                    <a16:creationId xmlns:a16="http://schemas.microsoft.com/office/drawing/2014/main" id="{557F31E0-FA11-4E7A-972D-40B8FBDDC411}"/>
                  </a:ext>
                </a:extLst>
              </p:cNvPr>
              <p:cNvSpPr/>
              <p:nvPr/>
            </p:nvSpPr>
            <p:spPr>
              <a:xfrm>
                <a:off x="7832585" y="3744518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45808" y="45859"/>
                    </a:moveTo>
                    <a:lnTo>
                      <a:pt x="0" y="45859"/>
                    </a:lnTo>
                    <a:lnTo>
                      <a:pt x="0" y="0"/>
                    </a:lnTo>
                    <a:lnTo>
                      <a:pt x="45808" y="0"/>
                    </a:lnTo>
                    <a:lnTo>
                      <a:pt x="45808" y="45859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73" name="object 429">
                <a:extLst>
                  <a:ext uri="{FF2B5EF4-FFF2-40B4-BE49-F238E27FC236}">
                    <a16:creationId xmlns:a16="http://schemas.microsoft.com/office/drawing/2014/main" id="{668783EE-8F42-4225-B6EE-8ACEFADE3BE5}"/>
                  </a:ext>
                </a:extLst>
              </p:cNvPr>
              <p:cNvSpPr/>
              <p:nvPr/>
            </p:nvSpPr>
            <p:spPr>
              <a:xfrm>
                <a:off x="7832585" y="3744518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0" y="45859"/>
                    </a:moveTo>
                    <a:lnTo>
                      <a:pt x="45808" y="45859"/>
                    </a:lnTo>
                    <a:lnTo>
                      <a:pt x="45808" y="0"/>
                    </a:lnTo>
                    <a:lnTo>
                      <a:pt x="0" y="0"/>
                    </a:lnTo>
                    <a:lnTo>
                      <a:pt x="0" y="45859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74" name="object 430">
                <a:extLst>
                  <a:ext uri="{FF2B5EF4-FFF2-40B4-BE49-F238E27FC236}">
                    <a16:creationId xmlns:a16="http://schemas.microsoft.com/office/drawing/2014/main" id="{E3FE63F3-A053-4B7D-A8B2-343794F1D3C3}"/>
                  </a:ext>
                </a:extLst>
              </p:cNvPr>
              <p:cNvSpPr/>
              <p:nvPr/>
            </p:nvSpPr>
            <p:spPr>
              <a:xfrm>
                <a:off x="8137207" y="3722166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45808" y="45859"/>
                    </a:moveTo>
                    <a:lnTo>
                      <a:pt x="0" y="45859"/>
                    </a:lnTo>
                    <a:lnTo>
                      <a:pt x="0" y="0"/>
                    </a:lnTo>
                    <a:lnTo>
                      <a:pt x="45808" y="0"/>
                    </a:lnTo>
                    <a:lnTo>
                      <a:pt x="45808" y="45859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75" name="object 431">
                <a:extLst>
                  <a:ext uri="{FF2B5EF4-FFF2-40B4-BE49-F238E27FC236}">
                    <a16:creationId xmlns:a16="http://schemas.microsoft.com/office/drawing/2014/main" id="{625590C8-C3C2-4185-AF8B-15AA173102A7}"/>
                  </a:ext>
                </a:extLst>
              </p:cNvPr>
              <p:cNvSpPr/>
              <p:nvPr/>
            </p:nvSpPr>
            <p:spPr>
              <a:xfrm>
                <a:off x="8137207" y="3722166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0" y="45859"/>
                    </a:moveTo>
                    <a:lnTo>
                      <a:pt x="45808" y="45859"/>
                    </a:lnTo>
                    <a:lnTo>
                      <a:pt x="45808" y="0"/>
                    </a:lnTo>
                    <a:lnTo>
                      <a:pt x="0" y="0"/>
                    </a:lnTo>
                    <a:lnTo>
                      <a:pt x="0" y="45859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76" name="object 432">
                <a:extLst>
                  <a:ext uri="{FF2B5EF4-FFF2-40B4-BE49-F238E27FC236}">
                    <a16:creationId xmlns:a16="http://schemas.microsoft.com/office/drawing/2014/main" id="{00936D1E-38B5-484E-A246-60E9680263B3}"/>
                  </a:ext>
                </a:extLst>
              </p:cNvPr>
              <p:cNvSpPr/>
              <p:nvPr/>
            </p:nvSpPr>
            <p:spPr>
              <a:xfrm>
                <a:off x="8441829" y="3713556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45808" y="45872"/>
                    </a:moveTo>
                    <a:lnTo>
                      <a:pt x="0" y="45872"/>
                    </a:lnTo>
                    <a:lnTo>
                      <a:pt x="0" y="0"/>
                    </a:lnTo>
                    <a:lnTo>
                      <a:pt x="45808" y="0"/>
                    </a:lnTo>
                    <a:lnTo>
                      <a:pt x="45808" y="45872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77" name="object 433">
                <a:extLst>
                  <a:ext uri="{FF2B5EF4-FFF2-40B4-BE49-F238E27FC236}">
                    <a16:creationId xmlns:a16="http://schemas.microsoft.com/office/drawing/2014/main" id="{013448DE-1183-4075-BF88-A011B75B2152}"/>
                  </a:ext>
                </a:extLst>
              </p:cNvPr>
              <p:cNvSpPr/>
              <p:nvPr/>
            </p:nvSpPr>
            <p:spPr>
              <a:xfrm>
                <a:off x="8441829" y="3713556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0" y="45872"/>
                    </a:moveTo>
                    <a:lnTo>
                      <a:pt x="45808" y="45872"/>
                    </a:lnTo>
                    <a:lnTo>
                      <a:pt x="45808" y="0"/>
                    </a:lnTo>
                    <a:lnTo>
                      <a:pt x="0" y="0"/>
                    </a:lnTo>
                    <a:lnTo>
                      <a:pt x="0" y="45872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78" name="object 434">
                <a:extLst>
                  <a:ext uri="{FF2B5EF4-FFF2-40B4-BE49-F238E27FC236}">
                    <a16:creationId xmlns:a16="http://schemas.microsoft.com/office/drawing/2014/main" id="{25ACE703-83CD-4DF6-BE18-D1894C903B39}"/>
                  </a:ext>
                </a:extLst>
              </p:cNvPr>
              <p:cNvSpPr/>
              <p:nvPr/>
            </p:nvSpPr>
            <p:spPr>
              <a:xfrm>
                <a:off x="8745880" y="3703243"/>
                <a:ext cx="27940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46354">
                    <a:moveTo>
                      <a:pt x="27482" y="45859"/>
                    </a:moveTo>
                    <a:lnTo>
                      <a:pt x="0" y="45859"/>
                    </a:lnTo>
                    <a:lnTo>
                      <a:pt x="0" y="0"/>
                    </a:lnTo>
                    <a:lnTo>
                      <a:pt x="27482" y="0"/>
                    </a:lnTo>
                    <a:lnTo>
                      <a:pt x="27482" y="45859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79" name="object 435">
                <a:extLst>
                  <a:ext uri="{FF2B5EF4-FFF2-40B4-BE49-F238E27FC236}">
                    <a16:creationId xmlns:a16="http://schemas.microsoft.com/office/drawing/2014/main" id="{DCCDEEF5-61F6-4FE6-9090-CDB214D355FB}"/>
                  </a:ext>
                </a:extLst>
              </p:cNvPr>
              <p:cNvSpPr/>
              <p:nvPr/>
            </p:nvSpPr>
            <p:spPr>
              <a:xfrm>
                <a:off x="8745880" y="3703243"/>
                <a:ext cx="27940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46354">
                    <a:moveTo>
                      <a:pt x="27482" y="0"/>
                    </a:moveTo>
                    <a:lnTo>
                      <a:pt x="0" y="0"/>
                    </a:lnTo>
                    <a:lnTo>
                      <a:pt x="0" y="45859"/>
                    </a:lnTo>
                    <a:lnTo>
                      <a:pt x="27482" y="45859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80" name="object 436">
                <a:extLst>
                  <a:ext uri="{FF2B5EF4-FFF2-40B4-BE49-F238E27FC236}">
                    <a16:creationId xmlns:a16="http://schemas.microsoft.com/office/drawing/2014/main" id="{E3C2F32E-1BE6-4F71-A285-45199E665995}"/>
                  </a:ext>
                </a:extLst>
              </p:cNvPr>
              <p:cNvSpPr/>
              <p:nvPr/>
            </p:nvSpPr>
            <p:spPr>
              <a:xfrm>
                <a:off x="6637578" y="3269868"/>
                <a:ext cx="2131695" cy="445134"/>
              </a:xfrm>
              <a:custGeom>
                <a:avLst/>
                <a:gdLst/>
                <a:ahLst/>
                <a:cxnLst/>
                <a:rect l="l" t="t" r="r" b="b"/>
                <a:pathLst>
                  <a:path w="2131695" h="445135">
                    <a:moveTo>
                      <a:pt x="0" y="444842"/>
                    </a:moveTo>
                    <a:lnTo>
                      <a:pt x="304622" y="302094"/>
                    </a:lnTo>
                    <a:lnTo>
                      <a:pt x="609244" y="215544"/>
                    </a:lnTo>
                    <a:lnTo>
                      <a:pt x="913295" y="153631"/>
                    </a:lnTo>
                    <a:lnTo>
                      <a:pt x="1217917" y="110058"/>
                    </a:lnTo>
                    <a:lnTo>
                      <a:pt x="1522539" y="85407"/>
                    </a:lnTo>
                    <a:lnTo>
                      <a:pt x="1827149" y="54457"/>
                    </a:lnTo>
                    <a:lnTo>
                      <a:pt x="2131199" y="0"/>
                    </a:lnTo>
                  </a:path>
                </a:pathLst>
              </a:custGeom>
              <a:ln w="22910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81" name="object 437">
                <a:extLst>
                  <a:ext uri="{FF2B5EF4-FFF2-40B4-BE49-F238E27FC236}">
                    <a16:creationId xmlns:a16="http://schemas.microsoft.com/office/drawing/2014/main" id="{DBEA91D4-5FDF-4E71-9770-54558A3E809C}"/>
                  </a:ext>
                </a:extLst>
              </p:cNvPr>
              <p:cNvSpPr/>
              <p:nvPr/>
            </p:nvSpPr>
            <p:spPr>
              <a:xfrm>
                <a:off x="6637578" y="3682606"/>
                <a:ext cx="33020" cy="65405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65404">
                    <a:moveTo>
                      <a:pt x="0" y="64782"/>
                    </a:moveTo>
                    <a:lnTo>
                      <a:pt x="0" y="0"/>
                    </a:lnTo>
                    <a:lnTo>
                      <a:pt x="32639" y="32105"/>
                    </a:lnTo>
                    <a:lnTo>
                      <a:pt x="0" y="64782"/>
                    </a:lnTo>
                    <a:close/>
                  </a:path>
                </a:pathLst>
              </a:custGeom>
              <a:solidFill>
                <a:srgbClr val="79C14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82" name="object 438">
                <a:extLst>
                  <a:ext uri="{FF2B5EF4-FFF2-40B4-BE49-F238E27FC236}">
                    <a16:creationId xmlns:a16="http://schemas.microsoft.com/office/drawing/2014/main" id="{D6A06EA7-8207-4B55-8737-15C42B149C06}"/>
                  </a:ext>
                </a:extLst>
              </p:cNvPr>
              <p:cNvSpPr/>
              <p:nvPr/>
            </p:nvSpPr>
            <p:spPr>
              <a:xfrm>
                <a:off x="6637578" y="3682606"/>
                <a:ext cx="33020" cy="65405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65404">
                    <a:moveTo>
                      <a:pt x="0" y="64782"/>
                    </a:moveTo>
                    <a:lnTo>
                      <a:pt x="32639" y="32105"/>
                    </a:lnTo>
                    <a:lnTo>
                      <a:pt x="0" y="0"/>
                    </a:lnTo>
                  </a:path>
                </a:pathLst>
              </a:custGeom>
              <a:ln w="7442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pic>
            <p:nvPicPr>
              <p:cNvPr id="283" name="object 439">
                <a:extLst>
                  <a:ext uri="{FF2B5EF4-FFF2-40B4-BE49-F238E27FC236}">
                    <a16:creationId xmlns:a16="http://schemas.microsoft.com/office/drawing/2014/main" id="{F4CE53D8-8CC5-4F3B-AFF7-ADB7A3217041}"/>
                  </a:ext>
                </a:extLst>
              </p:cNvPr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6905840" y="3535578"/>
                <a:ext cx="72720" cy="72212"/>
              </a:xfrm>
              <a:prstGeom prst="rect">
                <a:avLst/>
              </a:prstGeom>
            </p:spPr>
          </p:pic>
          <p:pic>
            <p:nvPicPr>
              <p:cNvPr id="284" name="object 440">
                <a:extLst>
                  <a:ext uri="{FF2B5EF4-FFF2-40B4-BE49-F238E27FC236}">
                    <a16:creationId xmlns:a16="http://schemas.microsoft.com/office/drawing/2014/main" id="{80E092A1-47B5-4851-9D13-39BB5B15B83E}"/>
                  </a:ext>
                </a:extLst>
              </p:cNvPr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7210463" y="3449586"/>
                <a:ext cx="72148" cy="72224"/>
              </a:xfrm>
              <a:prstGeom prst="rect">
                <a:avLst/>
              </a:prstGeom>
            </p:spPr>
          </p:pic>
          <p:pic>
            <p:nvPicPr>
              <p:cNvPr id="285" name="object 441">
                <a:extLst>
                  <a:ext uri="{FF2B5EF4-FFF2-40B4-BE49-F238E27FC236}">
                    <a16:creationId xmlns:a16="http://schemas.microsoft.com/office/drawing/2014/main" id="{E279FFEF-423F-44B5-B1FF-A22D0EE72470}"/>
                  </a:ext>
                </a:extLst>
              </p:cNvPr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7515085" y="3387102"/>
                <a:ext cx="72148" cy="72212"/>
              </a:xfrm>
              <a:prstGeom prst="rect">
                <a:avLst/>
              </a:prstGeom>
            </p:spPr>
          </p:pic>
          <p:pic>
            <p:nvPicPr>
              <p:cNvPr id="286" name="object 442">
                <a:extLst>
                  <a:ext uri="{FF2B5EF4-FFF2-40B4-BE49-F238E27FC236}">
                    <a16:creationId xmlns:a16="http://schemas.microsoft.com/office/drawing/2014/main" id="{F7657BD4-B613-46BA-828A-8911173C0870}"/>
                  </a:ext>
                </a:extLst>
              </p:cNvPr>
              <p:cNvPicPr/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7819707" y="3343528"/>
                <a:ext cx="72148" cy="72796"/>
              </a:xfrm>
              <a:prstGeom prst="rect">
                <a:avLst/>
              </a:prstGeom>
            </p:spPr>
          </p:pic>
          <p:pic>
            <p:nvPicPr>
              <p:cNvPr id="287" name="object 443">
                <a:extLst>
                  <a:ext uri="{FF2B5EF4-FFF2-40B4-BE49-F238E27FC236}">
                    <a16:creationId xmlns:a16="http://schemas.microsoft.com/office/drawing/2014/main" id="{75B902B4-B727-4203-9362-5D0F0628EAEF}"/>
                  </a:ext>
                </a:extLst>
              </p:cNvPr>
              <p:cNvPicPr/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8123758" y="3319462"/>
                <a:ext cx="72136" cy="72212"/>
              </a:xfrm>
              <a:prstGeom prst="rect">
                <a:avLst/>
              </a:prstGeom>
            </p:spPr>
          </p:pic>
          <p:pic>
            <p:nvPicPr>
              <p:cNvPr id="288" name="object 444">
                <a:extLst>
                  <a:ext uri="{FF2B5EF4-FFF2-40B4-BE49-F238E27FC236}">
                    <a16:creationId xmlns:a16="http://schemas.microsoft.com/office/drawing/2014/main" id="{2BFC0C5C-084B-46DB-95A7-AEB8C7E4F32B}"/>
                  </a:ext>
                </a:extLst>
              </p:cNvPr>
              <p:cNvPicPr/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8428380" y="3287928"/>
                <a:ext cx="72135" cy="72224"/>
              </a:xfrm>
              <a:prstGeom prst="rect">
                <a:avLst/>
              </a:prstGeom>
            </p:spPr>
          </p:pic>
          <p:sp>
            <p:nvSpPr>
              <p:cNvPr id="289" name="object 445">
                <a:extLst>
                  <a:ext uri="{FF2B5EF4-FFF2-40B4-BE49-F238E27FC236}">
                    <a16:creationId xmlns:a16="http://schemas.microsoft.com/office/drawing/2014/main" id="{4045ECD3-228A-4CBD-A4CE-966CFC1C0B4E}"/>
                  </a:ext>
                </a:extLst>
              </p:cNvPr>
              <p:cNvSpPr/>
              <p:nvPr/>
            </p:nvSpPr>
            <p:spPr>
              <a:xfrm>
                <a:off x="8736711" y="3237191"/>
                <a:ext cx="36830" cy="65405"/>
              </a:xfrm>
              <a:custGeom>
                <a:avLst/>
                <a:gdLst/>
                <a:ahLst/>
                <a:cxnLst/>
                <a:rect l="l" t="t" r="r" b="b"/>
                <a:pathLst>
                  <a:path w="36829" h="65404">
                    <a:moveTo>
                      <a:pt x="32067" y="64782"/>
                    </a:moveTo>
                    <a:lnTo>
                      <a:pt x="0" y="32677"/>
                    </a:lnTo>
                    <a:lnTo>
                      <a:pt x="32067" y="0"/>
                    </a:lnTo>
                    <a:lnTo>
                      <a:pt x="36652" y="4590"/>
                    </a:lnTo>
                    <a:lnTo>
                      <a:pt x="36652" y="60272"/>
                    </a:lnTo>
                    <a:lnTo>
                      <a:pt x="32067" y="64782"/>
                    </a:lnTo>
                    <a:close/>
                  </a:path>
                </a:pathLst>
              </a:custGeom>
              <a:solidFill>
                <a:srgbClr val="79C14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90" name="object 446">
                <a:extLst>
                  <a:ext uri="{FF2B5EF4-FFF2-40B4-BE49-F238E27FC236}">
                    <a16:creationId xmlns:a16="http://schemas.microsoft.com/office/drawing/2014/main" id="{89A4D377-B182-4816-8DA0-220913B674A4}"/>
                  </a:ext>
                </a:extLst>
              </p:cNvPr>
              <p:cNvSpPr/>
              <p:nvPr/>
            </p:nvSpPr>
            <p:spPr>
              <a:xfrm>
                <a:off x="8736711" y="3237191"/>
                <a:ext cx="36830" cy="65405"/>
              </a:xfrm>
              <a:custGeom>
                <a:avLst/>
                <a:gdLst/>
                <a:ahLst/>
                <a:cxnLst/>
                <a:rect l="l" t="t" r="r" b="b"/>
                <a:pathLst>
                  <a:path w="36829" h="65404">
                    <a:moveTo>
                      <a:pt x="36652" y="4590"/>
                    </a:moveTo>
                    <a:lnTo>
                      <a:pt x="32067" y="0"/>
                    </a:lnTo>
                    <a:lnTo>
                      <a:pt x="0" y="32677"/>
                    </a:lnTo>
                    <a:lnTo>
                      <a:pt x="32067" y="64782"/>
                    </a:lnTo>
                    <a:lnTo>
                      <a:pt x="36652" y="60272"/>
                    </a:lnTo>
                  </a:path>
                </a:pathLst>
              </a:custGeom>
              <a:ln w="7442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91" name="object 447">
                <a:extLst>
                  <a:ext uri="{FF2B5EF4-FFF2-40B4-BE49-F238E27FC236}">
                    <a16:creationId xmlns:a16="http://schemas.microsoft.com/office/drawing/2014/main" id="{61E51E27-6A56-4D8F-8EC5-0C3A1134A92E}"/>
                  </a:ext>
                </a:extLst>
              </p:cNvPr>
              <p:cNvSpPr/>
              <p:nvPr/>
            </p:nvSpPr>
            <p:spPr>
              <a:xfrm>
                <a:off x="6637578" y="3005023"/>
                <a:ext cx="2131695" cy="415925"/>
              </a:xfrm>
              <a:custGeom>
                <a:avLst/>
                <a:gdLst/>
                <a:ahLst/>
                <a:cxnLst/>
                <a:rect l="l" t="t" r="r" b="b"/>
                <a:pathLst>
                  <a:path w="2131695" h="415925">
                    <a:moveTo>
                      <a:pt x="0" y="415607"/>
                    </a:moveTo>
                    <a:lnTo>
                      <a:pt x="304622" y="275158"/>
                    </a:lnTo>
                    <a:lnTo>
                      <a:pt x="609244" y="196621"/>
                    </a:lnTo>
                    <a:lnTo>
                      <a:pt x="913295" y="142163"/>
                    </a:lnTo>
                    <a:lnTo>
                      <a:pt x="1217917" y="93446"/>
                    </a:lnTo>
                    <a:lnTo>
                      <a:pt x="1522539" y="55029"/>
                    </a:lnTo>
                    <a:lnTo>
                      <a:pt x="1827149" y="30378"/>
                    </a:lnTo>
                    <a:lnTo>
                      <a:pt x="2131199" y="0"/>
                    </a:lnTo>
                  </a:path>
                </a:pathLst>
              </a:custGeom>
              <a:ln w="22910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92" name="object 448">
                <a:extLst>
                  <a:ext uri="{FF2B5EF4-FFF2-40B4-BE49-F238E27FC236}">
                    <a16:creationId xmlns:a16="http://schemas.microsoft.com/office/drawing/2014/main" id="{0DF354D1-A14D-41F0-9A4C-EC1E77F2FF4F}"/>
                  </a:ext>
                </a:extLst>
              </p:cNvPr>
              <p:cNvSpPr/>
              <p:nvPr/>
            </p:nvSpPr>
            <p:spPr>
              <a:xfrm>
                <a:off x="6637578" y="3397707"/>
                <a:ext cx="2349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354">
                    <a:moveTo>
                      <a:pt x="0" y="45859"/>
                    </a:moveTo>
                    <a:lnTo>
                      <a:pt x="0" y="0"/>
                    </a:lnTo>
                    <a:lnTo>
                      <a:pt x="22910" y="0"/>
                    </a:lnTo>
                    <a:lnTo>
                      <a:pt x="0" y="45859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93" name="object 449">
                <a:extLst>
                  <a:ext uri="{FF2B5EF4-FFF2-40B4-BE49-F238E27FC236}">
                    <a16:creationId xmlns:a16="http://schemas.microsoft.com/office/drawing/2014/main" id="{9D398F49-B5EE-4C38-BF00-97B0F0D10948}"/>
                  </a:ext>
                </a:extLst>
              </p:cNvPr>
              <p:cNvSpPr/>
              <p:nvPr/>
            </p:nvSpPr>
            <p:spPr>
              <a:xfrm>
                <a:off x="6637578" y="3397707"/>
                <a:ext cx="2349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354">
                    <a:moveTo>
                      <a:pt x="0" y="45859"/>
                    </a:moveTo>
                    <a:lnTo>
                      <a:pt x="22910" y="0"/>
                    </a:lnTo>
                    <a:lnTo>
                      <a:pt x="0" y="0"/>
                    </a:lnTo>
                  </a:path>
                </a:pathLst>
              </a:custGeom>
              <a:ln w="7442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94" name="object 450">
                <a:extLst>
                  <a:ext uri="{FF2B5EF4-FFF2-40B4-BE49-F238E27FC236}">
                    <a16:creationId xmlns:a16="http://schemas.microsoft.com/office/drawing/2014/main" id="{CF8EEAA8-7801-4074-8A52-1B7AAE52CC1E}"/>
                  </a:ext>
                </a:extLst>
              </p:cNvPr>
              <p:cNvSpPr/>
              <p:nvPr/>
            </p:nvSpPr>
            <p:spPr>
              <a:xfrm>
                <a:off x="6919302" y="3257257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898" y="45859"/>
                    </a:moveTo>
                    <a:lnTo>
                      <a:pt x="0" y="0"/>
                    </a:lnTo>
                    <a:lnTo>
                      <a:pt x="45808" y="0"/>
                    </a:lnTo>
                    <a:lnTo>
                      <a:pt x="22898" y="45859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95" name="object 451">
                <a:extLst>
                  <a:ext uri="{FF2B5EF4-FFF2-40B4-BE49-F238E27FC236}">
                    <a16:creationId xmlns:a16="http://schemas.microsoft.com/office/drawing/2014/main" id="{FF2F8DBD-160E-4A65-AFAD-779C7F5A496B}"/>
                  </a:ext>
                </a:extLst>
              </p:cNvPr>
              <p:cNvSpPr/>
              <p:nvPr/>
            </p:nvSpPr>
            <p:spPr>
              <a:xfrm>
                <a:off x="6919302" y="3257257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898" y="45859"/>
                    </a:moveTo>
                    <a:lnTo>
                      <a:pt x="45808" y="0"/>
                    </a:lnTo>
                    <a:lnTo>
                      <a:pt x="0" y="0"/>
                    </a:lnTo>
                    <a:lnTo>
                      <a:pt x="22898" y="45859"/>
                    </a:lnTo>
                  </a:path>
                </a:pathLst>
              </a:custGeom>
              <a:ln w="7442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96" name="object 452">
                <a:extLst>
                  <a:ext uri="{FF2B5EF4-FFF2-40B4-BE49-F238E27FC236}">
                    <a16:creationId xmlns:a16="http://schemas.microsoft.com/office/drawing/2014/main" id="{94184F69-07C0-4944-9166-6C73C2A6322C}"/>
                  </a:ext>
                </a:extLst>
              </p:cNvPr>
              <p:cNvSpPr/>
              <p:nvPr/>
            </p:nvSpPr>
            <p:spPr>
              <a:xfrm>
                <a:off x="7223925" y="3178721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5">
                    <a:moveTo>
                      <a:pt x="22898" y="45859"/>
                    </a:moveTo>
                    <a:lnTo>
                      <a:pt x="0" y="0"/>
                    </a:lnTo>
                    <a:lnTo>
                      <a:pt x="45808" y="0"/>
                    </a:lnTo>
                    <a:lnTo>
                      <a:pt x="22898" y="45859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97" name="object 453">
                <a:extLst>
                  <a:ext uri="{FF2B5EF4-FFF2-40B4-BE49-F238E27FC236}">
                    <a16:creationId xmlns:a16="http://schemas.microsoft.com/office/drawing/2014/main" id="{45E4FB7B-7B83-4350-BE09-2D76CC2BC832}"/>
                  </a:ext>
                </a:extLst>
              </p:cNvPr>
              <p:cNvSpPr/>
              <p:nvPr/>
            </p:nvSpPr>
            <p:spPr>
              <a:xfrm>
                <a:off x="7223925" y="3178721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5">
                    <a:moveTo>
                      <a:pt x="22898" y="45859"/>
                    </a:moveTo>
                    <a:lnTo>
                      <a:pt x="45808" y="0"/>
                    </a:lnTo>
                    <a:lnTo>
                      <a:pt x="0" y="0"/>
                    </a:lnTo>
                    <a:lnTo>
                      <a:pt x="22898" y="45859"/>
                    </a:lnTo>
                  </a:path>
                </a:pathLst>
              </a:custGeom>
              <a:ln w="7442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98" name="object 454">
                <a:extLst>
                  <a:ext uri="{FF2B5EF4-FFF2-40B4-BE49-F238E27FC236}">
                    <a16:creationId xmlns:a16="http://schemas.microsoft.com/office/drawing/2014/main" id="{EB68874E-6E8D-4B48-9116-C37283E85517}"/>
                  </a:ext>
                </a:extLst>
              </p:cNvPr>
              <p:cNvSpPr/>
              <p:nvPr/>
            </p:nvSpPr>
            <p:spPr>
              <a:xfrm>
                <a:off x="7527963" y="3124263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5">
                    <a:moveTo>
                      <a:pt x="22910" y="45859"/>
                    </a:moveTo>
                    <a:lnTo>
                      <a:pt x="0" y="0"/>
                    </a:lnTo>
                    <a:lnTo>
                      <a:pt x="45808" y="0"/>
                    </a:lnTo>
                    <a:lnTo>
                      <a:pt x="22910" y="45859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99" name="object 455">
                <a:extLst>
                  <a:ext uri="{FF2B5EF4-FFF2-40B4-BE49-F238E27FC236}">
                    <a16:creationId xmlns:a16="http://schemas.microsoft.com/office/drawing/2014/main" id="{CC774BE6-D6E9-4A61-9F0D-D0D19FA11EE5}"/>
                  </a:ext>
                </a:extLst>
              </p:cNvPr>
              <p:cNvSpPr/>
              <p:nvPr/>
            </p:nvSpPr>
            <p:spPr>
              <a:xfrm>
                <a:off x="7527963" y="3124263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5">
                    <a:moveTo>
                      <a:pt x="22910" y="45859"/>
                    </a:moveTo>
                    <a:lnTo>
                      <a:pt x="45808" y="0"/>
                    </a:lnTo>
                    <a:lnTo>
                      <a:pt x="0" y="0"/>
                    </a:lnTo>
                    <a:lnTo>
                      <a:pt x="22910" y="45859"/>
                    </a:lnTo>
                  </a:path>
                </a:pathLst>
              </a:custGeom>
              <a:ln w="7442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00" name="object 456">
                <a:extLst>
                  <a:ext uri="{FF2B5EF4-FFF2-40B4-BE49-F238E27FC236}">
                    <a16:creationId xmlns:a16="http://schemas.microsoft.com/office/drawing/2014/main" id="{7A3CA2E8-F523-44BD-B906-52D5A5723D2B}"/>
                  </a:ext>
                </a:extLst>
              </p:cNvPr>
              <p:cNvSpPr/>
              <p:nvPr/>
            </p:nvSpPr>
            <p:spPr>
              <a:xfrm>
                <a:off x="7832585" y="3075533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5">
                    <a:moveTo>
                      <a:pt x="22910" y="45859"/>
                    </a:moveTo>
                    <a:lnTo>
                      <a:pt x="0" y="0"/>
                    </a:lnTo>
                    <a:lnTo>
                      <a:pt x="45808" y="0"/>
                    </a:lnTo>
                    <a:lnTo>
                      <a:pt x="22910" y="45859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01" name="object 457">
                <a:extLst>
                  <a:ext uri="{FF2B5EF4-FFF2-40B4-BE49-F238E27FC236}">
                    <a16:creationId xmlns:a16="http://schemas.microsoft.com/office/drawing/2014/main" id="{2B56A784-4D6F-40F1-A34C-FDB66BD729D7}"/>
                  </a:ext>
                </a:extLst>
              </p:cNvPr>
              <p:cNvSpPr/>
              <p:nvPr/>
            </p:nvSpPr>
            <p:spPr>
              <a:xfrm>
                <a:off x="7832585" y="3075533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5">
                    <a:moveTo>
                      <a:pt x="22910" y="45859"/>
                    </a:moveTo>
                    <a:lnTo>
                      <a:pt x="45808" y="0"/>
                    </a:lnTo>
                    <a:lnTo>
                      <a:pt x="0" y="0"/>
                    </a:lnTo>
                    <a:lnTo>
                      <a:pt x="22910" y="45859"/>
                    </a:lnTo>
                  </a:path>
                </a:pathLst>
              </a:custGeom>
              <a:ln w="7442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02" name="object 458">
                <a:extLst>
                  <a:ext uri="{FF2B5EF4-FFF2-40B4-BE49-F238E27FC236}">
                    <a16:creationId xmlns:a16="http://schemas.microsoft.com/office/drawing/2014/main" id="{3E7D11F9-4C42-4E9F-917F-7683FB0ECC87}"/>
                  </a:ext>
                </a:extLst>
              </p:cNvPr>
              <p:cNvSpPr/>
              <p:nvPr/>
            </p:nvSpPr>
            <p:spPr>
              <a:xfrm>
                <a:off x="8137207" y="3037128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5">
                    <a:moveTo>
                      <a:pt x="22910" y="45859"/>
                    </a:moveTo>
                    <a:lnTo>
                      <a:pt x="0" y="0"/>
                    </a:lnTo>
                    <a:lnTo>
                      <a:pt x="45808" y="0"/>
                    </a:lnTo>
                    <a:lnTo>
                      <a:pt x="22910" y="45859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03" name="object 459">
                <a:extLst>
                  <a:ext uri="{FF2B5EF4-FFF2-40B4-BE49-F238E27FC236}">
                    <a16:creationId xmlns:a16="http://schemas.microsoft.com/office/drawing/2014/main" id="{27E9DBA3-08BF-4D6C-AA61-4F68742DDED9}"/>
                  </a:ext>
                </a:extLst>
              </p:cNvPr>
              <p:cNvSpPr/>
              <p:nvPr/>
            </p:nvSpPr>
            <p:spPr>
              <a:xfrm>
                <a:off x="8137207" y="3037128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5">
                    <a:moveTo>
                      <a:pt x="22910" y="45859"/>
                    </a:moveTo>
                    <a:lnTo>
                      <a:pt x="45808" y="0"/>
                    </a:lnTo>
                    <a:lnTo>
                      <a:pt x="0" y="0"/>
                    </a:lnTo>
                    <a:lnTo>
                      <a:pt x="22910" y="45859"/>
                    </a:lnTo>
                  </a:path>
                </a:pathLst>
              </a:custGeom>
              <a:ln w="7442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04" name="object 460">
                <a:extLst>
                  <a:ext uri="{FF2B5EF4-FFF2-40B4-BE49-F238E27FC236}">
                    <a16:creationId xmlns:a16="http://schemas.microsoft.com/office/drawing/2014/main" id="{EFDDB363-4E7D-4326-B062-CFC1D8456475}"/>
                  </a:ext>
                </a:extLst>
              </p:cNvPr>
              <p:cNvSpPr/>
              <p:nvPr/>
            </p:nvSpPr>
            <p:spPr>
              <a:xfrm>
                <a:off x="8441829" y="3012478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5">
                    <a:moveTo>
                      <a:pt x="22898" y="45859"/>
                    </a:moveTo>
                    <a:lnTo>
                      <a:pt x="0" y="0"/>
                    </a:lnTo>
                    <a:lnTo>
                      <a:pt x="45808" y="0"/>
                    </a:lnTo>
                    <a:lnTo>
                      <a:pt x="22898" y="45859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05" name="object 461">
                <a:extLst>
                  <a:ext uri="{FF2B5EF4-FFF2-40B4-BE49-F238E27FC236}">
                    <a16:creationId xmlns:a16="http://schemas.microsoft.com/office/drawing/2014/main" id="{00F97E64-4F71-4205-9FA9-FCEDAD360BEE}"/>
                  </a:ext>
                </a:extLst>
              </p:cNvPr>
              <p:cNvSpPr/>
              <p:nvPr/>
            </p:nvSpPr>
            <p:spPr>
              <a:xfrm>
                <a:off x="8441829" y="3012478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5">
                    <a:moveTo>
                      <a:pt x="22898" y="45859"/>
                    </a:moveTo>
                    <a:lnTo>
                      <a:pt x="45808" y="0"/>
                    </a:lnTo>
                    <a:lnTo>
                      <a:pt x="0" y="0"/>
                    </a:lnTo>
                    <a:lnTo>
                      <a:pt x="22898" y="45859"/>
                    </a:lnTo>
                  </a:path>
                </a:pathLst>
              </a:custGeom>
              <a:ln w="7442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06" name="object 462">
                <a:extLst>
                  <a:ext uri="{FF2B5EF4-FFF2-40B4-BE49-F238E27FC236}">
                    <a16:creationId xmlns:a16="http://schemas.microsoft.com/office/drawing/2014/main" id="{9C7D8FCE-0937-4C00-BBFF-71BC192B3EC0}"/>
                  </a:ext>
                </a:extLst>
              </p:cNvPr>
              <p:cNvSpPr/>
              <p:nvPr/>
            </p:nvSpPr>
            <p:spPr>
              <a:xfrm>
                <a:off x="8745880" y="2982099"/>
                <a:ext cx="27940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46355">
                    <a:moveTo>
                      <a:pt x="22898" y="45859"/>
                    </a:moveTo>
                    <a:lnTo>
                      <a:pt x="0" y="0"/>
                    </a:lnTo>
                    <a:lnTo>
                      <a:pt x="27482" y="0"/>
                    </a:lnTo>
                    <a:lnTo>
                      <a:pt x="27482" y="36682"/>
                    </a:lnTo>
                    <a:lnTo>
                      <a:pt x="22898" y="45859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07" name="object 463">
                <a:extLst>
                  <a:ext uri="{FF2B5EF4-FFF2-40B4-BE49-F238E27FC236}">
                    <a16:creationId xmlns:a16="http://schemas.microsoft.com/office/drawing/2014/main" id="{121862AF-34E4-4724-A474-179D41770D4B}"/>
                  </a:ext>
                </a:extLst>
              </p:cNvPr>
              <p:cNvSpPr/>
              <p:nvPr/>
            </p:nvSpPr>
            <p:spPr>
              <a:xfrm>
                <a:off x="8745880" y="2982099"/>
                <a:ext cx="27940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46355">
                    <a:moveTo>
                      <a:pt x="27482" y="0"/>
                    </a:moveTo>
                    <a:lnTo>
                      <a:pt x="0" y="0"/>
                    </a:lnTo>
                    <a:lnTo>
                      <a:pt x="22898" y="45859"/>
                    </a:lnTo>
                    <a:lnTo>
                      <a:pt x="27482" y="36682"/>
                    </a:lnTo>
                  </a:path>
                </a:pathLst>
              </a:custGeom>
              <a:ln w="7442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08" name="object 464">
                <a:extLst>
                  <a:ext uri="{FF2B5EF4-FFF2-40B4-BE49-F238E27FC236}">
                    <a16:creationId xmlns:a16="http://schemas.microsoft.com/office/drawing/2014/main" id="{CC62FC75-ECA2-41CF-B0CA-B3C2604D6786}"/>
                  </a:ext>
                </a:extLst>
              </p:cNvPr>
              <p:cNvSpPr/>
              <p:nvPr/>
            </p:nvSpPr>
            <p:spPr>
              <a:xfrm>
                <a:off x="6637578" y="2807830"/>
                <a:ext cx="2131695" cy="1370965"/>
              </a:xfrm>
              <a:custGeom>
                <a:avLst/>
                <a:gdLst/>
                <a:ahLst/>
                <a:cxnLst/>
                <a:rect l="l" t="t" r="r" b="b"/>
                <a:pathLst>
                  <a:path w="2131695" h="1370964">
                    <a:moveTo>
                      <a:pt x="0" y="1370634"/>
                    </a:moveTo>
                    <a:lnTo>
                      <a:pt x="0" y="0"/>
                    </a:lnTo>
                  </a:path>
                  <a:path w="2131695" h="1370964">
                    <a:moveTo>
                      <a:pt x="2131199" y="1370634"/>
                    </a:moveTo>
                    <a:lnTo>
                      <a:pt x="2131199" y="0"/>
                    </a:lnTo>
                  </a:path>
                  <a:path w="2131695" h="1370964">
                    <a:moveTo>
                      <a:pt x="0" y="1370634"/>
                    </a:moveTo>
                    <a:lnTo>
                      <a:pt x="2131199" y="1370634"/>
                    </a:lnTo>
                  </a:path>
                  <a:path w="2131695" h="1370964">
                    <a:moveTo>
                      <a:pt x="0" y="0"/>
                    </a:moveTo>
                    <a:lnTo>
                      <a:pt x="2131199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</p:grpSp>
        <p:grpSp>
          <p:nvGrpSpPr>
            <p:cNvPr id="309" name="object 478">
              <a:extLst>
                <a:ext uri="{FF2B5EF4-FFF2-40B4-BE49-F238E27FC236}">
                  <a16:creationId xmlns:a16="http://schemas.microsoft.com/office/drawing/2014/main" id="{E437C464-5C3A-454F-B35B-787BE93D57C5}"/>
                </a:ext>
              </a:extLst>
            </p:cNvPr>
            <p:cNvGrpSpPr/>
            <p:nvPr/>
          </p:nvGrpSpPr>
          <p:grpSpPr>
            <a:xfrm>
              <a:off x="6208712" y="2623235"/>
              <a:ext cx="163195" cy="323850"/>
              <a:chOff x="6208712" y="2623235"/>
              <a:chExt cx="163195" cy="323850"/>
            </a:xfrm>
          </p:grpSpPr>
        </p:grpSp>
        <p:grpSp>
          <p:nvGrpSpPr>
            <p:cNvPr id="310" name="object 475">
              <a:extLst>
                <a:ext uri="{FF2B5EF4-FFF2-40B4-BE49-F238E27FC236}">
                  <a16:creationId xmlns:a16="http://schemas.microsoft.com/office/drawing/2014/main" id="{14F32251-0540-4C84-ABB0-0E9AAE496FFE}"/>
                </a:ext>
              </a:extLst>
            </p:cNvPr>
            <p:cNvGrpSpPr/>
            <p:nvPr/>
          </p:nvGrpSpPr>
          <p:grpSpPr>
            <a:xfrm>
              <a:off x="6213868" y="3040570"/>
              <a:ext cx="136525" cy="307340"/>
              <a:chOff x="6213868" y="3040570"/>
              <a:chExt cx="136525" cy="307340"/>
            </a:xfrm>
          </p:grpSpPr>
        </p:grpSp>
        <p:grpSp>
          <p:nvGrpSpPr>
            <p:cNvPr id="311" name="object 470">
              <a:extLst>
                <a:ext uri="{FF2B5EF4-FFF2-40B4-BE49-F238E27FC236}">
                  <a16:creationId xmlns:a16="http://schemas.microsoft.com/office/drawing/2014/main" id="{793A7BC6-E42F-4436-9C8C-97437769BF11}"/>
                </a:ext>
              </a:extLst>
            </p:cNvPr>
            <p:cNvGrpSpPr/>
            <p:nvPr/>
          </p:nvGrpSpPr>
          <p:grpSpPr>
            <a:xfrm>
              <a:off x="6208140" y="3443566"/>
              <a:ext cx="142240" cy="477520"/>
              <a:chOff x="6208140" y="3443566"/>
              <a:chExt cx="142240" cy="477520"/>
            </a:xfrm>
          </p:grpSpPr>
        </p:grpSp>
        <p:grpSp>
          <p:nvGrpSpPr>
            <p:cNvPr id="312" name="object 483">
              <a:extLst>
                <a:ext uri="{FF2B5EF4-FFF2-40B4-BE49-F238E27FC236}">
                  <a16:creationId xmlns:a16="http://schemas.microsoft.com/office/drawing/2014/main" id="{8ECE20B2-8109-4E8D-A226-EA006AA60354}"/>
                </a:ext>
              </a:extLst>
            </p:cNvPr>
            <p:cNvGrpSpPr/>
            <p:nvPr/>
          </p:nvGrpSpPr>
          <p:grpSpPr>
            <a:xfrm>
              <a:off x="8969768" y="2760243"/>
              <a:ext cx="2578100" cy="1617345"/>
              <a:chOff x="8969768" y="2760243"/>
              <a:chExt cx="2578100" cy="1617345"/>
            </a:xfrm>
          </p:grpSpPr>
          <p:sp>
            <p:nvSpPr>
              <p:cNvPr id="313" name="object 484">
                <a:extLst>
                  <a:ext uri="{FF2B5EF4-FFF2-40B4-BE49-F238E27FC236}">
                    <a16:creationId xmlns:a16="http://schemas.microsoft.com/office/drawing/2014/main" id="{27068C9A-970C-4309-9974-8AC8C9FE2117}"/>
                  </a:ext>
                </a:extLst>
              </p:cNvPr>
              <p:cNvSpPr/>
              <p:nvPr/>
            </p:nvSpPr>
            <p:spPr>
              <a:xfrm>
                <a:off x="9393478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26949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14" name="object 485">
                <a:extLst>
                  <a:ext uri="{FF2B5EF4-FFF2-40B4-BE49-F238E27FC236}">
                    <a16:creationId xmlns:a16="http://schemas.microsoft.com/office/drawing/2014/main" id="{FEB42917-4876-4312-8619-35D3176C11F7}"/>
                  </a:ext>
                </a:extLst>
              </p:cNvPr>
              <p:cNvSpPr/>
              <p:nvPr/>
            </p:nvSpPr>
            <p:spPr>
              <a:xfrm>
                <a:off x="9393478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0"/>
                    </a:moveTo>
                    <a:lnTo>
                      <a:pt x="0" y="26949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15" name="object 487">
                <a:extLst>
                  <a:ext uri="{FF2B5EF4-FFF2-40B4-BE49-F238E27FC236}">
                    <a16:creationId xmlns:a16="http://schemas.microsoft.com/office/drawing/2014/main" id="{143E5E09-B5E9-4844-9E0D-0D36EA93646C}"/>
                  </a:ext>
                </a:extLst>
              </p:cNvPr>
              <p:cNvSpPr/>
              <p:nvPr/>
            </p:nvSpPr>
            <p:spPr>
              <a:xfrm>
                <a:off x="9819487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0"/>
                    </a:moveTo>
                    <a:lnTo>
                      <a:pt x="0" y="26949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16" name="object 489">
                <a:extLst>
                  <a:ext uri="{FF2B5EF4-FFF2-40B4-BE49-F238E27FC236}">
                    <a16:creationId xmlns:a16="http://schemas.microsoft.com/office/drawing/2014/main" id="{6AC6A665-9F79-4156-8C76-2DF5E97EE565}"/>
                  </a:ext>
                </a:extLst>
              </p:cNvPr>
              <p:cNvSpPr/>
              <p:nvPr/>
            </p:nvSpPr>
            <p:spPr>
              <a:xfrm>
                <a:off x="10246080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0"/>
                    </a:moveTo>
                    <a:lnTo>
                      <a:pt x="0" y="26949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17" name="object 491">
                <a:extLst>
                  <a:ext uri="{FF2B5EF4-FFF2-40B4-BE49-F238E27FC236}">
                    <a16:creationId xmlns:a16="http://schemas.microsoft.com/office/drawing/2014/main" id="{1E0991A9-6C56-4E13-ABFD-752032D9B6D8}"/>
                  </a:ext>
                </a:extLst>
              </p:cNvPr>
              <p:cNvSpPr/>
              <p:nvPr/>
            </p:nvSpPr>
            <p:spPr>
              <a:xfrm>
                <a:off x="10672089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0"/>
                    </a:moveTo>
                    <a:lnTo>
                      <a:pt x="0" y="26949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18" name="object 493">
                <a:extLst>
                  <a:ext uri="{FF2B5EF4-FFF2-40B4-BE49-F238E27FC236}">
                    <a16:creationId xmlns:a16="http://schemas.microsoft.com/office/drawing/2014/main" id="{24F46E7D-44A7-459E-B4E6-B8FBC2FF02B8}"/>
                  </a:ext>
                </a:extLst>
              </p:cNvPr>
              <p:cNvSpPr/>
              <p:nvPr/>
            </p:nvSpPr>
            <p:spPr>
              <a:xfrm>
                <a:off x="11098098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0"/>
                    </a:moveTo>
                    <a:lnTo>
                      <a:pt x="0" y="26949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19" name="object 495">
                <a:extLst>
                  <a:ext uri="{FF2B5EF4-FFF2-40B4-BE49-F238E27FC236}">
                    <a16:creationId xmlns:a16="http://schemas.microsoft.com/office/drawing/2014/main" id="{E2979EF3-386D-487F-806B-705085AB76E5}"/>
                  </a:ext>
                </a:extLst>
              </p:cNvPr>
              <p:cNvSpPr/>
              <p:nvPr/>
            </p:nvSpPr>
            <p:spPr>
              <a:xfrm>
                <a:off x="11524678" y="4178465"/>
                <a:ext cx="0" cy="27305"/>
              </a:xfrm>
              <a:custGeom>
                <a:avLst/>
                <a:gdLst/>
                <a:ahLst/>
                <a:cxnLst/>
                <a:rect l="l" t="t" r="r" b="b"/>
                <a:pathLst>
                  <a:path h="27304">
                    <a:moveTo>
                      <a:pt x="0" y="0"/>
                    </a:moveTo>
                    <a:lnTo>
                      <a:pt x="0" y="26949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20" name="object 497">
                <a:extLst>
                  <a:ext uri="{FF2B5EF4-FFF2-40B4-BE49-F238E27FC236}">
                    <a16:creationId xmlns:a16="http://schemas.microsoft.com/office/drawing/2014/main" id="{B888E9A2-B25D-4A7B-8336-DD095E452206}"/>
                  </a:ext>
                </a:extLst>
              </p:cNvPr>
              <p:cNvSpPr/>
              <p:nvPr/>
            </p:nvSpPr>
            <p:spPr>
              <a:xfrm>
                <a:off x="9366567" y="4178465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911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21" name="object 499">
                <a:extLst>
                  <a:ext uri="{FF2B5EF4-FFF2-40B4-BE49-F238E27FC236}">
                    <a16:creationId xmlns:a16="http://schemas.microsoft.com/office/drawing/2014/main" id="{DB1A3621-13B5-4840-A9C2-7643CA6D08B6}"/>
                  </a:ext>
                </a:extLst>
              </p:cNvPr>
              <p:cNvSpPr/>
              <p:nvPr/>
            </p:nvSpPr>
            <p:spPr>
              <a:xfrm>
                <a:off x="9366567" y="3721582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911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22" name="object 500">
                <a:extLst>
                  <a:ext uri="{FF2B5EF4-FFF2-40B4-BE49-F238E27FC236}">
                    <a16:creationId xmlns:a16="http://schemas.microsoft.com/office/drawing/2014/main" id="{F747C6D8-6BE3-4749-AE98-1C1FD36B6127}"/>
                  </a:ext>
                </a:extLst>
              </p:cNvPr>
              <p:cNvSpPr/>
              <p:nvPr/>
            </p:nvSpPr>
            <p:spPr>
              <a:xfrm>
                <a:off x="9366567" y="3721582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911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23" name="object 502">
                <a:extLst>
                  <a:ext uri="{FF2B5EF4-FFF2-40B4-BE49-F238E27FC236}">
                    <a16:creationId xmlns:a16="http://schemas.microsoft.com/office/drawing/2014/main" id="{94C097EC-A2E4-4F98-883F-ACD28E0F93A6}"/>
                  </a:ext>
                </a:extLst>
              </p:cNvPr>
              <p:cNvSpPr/>
              <p:nvPr/>
            </p:nvSpPr>
            <p:spPr>
              <a:xfrm>
                <a:off x="9366567" y="3264712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911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24" name="object 503">
                <a:extLst>
                  <a:ext uri="{FF2B5EF4-FFF2-40B4-BE49-F238E27FC236}">
                    <a16:creationId xmlns:a16="http://schemas.microsoft.com/office/drawing/2014/main" id="{0C35F88C-75E0-4859-A92D-E979971C9E59}"/>
                  </a:ext>
                </a:extLst>
              </p:cNvPr>
              <p:cNvSpPr/>
              <p:nvPr/>
            </p:nvSpPr>
            <p:spPr>
              <a:xfrm>
                <a:off x="9366567" y="3264712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911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25" name="object 505">
                <a:extLst>
                  <a:ext uri="{FF2B5EF4-FFF2-40B4-BE49-F238E27FC236}">
                    <a16:creationId xmlns:a16="http://schemas.microsoft.com/office/drawing/2014/main" id="{19C286E4-DB3B-4AE6-B771-44A9B0BE3229}"/>
                  </a:ext>
                </a:extLst>
              </p:cNvPr>
              <p:cNvSpPr/>
              <p:nvPr/>
            </p:nvSpPr>
            <p:spPr>
              <a:xfrm>
                <a:off x="9366567" y="2807830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911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26" name="object 506">
                <a:extLst>
                  <a:ext uri="{FF2B5EF4-FFF2-40B4-BE49-F238E27FC236}">
                    <a16:creationId xmlns:a16="http://schemas.microsoft.com/office/drawing/2014/main" id="{78F2029E-61A3-4ADC-A216-F02EC0993CBE}"/>
                  </a:ext>
                </a:extLst>
              </p:cNvPr>
              <p:cNvSpPr/>
              <p:nvPr/>
            </p:nvSpPr>
            <p:spPr>
              <a:xfrm>
                <a:off x="9366567" y="2807830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911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27" name="object 510">
                <a:extLst>
                  <a:ext uri="{FF2B5EF4-FFF2-40B4-BE49-F238E27FC236}">
                    <a16:creationId xmlns:a16="http://schemas.microsoft.com/office/drawing/2014/main" id="{CF437515-8013-491C-B395-2F87DF6FD209}"/>
                  </a:ext>
                </a:extLst>
              </p:cNvPr>
              <p:cNvSpPr/>
              <p:nvPr/>
            </p:nvSpPr>
            <p:spPr>
              <a:xfrm>
                <a:off x="9393478" y="3958907"/>
                <a:ext cx="213169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131695" h="19050">
                    <a:moveTo>
                      <a:pt x="0" y="0"/>
                    </a:moveTo>
                    <a:lnTo>
                      <a:pt x="426008" y="0"/>
                    </a:lnTo>
                    <a:lnTo>
                      <a:pt x="852601" y="18922"/>
                    </a:lnTo>
                    <a:lnTo>
                      <a:pt x="1278610" y="16624"/>
                    </a:lnTo>
                    <a:lnTo>
                      <a:pt x="1704619" y="15481"/>
                    </a:lnTo>
                    <a:lnTo>
                      <a:pt x="2131199" y="14909"/>
                    </a:lnTo>
                  </a:path>
                </a:pathLst>
              </a:custGeom>
              <a:ln w="22910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28" name="object 511">
                <a:extLst>
                  <a:ext uri="{FF2B5EF4-FFF2-40B4-BE49-F238E27FC236}">
                    <a16:creationId xmlns:a16="http://schemas.microsoft.com/office/drawing/2014/main" id="{E401C245-ABAF-4A3E-9D6B-0A942D5217E1}"/>
                  </a:ext>
                </a:extLst>
              </p:cNvPr>
              <p:cNvSpPr/>
              <p:nvPr/>
            </p:nvSpPr>
            <p:spPr>
              <a:xfrm>
                <a:off x="9393478" y="3935983"/>
                <a:ext cx="2349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354">
                    <a:moveTo>
                      <a:pt x="5727" y="45859"/>
                    </a:moveTo>
                    <a:lnTo>
                      <a:pt x="0" y="45859"/>
                    </a:lnTo>
                    <a:lnTo>
                      <a:pt x="0" y="0"/>
                    </a:lnTo>
                    <a:lnTo>
                      <a:pt x="5727" y="0"/>
                    </a:lnTo>
                    <a:lnTo>
                      <a:pt x="12026" y="2298"/>
                    </a:lnTo>
                    <a:lnTo>
                      <a:pt x="16040" y="6883"/>
                    </a:lnTo>
                    <a:lnTo>
                      <a:pt x="20612" y="10896"/>
                    </a:lnTo>
                    <a:lnTo>
                      <a:pt x="22910" y="17195"/>
                    </a:lnTo>
                    <a:lnTo>
                      <a:pt x="22910" y="29235"/>
                    </a:lnTo>
                    <a:lnTo>
                      <a:pt x="20612" y="34963"/>
                    </a:lnTo>
                    <a:lnTo>
                      <a:pt x="16040" y="38976"/>
                    </a:lnTo>
                    <a:lnTo>
                      <a:pt x="12026" y="43561"/>
                    </a:lnTo>
                    <a:lnTo>
                      <a:pt x="5727" y="45859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29" name="object 512">
                <a:extLst>
                  <a:ext uri="{FF2B5EF4-FFF2-40B4-BE49-F238E27FC236}">
                    <a16:creationId xmlns:a16="http://schemas.microsoft.com/office/drawing/2014/main" id="{0C2BDC52-9576-406E-83FB-BBB9EAF59D87}"/>
                  </a:ext>
                </a:extLst>
              </p:cNvPr>
              <p:cNvSpPr/>
              <p:nvPr/>
            </p:nvSpPr>
            <p:spPr>
              <a:xfrm>
                <a:off x="9393478" y="3935983"/>
                <a:ext cx="2349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354">
                    <a:moveTo>
                      <a:pt x="0" y="45859"/>
                    </a:moveTo>
                    <a:lnTo>
                      <a:pt x="5727" y="45859"/>
                    </a:lnTo>
                    <a:lnTo>
                      <a:pt x="12026" y="43561"/>
                    </a:lnTo>
                    <a:lnTo>
                      <a:pt x="16040" y="38976"/>
                    </a:lnTo>
                    <a:lnTo>
                      <a:pt x="20612" y="34963"/>
                    </a:lnTo>
                    <a:lnTo>
                      <a:pt x="22910" y="29235"/>
                    </a:lnTo>
                    <a:lnTo>
                      <a:pt x="22910" y="22923"/>
                    </a:lnTo>
                    <a:lnTo>
                      <a:pt x="22910" y="17195"/>
                    </a:lnTo>
                    <a:lnTo>
                      <a:pt x="20612" y="10896"/>
                    </a:lnTo>
                    <a:lnTo>
                      <a:pt x="16040" y="6883"/>
                    </a:lnTo>
                    <a:lnTo>
                      <a:pt x="12026" y="2298"/>
                    </a:lnTo>
                    <a:lnTo>
                      <a:pt x="5727" y="0"/>
                    </a:lnTo>
                    <a:lnTo>
                      <a:pt x="0" y="0"/>
                    </a:lnTo>
                  </a:path>
                </a:pathLst>
              </a:custGeom>
              <a:ln w="7442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30" name="object 513">
                <a:extLst>
                  <a:ext uri="{FF2B5EF4-FFF2-40B4-BE49-F238E27FC236}">
                    <a16:creationId xmlns:a16="http://schemas.microsoft.com/office/drawing/2014/main" id="{F82263C6-C52A-48C7-A599-97AA4142220E}"/>
                  </a:ext>
                </a:extLst>
              </p:cNvPr>
              <p:cNvSpPr/>
              <p:nvPr/>
            </p:nvSpPr>
            <p:spPr>
              <a:xfrm>
                <a:off x="9796589" y="3937126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9197" y="45859"/>
                    </a:moveTo>
                    <a:lnTo>
                      <a:pt x="22898" y="45859"/>
                    </a:lnTo>
                    <a:lnTo>
                      <a:pt x="17183" y="45859"/>
                    </a:lnTo>
                    <a:lnTo>
                      <a:pt x="10883" y="43573"/>
                    </a:lnTo>
                    <a:lnTo>
                      <a:pt x="6870" y="38988"/>
                    </a:lnTo>
                    <a:lnTo>
                      <a:pt x="2286" y="34975"/>
                    </a:lnTo>
                    <a:lnTo>
                      <a:pt x="0" y="29235"/>
                    </a:lnTo>
                    <a:lnTo>
                      <a:pt x="0" y="17195"/>
                    </a:lnTo>
                    <a:lnTo>
                      <a:pt x="2286" y="10896"/>
                    </a:lnTo>
                    <a:lnTo>
                      <a:pt x="6870" y="6883"/>
                    </a:lnTo>
                    <a:lnTo>
                      <a:pt x="10883" y="2298"/>
                    </a:lnTo>
                    <a:lnTo>
                      <a:pt x="17183" y="0"/>
                    </a:lnTo>
                    <a:lnTo>
                      <a:pt x="29197" y="0"/>
                    </a:lnTo>
                    <a:lnTo>
                      <a:pt x="34925" y="2298"/>
                    </a:lnTo>
                    <a:lnTo>
                      <a:pt x="38938" y="6883"/>
                    </a:lnTo>
                    <a:lnTo>
                      <a:pt x="43522" y="10896"/>
                    </a:lnTo>
                    <a:lnTo>
                      <a:pt x="45808" y="17195"/>
                    </a:lnTo>
                    <a:lnTo>
                      <a:pt x="45808" y="29235"/>
                    </a:lnTo>
                    <a:lnTo>
                      <a:pt x="43522" y="34975"/>
                    </a:lnTo>
                    <a:lnTo>
                      <a:pt x="38938" y="38988"/>
                    </a:lnTo>
                    <a:lnTo>
                      <a:pt x="34925" y="43573"/>
                    </a:lnTo>
                    <a:lnTo>
                      <a:pt x="29197" y="45859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31" name="object 514">
                <a:extLst>
                  <a:ext uri="{FF2B5EF4-FFF2-40B4-BE49-F238E27FC236}">
                    <a16:creationId xmlns:a16="http://schemas.microsoft.com/office/drawing/2014/main" id="{72E39FB4-CF5F-42B3-BEA6-5D058787FE29}"/>
                  </a:ext>
                </a:extLst>
              </p:cNvPr>
              <p:cNvSpPr/>
              <p:nvPr/>
            </p:nvSpPr>
            <p:spPr>
              <a:xfrm>
                <a:off x="9796589" y="3937126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898" y="45859"/>
                    </a:moveTo>
                    <a:lnTo>
                      <a:pt x="29197" y="45859"/>
                    </a:lnTo>
                    <a:lnTo>
                      <a:pt x="34925" y="43573"/>
                    </a:lnTo>
                    <a:lnTo>
                      <a:pt x="38938" y="38988"/>
                    </a:lnTo>
                    <a:lnTo>
                      <a:pt x="43522" y="34975"/>
                    </a:lnTo>
                    <a:lnTo>
                      <a:pt x="45808" y="29235"/>
                    </a:lnTo>
                    <a:lnTo>
                      <a:pt x="45808" y="22936"/>
                    </a:lnTo>
                    <a:lnTo>
                      <a:pt x="45808" y="17195"/>
                    </a:lnTo>
                    <a:lnTo>
                      <a:pt x="43522" y="10896"/>
                    </a:lnTo>
                    <a:lnTo>
                      <a:pt x="38938" y="6883"/>
                    </a:lnTo>
                    <a:lnTo>
                      <a:pt x="34925" y="2298"/>
                    </a:lnTo>
                    <a:lnTo>
                      <a:pt x="29197" y="0"/>
                    </a:lnTo>
                    <a:lnTo>
                      <a:pt x="22898" y="0"/>
                    </a:lnTo>
                    <a:lnTo>
                      <a:pt x="17183" y="0"/>
                    </a:lnTo>
                    <a:lnTo>
                      <a:pt x="10883" y="2298"/>
                    </a:lnTo>
                    <a:lnTo>
                      <a:pt x="6870" y="6883"/>
                    </a:lnTo>
                    <a:lnTo>
                      <a:pt x="2286" y="10896"/>
                    </a:lnTo>
                    <a:lnTo>
                      <a:pt x="0" y="17195"/>
                    </a:lnTo>
                    <a:lnTo>
                      <a:pt x="0" y="22936"/>
                    </a:lnTo>
                    <a:lnTo>
                      <a:pt x="0" y="29235"/>
                    </a:lnTo>
                    <a:lnTo>
                      <a:pt x="2286" y="34975"/>
                    </a:lnTo>
                    <a:lnTo>
                      <a:pt x="6870" y="38988"/>
                    </a:lnTo>
                    <a:lnTo>
                      <a:pt x="10883" y="43573"/>
                    </a:lnTo>
                    <a:lnTo>
                      <a:pt x="17183" y="45859"/>
                    </a:lnTo>
                    <a:lnTo>
                      <a:pt x="22898" y="45859"/>
                    </a:lnTo>
                  </a:path>
                </a:pathLst>
              </a:custGeom>
              <a:ln w="7442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32" name="object 515">
                <a:extLst>
                  <a:ext uri="{FF2B5EF4-FFF2-40B4-BE49-F238E27FC236}">
                    <a16:creationId xmlns:a16="http://schemas.microsoft.com/office/drawing/2014/main" id="{2EFECF85-B091-437E-B69D-86823032EC73}"/>
                  </a:ext>
                </a:extLst>
              </p:cNvPr>
              <p:cNvSpPr/>
              <p:nvPr/>
            </p:nvSpPr>
            <p:spPr>
              <a:xfrm>
                <a:off x="10223169" y="3954906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8638" y="45859"/>
                    </a:moveTo>
                    <a:lnTo>
                      <a:pt x="22910" y="45859"/>
                    </a:lnTo>
                    <a:lnTo>
                      <a:pt x="16611" y="45859"/>
                    </a:lnTo>
                    <a:lnTo>
                      <a:pt x="10883" y="42989"/>
                    </a:lnTo>
                    <a:lnTo>
                      <a:pt x="6299" y="38976"/>
                    </a:lnTo>
                    <a:lnTo>
                      <a:pt x="2298" y="34391"/>
                    </a:lnTo>
                    <a:lnTo>
                      <a:pt x="0" y="28651"/>
                    </a:lnTo>
                    <a:lnTo>
                      <a:pt x="0" y="16624"/>
                    </a:lnTo>
                    <a:lnTo>
                      <a:pt x="2298" y="10883"/>
                    </a:lnTo>
                    <a:lnTo>
                      <a:pt x="6299" y="6299"/>
                    </a:lnTo>
                    <a:lnTo>
                      <a:pt x="10883" y="2285"/>
                    </a:lnTo>
                    <a:lnTo>
                      <a:pt x="16611" y="0"/>
                    </a:lnTo>
                    <a:lnTo>
                      <a:pt x="28638" y="0"/>
                    </a:lnTo>
                    <a:lnTo>
                      <a:pt x="34353" y="2285"/>
                    </a:lnTo>
                    <a:lnTo>
                      <a:pt x="38938" y="6299"/>
                    </a:lnTo>
                    <a:lnTo>
                      <a:pt x="42951" y="10883"/>
                    </a:lnTo>
                    <a:lnTo>
                      <a:pt x="45808" y="16624"/>
                    </a:lnTo>
                    <a:lnTo>
                      <a:pt x="45808" y="28651"/>
                    </a:lnTo>
                    <a:lnTo>
                      <a:pt x="42951" y="34391"/>
                    </a:lnTo>
                    <a:lnTo>
                      <a:pt x="38938" y="38976"/>
                    </a:lnTo>
                    <a:lnTo>
                      <a:pt x="34353" y="42989"/>
                    </a:lnTo>
                    <a:lnTo>
                      <a:pt x="28638" y="45859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33" name="object 516">
                <a:extLst>
                  <a:ext uri="{FF2B5EF4-FFF2-40B4-BE49-F238E27FC236}">
                    <a16:creationId xmlns:a16="http://schemas.microsoft.com/office/drawing/2014/main" id="{127FD8C5-4F4B-4C71-B330-116F65C6A2FB}"/>
                  </a:ext>
                </a:extLst>
              </p:cNvPr>
              <p:cNvSpPr/>
              <p:nvPr/>
            </p:nvSpPr>
            <p:spPr>
              <a:xfrm>
                <a:off x="10223169" y="3954906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910" y="45859"/>
                    </a:moveTo>
                    <a:lnTo>
                      <a:pt x="28638" y="45859"/>
                    </a:lnTo>
                    <a:lnTo>
                      <a:pt x="34353" y="42989"/>
                    </a:lnTo>
                    <a:lnTo>
                      <a:pt x="38938" y="38976"/>
                    </a:lnTo>
                    <a:lnTo>
                      <a:pt x="42951" y="34391"/>
                    </a:lnTo>
                    <a:lnTo>
                      <a:pt x="45808" y="28651"/>
                    </a:lnTo>
                    <a:lnTo>
                      <a:pt x="45808" y="22923"/>
                    </a:lnTo>
                    <a:lnTo>
                      <a:pt x="45808" y="16624"/>
                    </a:lnTo>
                    <a:lnTo>
                      <a:pt x="42951" y="10883"/>
                    </a:lnTo>
                    <a:lnTo>
                      <a:pt x="38938" y="6299"/>
                    </a:lnTo>
                    <a:lnTo>
                      <a:pt x="34353" y="2285"/>
                    </a:lnTo>
                    <a:lnTo>
                      <a:pt x="28638" y="0"/>
                    </a:lnTo>
                    <a:lnTo>
                      <a:pt x="22910" y="0"/>
                    </a:lnTo>
                    <a:lnTo>
                      <a:pt x="16611" y="0"/>
                    </a:lnTo>
                    <a:lnTo>
                      <a:pt x="10883" y="2285"/>
                    </a:lnTo>
                    <a:lnTo>
                      <a:pt x="6299" y="6299"/>
                    </a:lnTo>
                    <a:lnTo>
                      <a:pt x="2298" y="10883"/>
                    </a:lnTo>
                    <a:lnTo>
                      <a:pt x="0" y="16624"/>
                    </a:lnTo>
                    <a:lnTo>
                      <a:pt x="0" y="22923"/>
                    </a:lnTo>
                    <a:lnTo>
                      <a:pt x="0" y="28651"/>
                    </a:lnTo>
                    <a:lnTo>
                      <a:pt x="2298" y="34391"/>
                    </a:lnTo>
                    <a:lnTo>
                      <a:pt x="6299" y="38976"/>
                    </a:lnTo>
                    <a:lnTo>
                      <a:pt x="10883" y="42989"/>
                    </a:lnTo>
                    <a:lnTo>
                      <a:pt x="16611" y="45859"/>
                    </a:lnTo>
                    <a:lnTo>
                      <a:pt x="22910" y="45859"/>
                    </a:lnTo>
                  </a:path>
                </a:pathLst>
              </a:custGeom>
              <a:ln w="7442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34" name="object 517">
                <a:extLst>
                  <a:ext uri="{FF2B5EF4-FFF2-40B4-BE49-F238E27FC236}">
                    <a16:creationId xmlns:a16="http://schemas.microsoft.com/office/drawing/2014/main" id="{09973B4B-5CA2-474B-8671-A0CDF407EFC0}"/>
                  </a:ext>
                </a:extLst>
              </p:cNvPr>
              <p:cNvSpPr/>
              <p:nvPr/>
            </p:nvSpPr>
            <p:spPr>
              <a:xfrm>
                <a:off x="10649178" y="3952608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9209" y="45859"/>
                    </a:moveTo>
                    <a:lnTo>
                      <a:pt x="22910" y="45859"/>
                    </a:lnTo>
                    <a:lnTo>
                      <a:pt x="16611" y="45859"/>
                    </a:lnTo>
                    <a:lnTo>
                      <a:pt x="10883" y="43561"/>
                    </a:lnTo>
                    <a:lnTo>
                      <a:pt x="2298" y="34963"/>
                    </a:lnTo>
                    <a:lnTo>
                      <a:pt x="0" y="29235"/>
                    </a:lnTo>
                    <a:lnTo>
                      <a:pt x="0" y="17195"/>
                    </a:lnTo>
                    <a:lnTo>
                      <a:pt x="2298" y="11468"/>
                    </a:lnTo>
                    <a:lnTo>
                      <a:pt x="10883" y="2870"/>
                    </a:lnTo>
                    <a:lnTo>
                      <a:pt x="16611" y="0"/>
                    </a:lnTo>
                    <a:lnTo>
                      <a:pt x="29209" y="0"/>
                    </a:lnTo>
                    <a:lnTo>
                      <a:pt x="34937" y="2870"/>
                    </a:lnTo>
                    <a:lnTo>
                      <a:pt x="43522" y="11468"/>
                    </a:lnTo>
                    <a:lnTo>
                      <a:pt x="45808" y="17195"/>
                    </a:lnTo>
                    <a:lnTo>
                      <a:pt x="45808" y="29235"/>
                    </a:lnTo>
                    <a:lnTo>
                      <a:pt x="43522" y="34963"/>
                    </a:lnTo>
                    <a:lnTo>
                      <a:pt x="34937" y="43561"/>
                    </a:lnTo>
                    <a:lnTo>
                      <a:pt x="29209" y="45859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35" name="object 518">
                <a:extLst>
                  <a:ext uri="{FF2B5EF4-FFF2-40B4-BE49-F238E27FC236}">
                    <a16:creationId xmlns:a16="http://schemas.microsoft.com/office/drawing/2014/main" id="{003EBF3F-4025-41EE-958C-7CC8A16CE75E}"/>
                  </a:ext>
                </a:extLst>
              </p:cNvPr>
              <p:cNvSpPr/>
              <p:nvPr/>
            </p:nvSpPr>
            <p:spPr>
              <a:xfrm>
                <a:off x="10649178" y="3952608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910" y="45859"/>
                    </a:moveTo>
                    <a:lnTo>
                      <a:pt x="29209" y="45859"/>
                    </a:lnTo>
                    <a:lnTo>
                      <a:pt x="34937" y="43561"/>
                    </a:lnTo>
                    <a:lnTo>
                      <a:pt x="38938" y="39547"/>
                    </a:lnTo>
                    <a:lnTo>
                      <a:pt x="43522" y="34963"/>
                    </a:lnTo>
                    <a:lnTo>
                      <a:pt x="45808" y="29235"/>
                    </a:lnTo>
                    <a:lnTo>
                      <a:pt x="45808" y="22923"/>
                    </a:lnTo>
                    <a:lnTo>
                      <a:pt x="45808" y="17195"/>
                    </a:lnTo>
                    <a:lnTo>
                      <a:pt x="43522" y="11468"/>
                    </a:lnTo>
                    <a:lnTo>
                      <a:pt x="38938" y="6883"/>
                    </a:lnTo>
                    <a:lnTo>
                      <a:pt x="34937" y="2870"/>
                    </a:lnTo>
                    <a:lnTo>
                      <a:pt x="29209" y="0"/>
                    </a:lnTo>
                    <a:lnTo>
                      <a:pt x="22910" y="0"/>
                    </a:lnTo>
                    <a:lnTo>
                      <a:pt x="16611" y="0"/>
                    </a:lnTo>
                    <a:lnTo>
                      <a:pt x="10883" y="2870"/>
                    </a:lnTo>
                    <a:lnTo>
                      <a:pt x="6870" y="6883"/>
                    </a:lnTo>
                    <a:lnTo>
                      <a:pt x="2298" y="11468"/>
                    </a:lnTo>
                    <a:lnTo>
                      <a:pt x="0" y="17195"/>
                    </a:lnTo>
                    <a:lnTo>
                      <a:pt x="0" y="22923"/>
                    </a:lnTo>
                    <a:lnTo>
                      <a:pt x="0" y="29235"/>
                    </a:lnTo>
                    <a:lnTo>
                      <a:pt x="2298" y="34963"/>
                    </a:lnTo>
                    <a:lnTo>
                      <a:pt x="6870" y="39547"/>
                    </a:lnTo>
                    <a:lnTo>
                      <a:pt x="10883" y="43561"/>
                    </a:lnTo>
                    <a:lnTo>
                      <a:pt x="16611" y="45859"/>
                    </a:lnTo>
                    <a:lnTo>
                      <a:pt x="22910" y="45859"/>
                    </a:lnTo>
                  </a:path>
                </a:pathLst>
              </a:custGeom>
              <a:ln w="7442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36" name="object 519">
                <a:extLst>
                  <a:ext uri="{FF2B5EF4-FFF2-40B4-BE49-F238E27FC236}">
                    <a16:creationId xmlns:a16="http://schemas.microsoft.com/office/drawing/2014/main" id="{FA4DACBA-66C7-4D51-9523-3C4DF7B09731}"/>
                  </a:ext>
                </a:extLst>
              </p:cNvPr>
              <p:cNvSpPr/>
              <p:nvPr/>
            </p:nvSpPr>
            <p:spPr>
              <a:xfrm>
                <a:off x="11075200" y="3951465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9197" y="45859"/>
                    </a:moveTo>
                    <a:lnTo>
                      <a:pt x="22898" y="45859"/>
                    </a:lnTo>
                    <a:lnTo>
                      <a:pt x="17170" y="45859"/>
                    </a:lnTo>
                    <a:lnTo>
                      <a:pt x="11442" y="43561"/>
                    </a:lnTo>
                    <a:lnTo>
                      <a:pt x="2857" y="34963"/>
                    </a:lnTo>
                    <a:lnTo>
                      <a:pt x="0" y="29235"/>
                    </a:lnTo>
                    <a:lnTo>
                      <a:pt x="0" y="17195"/>
                    </a:lnTo>
                    <a:lnTo>
                      <a:pt x="2857" y="10883"/>
                    </a:lnTo>
                    <a:lnTo>
                      <a:pt x="11442" y="2286"/>
                    </a:lnTo>
                    <a:lnTo>
                      <a:pt x="17170" y="0"/>
                    </a:lnTo>
                    <a:lnTo>
                      <a:pt x="29197" y="0"/>
                    </a:lnTo>
                    <a:lnTo>
                      <a:pt x="34925" y="2286"/>
                    </a:lnTo>
                    <a:lnTo>
                      <a:pt x="43510" y="10883"/>
                    </a:lnTo>
                    <a:lnTo>
                      <a:pt x="45796" y="17195"/>
                    </a:lnTo>
                    <a:lnTo>
                      <a:pt x="45796" y="29235"/>
                    </a:lnTo>
                    <a:lnTo>
                      <a:pt x="43510" y="34963"/>
                    </a:lnTo>
                    <a:lnTo>
                      <a:pt x="34925" y="43561"/>
                    </a:lnTo>
                    <a:lnTo>
                      <a:pt x="29197" y="45859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37" name="object 520">
                <a:extLst>
                  <a:ext uri="{FF2B5EF4-FFF2-40B4-BE49-F238E27FC236}">
                    <a16:creationId xmlns:a16="http://schemas.microsoft.com/office/drawing/2014/main" id="{340C1F06-08A9-4DBC-8E15-F272A9824675}"/>
                  </a:ext>
                </a:extLst>
              </p:cNvPr>
              <p:cNvSpPr/>
              <p:nvPr/>
            </p:nvSpPr>
            <p:spPr>
              <a:xfrm>
                <a:off x="11075200" y="3951465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898" y="45859"/>
                    </a:moveTo>
                    <a:lnTo>
                      <a:pt x="29197" y="45859"/>
                    </a:lnTo>
                    <a:lnTo>
                      <a:pt x="34925" y="43561"/>
                    </a:lnTo>
                    <a:lnTo>
                      <a:pt x="39509" y="38976"/>
                    </a:lnTo>
                    <a:lnTo>
                      <a:pt x="43510" y="34963"/>
                    </a:lnTo>
                    <a:lnTo>
                      <a:pt x="45796" y="29235"/>
                    </a:lnTo>
                    <a:lnTo>
                      <a:pt x="45796" y="22923"/>
                    </a:lnTo>
                    <a:lnTo>
                      <a:pt x="45796" y="17195"/>
                    </a:lnTo>
                    <a:lnTo>
                      <a:pt x="43510" y="10883"/>
                    </a:lnTo>
                    <a:lnTo>
                      <a:pt x="39509" y="6870"/>
                    </a:lnTo>
                    <a:lnTo>
                      <a:pt x="34925" y="2286"/>
                    </a:lnTo>
                    <a:lnTo>
                      <a:pt x="29197" y="0"/>
                    </a:lnTo>
                    <a:lnTo>
                      <a:pt x="22898" y="0"/>
                    </a:lnTo>
                    <a:lnTo>
                      <a:pt x="17170" y="0"/>
                    </a:lnTo>
                    <a:lnTo>
                      <a:pt x="11442" y="2286"/>
                    </a:lnTo>
                    <a:lnTo>
                      <a:pt x="6870" y="6870"/>
                    </a:lnTo>
                    <a:lnTo>
                      <a:pt x="2857" y="10883"/>
                    </a:lnTo>
                    <a:lnTo>
                      <a:pt x="0" y="17195"/>
                    </a:lnTo>
                    <a:lnTo>
                      <a:pt x="0" y="22923"/>
                    </a:lnTo>
                    <a:lnTo>
                      <a:pt x="0" y="29235"/>
                    </a:lnTo>
                    <a:lnTo>
                      <a:pt x="2857" y="34963"/>
                    </a:lnTo>
                    <a:lnTo>
                      <a:pt x="6870" y="38976"/>
                    </a:lnTo>
                    <a:lnTo>
                      <a:pt x="11442" y="43561"/>
                    </a:lnTo>
                    <a:lnTo>
                      <a:pt x="17170" y="45859"/>
                    </a:lnTo>
                    <a:lnTo>
                      <a:pt x="22898" y="45859"/>
                    </a:lnTo>
                  </a:path>
                </a:pathLst>
              </a:custGeom>
              <a:ln w="7442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38" name="object 521">
                <a:extLst>
                  <a:ext uri="{FF2B5EF4-FFF2-40B4-BE49-F238E27FC236}">
                    <a16:creationId xmlns:a16="http://schemas.microsoft.com/office/drawing/2014/main" id="{33E93380-C828-45D4-BE77-B6453892DA22}"/>
                  </a:ext>
                </a:extLst>
              </p:cNvPr>
              <p:cNvSpPr/>
              <p:nvPr/>
            </p:nvSpPr>
            <p:spPr>
              <a:xfrm>
                <a:off x="11501780" y="3950893"/>
                <a:ext cx="27940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46354">
                    <a:moveTo>
                      <a:pt x="27482" y="45859"/>
                    </a:moveTo>
                    <a:lnTo>
                      <a:pt x="16598" y="45859"/>
                    </a:lnTo>
                    <a:lnTo>
                      <a:pt x="10871" y="43561"/>
                    </a:lnTo>
                    <a:lnTo>
                      <a:pt x="6299" y="39547"/>
                    </a:lnTo>
                    <a:lnTo>
                      <a:pt x="2285" y="34963"/>
                    </a:lnTo>
                    <a:lnTo>
                      <a:pt x="0" y="29235"/>
                    </a:lnTo>
                    <a:lnTo>
                      <a:pt x="0" y="17195"/>
                    </a:lnTo>
                    <a:lnTo>
                      <a:pt x="2285" y="11455"/>
                    </a:lnTo>
                    <a:lnTo>
                      <a:pt x="6299" y="6870"/>
                    </a:lnTo>
                    <a:lnTo>
                      <a:pt x="10871" y="2857"/>
                    </a:lnTo>
                    <a:lnTo>
                      <a:pt x="16598" y="0"/>
                    </a:lnTo>
                    <a:lnTo>
                      <a:pt x="27482" y="0"/>
                    </a:lnTo>
                    <a:lnTo>
                      <a:pt x="27482" y="45859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39" name="object 522">
                <a:extLst>
                  <a:ext uri="{FF2B5EF4-FFF2-40B4-BE49-F238E27FC236}">
                    <a16:creationId xmlns:a16="http://schemas.microsoft.com/office/drawing/2014/main" id="{491776BB-0EC7-47E5-AA7E-0F0E67894EF5}"/>
                  </a:ext>
                </a:extLst>
              </p:cNvPr>
              <p:cNvSpPr/>
              <p:nvPr/>
            </p:nvSpPr>
            <p:spPr>
              <a:xfrm>
                <a:off x="11501780" y="3950893"/>
                <a:ext cx="27940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46354">
                    <a:moveTo>
                      <a:pt x="27482" y="0"/>
                    </a:moveTo>
                    <a:lnTo>
                      <a:pt x="22898" y="0"/>
                    </a:lnTo>
                    <a:lnTo>
                      <a:pt x="16598" y="0"/>
                    </a:lnTo>
                    <a:lnTo>
                      <a:pt x="10871" y="2857"/>
                    </a:lnTo>
                    <a:lnTo>
                      <a:pt x="6299" y="6870"/>
                    </a:lnTo>
                    <a:lnTo>
                      <a:pt x="2285" y="11455"/>
                    </a:lnTo>
                    <a:lnTo>
                      <a:pt x="0" y="17195"/>
                    </a:lnTo>
                    <a:lnTo>
                      <a:pt x="0" y="22923"/>
                    </a:lnTo>
                    <a:lnTo>
                      <a:pt x="0" y="29235"/>
                    </a:lnTo>
                    <a:lnTo>
                      <a:pt x="2285" y="34963"/>
                    </a:lnTo>
                    <a:lnTo>
                      <a:pt x="6299" y="39547"/>
                    </a:lnTo>
                    <a:lnTo>
                      <a:pt x="10871" y="43561"/>
                    </a:lnTo>
                    <a:lnTo>
                      <a:pt x="16598" y="45859"/>
                    </a:lnTo>
                    <a:lnTo>
                      <a:pt x="22898" y="45859"/>
                    </a:lnTo>
                    <a:lnTo>
                      <a:pt x="27482" y="45859"/>
                    </a:lnTo>
                  </a:path>
                </a:pathLst>
              </a:custGeom>
              <a:ln w="7442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40" name="object 523">
                <a:extLst>
                  <a:ext uri="{FF2B5EF4-FFF2-40B4-BE49-F238E27FC236}">
                    <a16:creationId xmlns:a16="http://schemas.microsoft.com/office/drawing/2014/main" id="{26B7C15E-2BEB-4303-90C5-1442EAEDDA82}"/>
                  </a:ext>
                </a:extLst>
              </p:cNvPr>
              <p:cNvSpPr/>
              <p:nvPr/>
            </p:nvSpPr>
            <p:spPr>
              <a:xfrm>
                <a:off x="9393478" y="3743947"/>
                <a:ext cx="2131695" cy="118110"/>
              </a:xfrm>
              <a:custGeom>
                <a:avLst/>
                <a:gdLst/>
                <a:ahLst/>
                <a:cxnLst/>
                <a:rect l="l" t="t" r="r" b="b"/>
                <a:pathLst>
                  <a:path w="2131695" h="118110">
                    <a:moveTo>
                      <a:pt x="0" y="0"/>
                    </a:moveTo>
                    <a:lnTo>
                      <a:pt x="426008" y="57899"/>
                    </a:lnTo>
                    <a:lnTo>
                      <a:pt x="852601" y="67068"/>
                    </a:lnTo>
                    <a:lnTo>
                      <a:pt x="1278610" y="106616"/>
                    </a:lnTo>
                    <a:lnTo>
                      <a:pt x="1704619" y="118084"/>
                    </a:lnTo>
                    <a:lnTo>
                      <a:pt x="2131199" y="94589"/>
                    </a:lnTo>
                  </a:path>
                </a:pathLst>
              </a:custGeom>
              <a:ln w="2291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41" name="object 524">
                <a:extLst>
                  <a:ext uri="{FF2B5EF4-FFF2-40B4-BE49-F238E27FC236}">
                    <a16:creationId xmlns:a16="http://schemas.microsoft.com/office/drawing/2014/main" id="{1B399C36-7C36-4EF3-83B6-6D5D4B045A30}"/>
                  </a:ext>
                </a:extLst>
              </p:cNvPr>
              <p:cNvSpPr/>
              <p:nvPr/>
            </p:nvSpPr>
            <p:spPr>
              <a:xfrm>
                <a:off x="9393478" y="3721011"/>
                <a:ext cx="2349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354">
                    <a:moveTo>
                      <a:pt x="22910" y="45859"/>
                    </a:moveTo>
                    <a:lnTo>
                      <a:pt x="0" y="45859"/>
                    </a:lnTo>
                    <a:lnTo>
                      <a:pt x="0" y="0"/>
                    </a:lnTo>
                    <a:lnTo>
                      <a:pt x="22910" y="0"/>
                    </a:lnTo>
                    <a:lnTo>
                      <a:pt x="22910" y="45859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42" name="object 525">
                <a:extLst>
                  <a:ext uri="{FF2B5EF4-FFF2-40B4-BE49-F238E27FC236}">
                    <a16:creationId xmlns:a16="http://schemas.microsoft.com/office/drawing/2014/main" id="{6AD52B33-6413-441B-AC4E-6B0DC61507D4}"/>
                  </a:ext>
                </a:extLst>
              </p:cNvPr>
              <p:cNvSpPr/>
              <p:nvPr/>
            </p:nvSpPr>
            <p:spPr>
              <a:xfrm>
                <a:off x="9393478" y="3721011"/>
                <a:ext cx="2349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354">
                    <a:moveTo>
                      <a:pt x="0" y="45859"/>
                    </a:moveTo>
                    <a:lnTo>
                      <a:pt x="22910" y="45859"/>
                    </a:lnTo>
                    <a:lnTo>
                      <a:pt x="22910" y="0"/>
                    </a:lnTo>
                    <a:lnTo>
                      <a:pt x="0" y="0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43" name="object 526">
                <a:extLst>
                  <a:ext uri="{FF2B5EF4-FFF2-40B4-BE49-F238E27FC236}">
                    <a16:creationId xmlns:a16="http://schemas.microsoft.com/office/drawing/2014/main" id="{57D666AD-BA89-4848-BC2B-2971001D9B3E}"/>
                  </a:ext>
                </a:extLst>
              </p:cNvPr>
              <p:cNvSpPr/>
              <p:nvPr/>
            </p:nvSpPr>
            <p:spPr>
              <a:xfrm>
                <a:off x="9796589" y="3778910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45808" y="45859"/>
                    </a:moveTo>
                    <a:lnTo>
                      <a:pt x="0" y="45859"/>
                    </a:lnTo>
                    <a:lnTo>
                      <a:pt x="0" y="0"/>
                    </a:lnTo>
                    <a:lnTo>
                      <a:pt x="45808" y="0"/>
                    </a:lnTo>
                    <a:lnTo>
                      <a:pt x="45808" y="45859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44" name="object 527">
                <a:extLst>
                  <a:ext uri="{FF2B5EF4-FFF2-40B4-BE49-F238E27FC236}">
                    <a16:creationId xmlns:a16="http://schemas.microsoft.com/office/drawing/2014/main" id="{8D1D938A-83C3-4B4D-8B64-DF13CE7A789E}"/>
                  </a:ext>
                </a:extLst>
              </p:cNvPr>
              <p:cNvSpPr/>
              <p:nvPr/>
            </p:nvSpPr>
            <p:spPr>
              <a:xfrm>
                <a:off x="9796589" y="3778910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0" y="45859"/>
                    </a:moveTo>
                    <a:lnTo>
                      <a:pt x="45808" y="45859"/>
                    </a:lnTo>
                    <a:lnTo>
                      <a:pt x="45808" y="0"/>
                    </a:lnTo>
                    <a:lnTo>
                      <a:pt x="0" y="0"/>
                    </a:lnTo>
                    <a:lnTo>
                      <a:pt x="0" y="45859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45" name="object 528">
                <a:extLst>
                  <a:ext uri="{FF2B5EF4-FFF2-40B4-BE49-F238E27FC236}">
                    <a16:creationId xmlns:a16="http://schemas.microsoft.com/office/drawing/2014/main" id="{CBBFFF66-261E-4FC8-B23D-3564BEB63B1C}"/>
                  </a:ext>
                </a:extLst>
              </p:cNvPr>
              <p:cNvSpPr/>
              <p:nvPr/>
            </p:nvSpPr>
            <p:spPr>
              <a:xfrm>
                <a:off x="10223169" y="3788079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45808" y="45859"/>
                    </a:moveTo>
                    <a:lnTo>
                      <a:pt x="0" y="45859"/>
                    </a:lnTo>
                    <a:lnTo>
                      <a:pt x="0" y="0"/>
                    </a:lnTo>
                    <a:lnTo>
                      <a:pt x="45808" y="0"/>
                    </a:lnTo>
                    <a:lnTo>
                      <a:pt x="45808" y="45859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46" name="object 529">
                <a:extLst>
                  <a:ext uri="{FF2B5EF4-FFF2-40B4-BE49-F238E27FC236}">
                    <a16:creationId xmlns:a16="http://schemas.microsoft.com/office/drawing/2014/main" id="{65DC84D8-0070-499F-85AE-DF2E51A9A2D0}"/>
                  </a:ext>
                </a:extLst>
              </p:cNvPr>
              <p:cNvSpPr/>
              <p:nvPr/>
            </p:nvSpPr>
            <p:spPr>
              <a:xfrm>
                <a:off x="10223169" y="3788079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0" y="45859"/>
                    </a:moveTo>
                    <a:lnTo>
                      <a:pt x="45808" y="45859"/>
                    </a:lnTo>
                    <a:lnTo>
                      <a:pt x="45808" y="0"/>
                    </a:lnTo>
                    <a:lnTo>
                      <a:pt x="0" y="0"/>
                    </a:lnTo>
                    <a:lnTo>
                      <a:pt x="0" y="45859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47" name="object 530">
                <a:extLst>
                  <a:ext uri="{FF2B5EF4-FFF2-40B4-BE49-F238E27FC236}">
                    <a16:creationId xmlns:a16="http://schemas.microsoft.com/office/drawing/2014/main" id="{AD08C46A-FF52-4352-B98E-7161A15968EE}"/>
                  </a:ext>
                </a:extLst>
              </p:cNvPr>
              <p:cNvSpPr/>
              <p:nvPr/>
            </p:nvSpPr>
            <p:spPr>
              <a:xfrm>
                <a:off x="10649178" y="3827640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45808" y="45859"/>
                    </a:moveTo>
                    <a:lnTo>
                      <a:pt x="0" y="45859"/>
                    </a:lnTo>
                    <a:lnTo>
                      <a:pt x="0" y="0"/>
                    </a:lnTo>
                    <a:lnTo>
                      <a:pt x="45808" y="0"/>
                    </a:lnTo>
                    <a:lnTo>
                      <a:pt x="45808" y="45859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48" name="object 531">
                <a:extLst>
                  <a:ext uri="{FF2B5EF4-FFF2-40B4-BE49-F238E27FC236}">
                    <a16:creationId xmlns:a16="http://schemas.microsoft.com/office/drawing/2014/main" id="{CE981CBE-0574-40AC-8E9A-96602643CE17}"/>
                  </a:ext>
                </a:extLst>
              </p:cNvPr>
              <p:cNvSpPr/>
              <p:nvPr/>
            </p:nvSpPr>
            <p:spPr>
              <a:xfrm>
                <a:off x="10649178" y="3827640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0" y="45859"/>
                    </a:moveTo>
                    <a:lnTo>
                      <a:pt x="45808" y="45859"/>
                    </a:lnTo>
                    <a:lnTo>
                      <a:pt x="45808" y="0"/>
                    </a:lnTo>
                    <a:lnTo>
                      <a:pt x="0" y="0"/>
                    </a:lnTo>
                    <a:lnTo>
                      <a:pt x="0" y="45859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49" name="object 532">
                <a:extLst>
                  <a:ext uri="{FF2B5EF4-FFF2-40B4-BE49-F238E27FC236}">
                    <a16:creationId xmlns:a16="http://schemas.microsoft.com/office/drawing/2014/main" id="{6F130331-D1B6-4F61-B7C5-09F94CBCB12C}"/>
                  </a:ext>
                </a:extLst>
              </p:cNvPr>
              <p:cNvSpPr/>
              <p:nvPr/>
            </p:nvSpPr>
            <p:spPr>
              <a:xfrm>
                <a:off x="11075200" y="3839108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45796" y="45859"/>
                    </a:moveTo>
                    <a:lnTo>
                      <a:pt x="0" y="45859"/>
                    </a:lnTo>
                    <a:lnTo>
                      <a:pt x="0" y="0"/>
                    </a:lnTo>
                    <a:lnTo>
                      <a:pt x="45796" y="0"/>
                    </a:lnTo>
                    <a:lnTo>
                      <a:pt x="45796" y="45859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50" name="object 533">
                <a:extLst>
                  <a:ext uri="{FF2B5EF4-FFF2-40B4-BE49-F238E27FC236}">
                    <a16:creationId xmlns:a16="http://schemas.microsoft.com/office/drawing/2014/main" id="{BAF48ECA-C2E8-403B-9E1F-602BFB1C68E7}"/>
                  </a:ext>
                </a:extLst>
              </p:cNvPr>
              <p:cNvSpPr/>
              <p:nvPr/>
            </p:nvSpPr>
            <p:spPr>
              <a:xfrm>
                <a:off x="11075200" y="3839108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0" y="45859"/>
                    </a:moveTo>
                    <a:lnTo>
                      <a:pt x="45796" y="45859"/>
                    </a:lnTo>
                    <a:lnTo>
                      <a:pt x="45796" y="0"/>
                    </a:lnTo>
                    <a:lnTo>
                      <a:pt x="0" y="0"/>
                    </a:lnTo>
                    <a:lnTo>
                      <a:pt x="0" y="45859"/>
                    </a:lnTo>
                  </a:path>
                </a:pathLst>
              </a:custGeom>
              <a:ln w="7619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51" name="object 534">
                <a:extLst>
                  <a:ext uri="{FF2B5EF4-FFF2-40B4-BE49-F238E27FC236}">
                    <a16:creationId xmlns:a16="http://schemas.microsoft.com/office/drawing/2014/main" id="{300DAF9E-5BC9-4F7E-81DC-78944E69FD2E}"/>
                  </a:ext>
                </a:extLst>
              </p:cNvPr>
              <p:cNvSpPr/>
              <p:nvPr/>
            </p:nvSpPr>
            <p:spPr>
              <a:xfrm>
                <a:off x="11501780" y="3815600"/>
                <a:ext cx="27940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46354">
                    <a:moveTo>
                      <a:pt x="27482" y="45859"/>
                    </a:moveTo>
                    <a:lnTo>
                      <a:pt x="0" y="45859"/>
                    </a:lnTo>
                    <a:lnTo>
                      <a:pt x="0" y="0"/>
                    </a:lnTo>
                    <a:lnTo>
                      <a:pt x="27482" y="0"/>
                    </a:lnTo>
                    <a:lnTo>
                      <a:pt x="27482" y="45859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52" name="object 535">
                <a:extLst>
                  <a:ext uri="{FF2B5EF4-FFF2-40B4-BE49-F238E27FC236}">
                    <a16:creationId xmlns:a16="http://schemas.microsoft.com/office/drawing/2014/main" id="{1D636FF9-9832-4172-90A5-9533E24C9B8E}"/>
                  </a:ext>
                </a:extLst>
              </p:cNvPr>
              <p:cNvSpPr/>
              <p:nvPr/>
            </p:nvSpPr>
            <p:spPr>
              <a:xfrm>
                <a:off x="11501780" y="3815600"/>
                <a:ext cx="27940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46354">
                    <a:moveTo>
                      <a:pt x="27482" y="0"/>
                    </a:moveTo>
                    <a:lnTo>
                      <a:pt x="0" y="0"/>
                    </a:lnTo>
                    <a:lnTo>
                      <a:pt x="0" y="45859"/>
                    </a:lnTo>
                    <a:lnTo>
                      <a:pt x="27482" y="45859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53" name="object 536">
                <a:extLst>
                  <a:ext uri="{FF2B5EF4-FFF2-40B4-BE49-F238E27FC236}">
                    <a16:creationId xmlns:a16="http://schemas.microsoft.com/office/drawing/2014/main" id="{8E70CC78-BCD8-4B76-AB04-771FF8687887}"/>
                  </a:ext>
                </a:extLst>
              </p:cNvPr>
              <p:cNvSpPr/>
              <p:nvPr/>
            </p:nvSpPr>
            <p:spPr>
              <a:xfrm>
                <a:off x="9393478" y="3344964"/>
                <a:ext cx="2131695" cy="410845"/>
              </a:xfrm>
              <a:custGeom>
                <a:avLst/>
                <a:gdLst/>
                <a:ahLst/>
                <a:cxnLst/>
                <a:rect l="l" t="t" r="r" b="b"/>
                <a:pathLst>
                  <a:path w="2131695" h="410845">
                    <a:moveTo>
                      <a:pt x="0" y="0"/>
                    </a:moveTo>
                    <a:lnTo>
                      <a:pt x="426008" y="161086"/>
                    </a:lnTo>
                    <a:lnTo>
                      <a:pt x="852601" y="249364"/>
                    </a:lnTo>
                    <a:lnTo>
                      <a:pt x="1278610" y="312991"/>
                    </a:lnTo>
                    <a:lnTo>
                      <a:pt x="1704619" y="363435"/>
                    </a:lnTo>
                    <a:lnTo>
                      <a:pt x="2131199" y="410451"/>
                    </a:lnTo>
                  </a:path>
                </a:pathLst>
              </a:custGeom>
              <a:ln w="22910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54" name="object 537">
                <a:extLst>
                  <a:ext uri="{FF2B5EF4-FFF2-40B4-BE49-F238E27FC236}">
                    <a16:creationId xmlns:a16="http://schemas.microsoft.com/office/drawing/2014/main" id="{600DF14D-7925-423F-8B53-0E97270E38D0}"/>
                  </a:ext>
                </a:extLst>
              </p:cNvPr>
              <p:cNvSpPr/>
              <p:nvPr/>
            </p:nvSpPr>
            <p:spPr>
              <a:xfrm>
                <a:off x="9393478" y="3312286"/>
                <a:ext cx="32384" cy="65405"/>
              </a:xfrm>
              <a:custGeom>
                <a:avLst/>
                <a:gdLst/>
                <a:ahLst/>
                <a:cxnLst/>
                <a:rect l="l" t="t" r="r" b="b"/>
                <a:pathLst>
                  <a:path w="32384" h="65404">
                    <a:moveTo>
                      <a:pt x="0" y="65354"/>
                    </a:moveTo>
                    <a:lnTo>
                      <a:pt x="0" y="0"/>
                    </a:lnTo>
                    <a:lnTo>
                      <a:pt x="32067" y="32677"/>
                    </a:lnTo>
                    <a:lnTo>
                      <a:pt x="0" y="65354"/>
                    </a:lnTo>
                    <a:close/>
                  </a:path>
                </a:pathLst>
              </a:custGeom>
              <a:solidFill>
                <a:srgbClr val="79C14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55" name="object 538">
                <a:extLst>
                  <a:ext uri="{FF2B5EF4-FFF2-40B4-BE49-F238E27FC236}">
                    <a16:creationId xmlns:a16="http://schemas.microsoft.com/office/drawing/2014/main" id="{68DA1FB3-786A-4A6B-979F-F06795A6EA9B}"/>
                  </a:ext>
                </a:extLst>
              </p:cNvPr>
              <p:cNvSpPr/>
              <p:nvPr/>
            </p:nvSpPr>
            <p:spPr>
              <a:xfrm>
                <a:off x="9393478" y="3312286"/>
                <a:ext cx="32384" cy="65405"/>
              </a:xfrm>
              <a:custGeom>
                <a:avLst/>
                <a:gdLst/>
                <a:ahLst/>
                <a:cxnLst/>
                <a:rect l="l" t="t" r="r" b="b"/>
                <a:pathLst>
                  <a:path w="32384" h="65404">
                    <a:moveTo>
                      <a:pt x="0" y="65354"/>
                    </a:moveTo>
                    <a:lnTo>
                      <a:pt x="32067" y="32677"/>
                    </a:lnTo>
                    <a:lnTo>
                      <a:pt x="0" y="0"/>
                    </a:lnTo>
                  </a:path>
                </a:pathLst>
              </a:custGeom>
              <a:ln w="7442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pic>
            <p:nvPicPr>
              <p:cNvPr id="356" name="object 539">
                <a:extLst>
                  <a:ext uri="{FF2B5EF4-FFF2-40B4-BE49-F238E27FC236}">
                    <a16:creationId xmlns:a16="http://schemas.microsoft.com/office/drawing/2014/main" id="{8B19093B-4AA9-447E-9B5C-33E9C5F2F0EF}"/>
                  </a:ext>
                </a:extLst>
              </p:cNvPr>
              <p:cNvPicPr/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9783711" y="3470224"/>
                <a:ext cx="72136" cy="72212"/>
              </a:xfrm>
              <a:prstGeom prst="rect">
                <a:avLst/>
              </a:prstGeom>
            </p:spPr>
          </p:pic>
          <p:pic>
            <p:nvPicPr>
              <p:cNvPr id="357" name="object 540">
                <a:extLst>
                  <a:ext uri="{FF2B5EF4-FFF2-40B4-BE49-F238E27FC236}">
                    <a16:creationId xmlns:a16="http://schemas.microsoft.com/office/drawing/2014/main" id="{DEABB50B-D0BC-4A6E-AEC8-759E53589578}"/>
                  </a:ext>
                </a:extLst>
              </p:cNvPr>
              <p:cNvPicPr/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10209720" y="3557930"/>
                <a:ext cx="72148" cy="72224"/>
              </a:xfrm>
              <a:prstGeom prst="rect">
                <a:avLst/>
              </a:prstGeom>
            </p:spPr>
          </p:pic>
          <p:pic>
            <p:nvPicPr>
              <p:cNvPr id="358" name="object 541">
                <a:extLst>
                  <a:ext uri="{FF2B5EF4-FFF2-40B4-BE49-F238E27FC236}">
                    <a16:creationId xmlns:a16="http://schemas.microsoft.com/office/drawing/2014/main" id="{2A561FDF-0664-438B-8D63-ECFB492DEB86}"/>
                  </a:ext>
                </a:extLst>
              </p:cNvPr>
              <p:cNvPicPr/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10635729" y="3621557"/>
                <a:ext cx="72148" cy="72224"/>
              </a:xfrm>
              <a:prstGeom prst="rect">
                <a:avLst/>
              </a:prstGeom>
            </p:spPr>
          </p:pic>
          <p:pic>
            <p:nvPicPr>
              <p:cNvPr id="359" name="object 542">
                <a:extLst>
                  <a:ext uri="{FF2B5EF4-FFF2-40B4-BE49-F238E27FC236}">
                    <a16:creationId xmlns:a16="http://schemas.microsoft.com/office/drawing/2014/main" id="{DF4ECA56-8386-4155-9540-3C2ABF17E11A}"/>
                  </a:ext>
                </a:extLst>
              </p:cNvPr>
              <p:cNvPicPr/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11062309" y="3672585"/>
                <a:ext cx="72148" cy="72212"/>
              </a:xfrm>
              <a:prstGeom prst="rect">
                <a:avLst/>
              </a:prstGeom>
            </p:spPr>
          </p:pic>
          <p:sp>
            <p:nvSpPr>
              <p:cNvPr id="360" name="object 543">
                <a:extLst>
                  <a:ext uri="{FF2B5EF4-FFF2-40B4-BE49-F238E27FC236}">
                    <a16:creationId xmlns:a16="http://schemas.microsoft.com/office/drawing/2014/main" id="{AB14AE27-E6E9-4DC0-A1F6-674A4F363A25}"/>
                  </a:ext>
                </a:extLst>
              </p:cNvPr>
              <p:cNvSpPr/>
              <p:nvPr/>
            </p:nvSpPr>
            <p:spPr>
              <a:xfrm>
                <a:off x="11492039" y="3723309"/>
                <a:ext cx="37465" cy="64769"/>
              </a:xfrm>
              <a:custGeom>
                <a:avLst/>
                <a:gdLst/>
                <a:ahLst/>
                <a:cxnLst/>
                <a:rect l="l" t="t" r="r" b="b"/>
                <a:pathLst>
                  <a:path w="37465" h="64770">
                    <a:moveTo>
                      <a:pt x="32639" y="64770"/>
                    </a:moveTo>
                    <a:lnTo>
                      <a:pt x="0" y="32105"/>
                    </a:lnTo>
                    <a:lnTo>
                      <a:pt x="32639" y="0"/>
                    </a:lnTo>
                    <a:lnTo>
                      <a:pt x="37223" y="4590"/>
                    </a:lnTo>
                    <a:lnTo>
                      <a:pt x="37223" y="60099"/>
                    </a:lnTo>
                    <a:lnTo>
                      <a:pt x="32639" y="64770"/>
                    </a:lnTo>
                    <a:close/>
                  </a:path>
                </a:pathLst>
              </a:custGeom>
              <a:solidFill>
                <a:srgbClr val="79C14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61" name="object 544">
                <a:extLst>
                  <a:ext uri="{FF2B5EF4-FFF2-40B4-BE49-F238E27FC236}">
                    <a16:creationId xmlns:a16="http://schemas.microsoft.com/office/drawing/2014/main" id="{7390F265-E07A-497A-A410-7906EDCF37C0}"/>
                  </a:ext>
                </a:extLst>
              </p:cNvPr>
              <p:cNvSpPr/>
              <p:nvPr/>
            </p:nvSpPr>
            <p:spPr>
              <a:xfrm>
                <a:off x="11492039" y="3723309"/>
                <a:ext cx="37465" cy="64769"/>
              </a:xfrm>
              <a:custGeom>
                <a:avLst/>
                <a:gdLst/>
                <a:ahLst/>
                <a:cxnLst/>
                <a:rect l="l" t="t" r="r" b="b"/>
                <a:pathLst>
                  <a:path w="37465" h="64770">
                    <a:moveTo>
                      <a:pt x="37223" y="4590"/>
                    </a:moveTo>
                    <a:lnTo>
                      <a:pt x="32639" y="0"/>
                    </a:lnTo>
                    <a:lnTo>
                      <a:pt x="0" y="32105"/>
                    </a:lnTo>
                    <a:lnTo>
                      <a:pt x="32639" y="64770"/>
                    </a:lnTo>
                    <a:lnTo>
                      <a:pt x="37223" y="60099"/>
                    </a:lnTo>
                  </a:path>
                </a:pathLst>
              </a:custGeom>
              <a:ln w="7442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62" name="object 545">
                <a:extLst>
                  <a:ext uri="{FF2B5EF4-FFF2-40B4-BE49-F238E27FC236}">
                    <a16:creationId xmlns:a16="http://schemas.microsoft.com/office/drawing/2014/main" id="{90B6F598-D616-44B4-8300-9A57381D1361}"/>
                  </a:ext>
                </a:extLst>
              </p:cNvPr>
              <p:cNvSpPr/>
              <p:nvPr/>
            </p:nvSpPr>
            <p:spPr>
              <a:xfrm>
                <a:off x="9393478" y="3060052"/>
                <a:ext cx="2131695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2131695" h="353695">
                    <a:moveTo>
                      <a:pt x="0" y="0"/>
                    </a:moveTo>
                    <a:lnTo>
                      <a:pt x="426008" y="135293"/>
                    </a:lnTo>
                    <a:lnTo>
                      <a:pt x="852601" y="198348"/>
                    </a:lnTo>
                    <a:lnTo>
                      <a:pt x="1278610" y="260832"/>
                    </a:lnTo>
                    <a:lnTo>
                      <a:pt x="1704619" y="308990"/>
                    </a:lnTo>
                    <a:lnTo>
                      <a:pt x="2131199" y="353123"/>
                    </a:lnTo>
                  </a:path>
                </a:pathLst>
              </a:custGeom>
              <a:ln w="22910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63" name="object 546">
                <a:extLst>
                  <a:ext uri="{FF2B5EF4-FFF2-40B4-BE49-F238E27FC236}">
                    <a16:creationId xmlns:a16="http://schemas.microsoft.com/office/drawing/2014/main" id="{42FE8CAA-C9E6-401C-B5C7-0DA03C63E8CA}"/>
                  </a:ext>
                </a:extLst>
              </p:cNvPr>
              <p:cNvSpPr/>
              <p:nvPr/>
            </p:nvSpPr>
            <p:spPr>
              <a:xfrm>
                <a:off x="9393478" y="3037128"/>
                <a:ext cx="2349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355">
                    <a:moveTo>
                      <a:pt x="0" y="45859"/>
                    </a:moveTo>
                    <a:lnTo>
                      <a:pt x="0" y="0"/>
                    </a:lnTo>
                    <a:lnTo>
                      <a:pt x="22910" y="0"/>
                    </a:lnTo>
                    <a:lnTo>
                      <a:pt x="0" y="45859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64" name="object 547">
                <a:extLst>
                  <a:ext uri="{FF2B5EF4-FFF2-40B4-BE49-F238E27FC236}">
                    <a16:creationId xmlns:a16="http://schemas.microsoft.com/office/drawing/2014/main" id="{5FF5D398-8B7E-48C0-B1C5-202729EC8E73}"/>
                  </a:ext>
                </a:extLst>
              </p:cNvPr>
              <p:cNvSpPr/>
              <p:nvPr/>
            </p:nvSpPr>
            <p:spPr>
              <a:xfrm>
                <a:off x="9393478" y="3037128"/>
                <a:ext cx="2349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3495" h="46355">
                    <a:moveTo>
                      <a:pt x="0" y="45859"/>
                    </a:moveTo>
                    <a:lnTo>
                      <a:pt x="22910" y="0"/>
                    </a:lnTo>
                    <a:lnTo>
                      <a:pt x="0" y="0"/>
                    </a:lnTo>
                  </a:path>
                </a:pathLst>
              </a:custGeom>
              <a:ln w="7442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65" name="object 548">
                <a:extLst>
                  <a:ext uri="{FF2B5EF4-FFF2-40B4-BE49-F238E27FC236}">
                    <a16:creationId xmlns:a16="http://schemas.microsoft.com/office/drawing/2014/main" id="{B89FB155-3152-4F7A-96B7-E264619FA074}"/>
                  </a:ext>
                </a:extLst>
              </p:cNvPr>
              <p:cNvSpPr/>
              <p:nvPr/>
            </p:nvSpPr>
            <p:spPr>
              <a:xfrm>
                <a:off x="9796589" y="3172409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5">
                    <a:moveTo>
                      <a:pt x="22898" y="45859"/>
                    </a:moveTo>
                    <a:lnTo>
                      <a:pt x="0" y="0"/>
                    </a:lnTo>
                    <a:lnTo>
                      <a:pt x="45808" y="0"/>
                    </a:lnTo>
                    <a:lnTo>
                      <a:pt x="22898" y="45859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66" name="object 549">
                <a:extLst>
                  <a:ext uri="{FF2B5EF4-FFF2-40B4-BE49-F238E27FC236}">
                    <a16:creationId xmlns:a16="http://schemas.microsoft.com/office/drawing/2014/main" id="{8351D262-F28A-49F1-BD85-26A4EDBB8BF7}"/>
                  </a:ext>
                </a:extLst>
              </p:cNvPr>
              <p:cNvSpPr/>
              <p:nvPr/>
            </p:nvSpPr>
            <p:spPr>
              <a:xfrm>
                <a:off x="9796589" y="3172409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5">
                    <a:moveTo>
                      <a:pt x="22898" y="45859"/>
                    </a:moveTo>
                    <a:lnTo>
                      <a:pt x="45808" y="0"/>
                    </a:lnTo>
                    <a:lnTo>
                      <a:pt x="0" y="0"/>
                    </a:lnTo>
                    <a:lnTo>
                      <a:pt x="22898" y="45859"/>
                    </a:lnTo>
                  </a:path>
                </a:pathLst>
              </a:custGeom>
              <a:ln w="7442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67" name="object 550">
                <a:extLst>
                  <a:ext uri="{FF2B5EF4-FFF2-40B4-BE49-F238E27FC236}">
                    <a16:creationId xmlns:a16="http://schemas.microsoft.com/office/drawing/2014/main" id="{8110C7DB-B54B-4847-B70C-59746CBBE643}"/>
                  </a:ext>
                </a:extLst>
              </p:cNvPr>
              <p:cNvSpPr/>
              <p:nvPr/>
            </p:nvSpPr>
            <p:spPr>
              <a:xfrm>
                <a:off x="10223169" y="3235477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910" y="45859"/>
                    </a:moveTo>
                    <a:lnTo>
                      <a:pt x="0" y="0"/>
                    </a:lnTo>
                    <a:lnTo>
                      <a:pt x="45808" y="0"/>
                    </a:lnTo>
                    <a:lnTo>
                      <a:pt x="22910" y="45859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68" name="object 551">
                <a:extLst>
                  <a:ext uri="{FF2B5EF4-FFF2-40B4-BE49-F238E27FC236}">
                    <a16:creationId xmlns:a16="http://schemas.microsoft.com/office/drawing/2014/main" id="{A63E21FD-E1DF-4E3D-A314-223FC3350E99}"/>
                  </a:ext>
                </a:extLst>
              </p:cNvPr>
              <p:cNvSpPr/>
              <p:nvPr/>
            </p:nvSpPr>
            <p:spPr>
              <a:xfrm>
                <a:off x="10223169" y="3235477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910" y="45859"/>
                    </a:moveTo>
                    <a:lnTo>
                      <a:pt x="45808" y="0"/>
                    </a:lnTo>
                    <a:lnTo>
                      <a:pt x="0" y="0"/>
                    </a:lnTo>
                    <a:lnTo>
                      <a:pt x="22910" y="45859"/>
                    </a:lnTo>
                  </a:path>
                </a:pathLst>
              </a:custGeom>
              <a:ln w="7442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69" name="object 552">
                <a:extLst>
                  <a:ext uri="{FF2B5EF4-FFF2-40B4-BE49-F238E27FC236}">
                    <a16:creationId xmlns:a16="http://schemas.microsoft.com/office/drawing/2014/main" id="{4B0D25EE-D666-474B-BE27-C49EE5C82683}"/>
                  </a:ext>
                </a:extLst>
              </p:cNvPr>
              <p:cNvSpPr/>
              <p:nvPr/>
            </p:nvSpPr>
            <p:spPr>
              <a:xfrm>
                <a:off x="10649178" y="3297961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910" y="45859"/>
                    </a:moveTo>
                    <a:lnTo>
                      <a:pt x="0" y="0"/>
                    </a:lnTo>
                    <a:lnTo>
                      <a:pt x="45808" y="0"/>
                    </a:lnTo>
                    <a:lnTo>
                      <a:pt x="22910" y="45859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70" name="object 553">
                <a:extLst>
                  <a:ext uri="{FF2B5EF4-FFF2-40B4-BE49-F238E27FC236}">
                    <a16:creationId xmlns:a16="http://schemas.microsoft.com/office/drawing/2014/main" id="{13548E76-D4A9-44FF-A799-ED167C790E77}"/>
                  </a:ext>
                </a:extLst>
              </p:cNvPr>
              <p:cNvSpPr/>
              <p:nvPr/>
            </p:nvSpPr>
            <p:spPr>
              <a:xfrm>
                <a:off x="10649178" y="3297961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910" y="45859"/>
                    </a:moveTo>
                    <a:lnTo>
                      <a:pt x="45808" y="0"/>
                    </a:lnTo>
                    <a:lnTo>
                      <a:pt x="0" y="0"/>
                    </a:lnTo>
                    <a:lnTo>
                      <a:pt x="22910" y="45859"/>
                    </a:lnTo>
                  </a:path>
                </a:pathLst>
              </a:custGeom>
              <a:ln w="7442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71" name="object 554">
                <a:extLst>
                  <a:ext uri="{FF2B5EF4-FFF2-40B4-BE49-F238E27FC236}">
                    <a16:creationId xmlns:a16="http://schemas.microsoft.com/office/drawing/2014/main" id="{21D0F65B-0AF6-4386-9DA3-28AA56CC1D85}"/>
                  </a:ext>
                </a:extLst>
              </p:cNvPr>
              <p:cNvSpPr/>
              <p:nvPr/>
            </p:nvSpPr>
            <p:spPr>
              <a:xfrm>
                <a:off x="11075200" y="3346107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898" y="45859"/>
                    </a:moveTo>
                    <a:lnTo>
                      <a:pt x="0" y="0"/>
                    </a:lnTo>
                    <a:lnTo>
                      <a:pt x="45796" y="0"/>
                    </a:lnTo>
                    <a:lnTo>
                      <a:pt x="22898" y="45859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72" name="object 555">
                <a:extLst>
                  <a:ext uri="{FF2B5EF4-FFF2-40B4-BE49-F238E27FC236}">
                    <a16:creationId xmlns:a16="http://schemas.microsoft.com/office/drawing/2014/main" id="{045810FD-AB48-40F4-8098-F149775AC292}"/>
                  </a:ext>
                </a:extLst>
              </p:cNvPr>
              <p:cNvSpPr/>
              <p:nvPr/>
            </p:nvSpPr>
            <p:spPr>
              <a:xfrm>
                <a:off x="11075200" y="3346107"/>
                <a:ext cx="46355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46354" h="46354">
                    <a:moveTo>
                      <a:pt x="22898" y="45859"/>
                    </a:moveTo>
                    <a:lnTo>
                      <a:pt x="45796" y="0"/>
                    </a:lnTo>
                    <a:lnTo>
                      <a:pt x="0" y="0"/>
                    </a:lnTo>
                    <a:lnTo>
                      <a:pt x="22898" y="45859"/>
                    </a:lnTo>
                  </a:path>
                </a:pathLst>
              </a:custGeom>
              <a:ln w="7442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73" name="object 556">
                <a:extLst>
                  <a:ext uri="{FF2B5EF4-FFF2-40B4-BE49-F238E27FC236}">
                    <a16:creationId xmlns:a16="http://schemas.microsoft.com/office/drawing/2014/main" id="{83CA8743-DB75-4C71-8395-2F82CCDD1AD8}"/>
                  </a:ext>
                </a:extLst>
              </p:cNvPr>
              <p:cNvSpPr/>
              <p:nvPr/>
            </p:nvSpPr>
            <p:spPr>
              <a:xfrm>
                <a:off x="11501780" y="3390252"/>
                <a:ext cx="27940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46354">
                    <a:moveTo>
                      <a:pt x="22898" y="45859"/>
                    </a:moveTo>
                    <a:lnTo>
                      <a:pt x="0" y="0"/>
                    </a:lnTo>
                    <a:lnTo>
                      <a:pt x="27482" y="0"/>
                    </a:lnTo>
                    <a:lnTo>
                      <a:pt x="27482" y="36682"/>
                    </a:lnTo>
                    <a:lnTo>
                      <a:pt x="22898" y="45859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74" name="object 557">
                <a:extLst>
                  <a:ext uri="{FF2B5EF4-FFF2-40B4-BE49-F238E27FC236}">
                    <a16:creationId xmlns:a16="http://schemas.microsoft.com/office/drawing/2014/main" id="{725849EF-FA7F-48E6-9A08-4FB9F3414440}"/>
                  </a:ext>
                </a:extLst>
              </p:cNvPr>
              <p:cNvSpPr/>
              <p:nvPr/>
            </p:nvSpPr>
            <p:spPr>
              <a:xfrm>
                <a:off x="11501780" y="3390252"/>
                <a:ext cx="27940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46354">
                    <a:moveTo>
                      <a:pt x="27482" y="0"/>
                    </a:moveTo>
                    <a:lnTo>
                      <a:pt x="0" y="0"/>
                    </a:lnTo>
                    <a:lnTo>
                      <a:pt x="22898" y="45859"/>
                    </a:lnTo>
                    <a:lnTo>
                      <a:pt x="27482" y="36682"/>
                    </a:lnTo>
                  </a:path>
                </a:pathLst>
              </a:custGeom>
              <a:ln w="7442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75" name="object 558">
                <a:extLst>
                  <a:ext uri="{FF2B5EF4-FFF2-40B4-BE49-F238E27FC236}">
                    <a16:creationId xmlns:a16="http://schemas.microsoft.com/office/drawing/2014/main" id="{EBCE6A51-6DBE-4D07-8C06-8FC734DC1302}"/>
                  </a:ext>
                </a:extLst>
              </p:cNvPr>
              <p:cNvSpPr/>
              <p:nvPr/>
            </p:nvSpPr>
            <p:spPr>
              <a:xfrm>
                <a:off x="9393478" y="2807830"/>
                <a:ext cx="2131695" cy="1370965"/>
              </a:xfrm>
              <a:custGeom>
                <a:avLst/>
                <a:gdLst/>
                <a:ahLst/>
                <a:cxnLst/>
                <a:rect l="l" t="t" r="r" b="b"/>
                <a:pathLst>
                  <a:path w="2131695" h="1370964">
                    <a:moveTo>
                      <a:pt x="0" y="1370634"/>
                    </a:moveTo>
                    <a:lnTo>
                      <a:pt x="0" y="0"/>
                    </a:lnTo>
                  </a:path>
                  <a:path w="2131695" h="1370964">
                    <a:moveTo>
                      <a:pt x="2131199" y="1370634"/>
                    </a:moveTo>
                    <a:lnTo>
                      <a:pt x="2131199" y="0"/>
                    </a:lnTo>
                  </a:path>
                  <a:path w="2131695" h="1370964">
                    <a:moveTo>
                      <a:pt x="0" y="1370634"/>
                    </a:moveTo>
                    <a:lnTo>
                      <a:pt x="2131199" y="1370634"/>
                    </a:lnTo>
                  </a:path>
                  <a:path w="2131695" h="1370964">
                    <a:moveTo>
                      <a:pt x="0" y="0"/>
                    </a:moveTo>
                    <a:lnTo>
                      <a:pt x="2131199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</p:grpSp>
        <p:grpSp>
          <p:nvGrpSpPr>
            <p:cNvPr id="376" name="object 585">
              <a:extLst>
                <a:ext uri="{FF2B5EF4-FFF2-40B4-BE49-F238E27FC236}">
                  <a16:creationId xmlns:a16="http://schemas.microsoft.com/office/drawing/2014/main" id="{42C2CD13-7267-4053-8941-3016693DF8AE}"/>
                </a:ext>
              </a:extLst>
            </p:cNvPr>
            <p:cNvGrpSpPr/>
            <p:nvPr/>
          </p:nvGrpSpPr>
          <p:grpSpPr>
            <a:xfrm>
              <a:off x="8964041" y="2623235"/>
              <a:ext cx="163195" cy="323850"/>
              <a:chOff x="8964041" y="2623235"/>
              <a:chExt cx="163195" cy="323850"/>
            </a:xfrm>
          </p:grpSpPr>
        </p:grpSp>
        <p:grpSp>
          <p:nvGrpSpPr>
            <p:cNvPr id="377" name="object 582">
              <a:extLst>
                <a:ext uri="{FF2B5EF4-FFF2-40B4-BE49-F238E27FC236}">
                  <a16:creationId xmlns:a16="http://schemas.microsoft.com/office/drawing/2014/main" id="{F60250F2-38DC-43A1-83B9-A0D1C95A3B7E}"/>
                </a:ext>
              </a:extLst>
            </p:cNvPr>
            <p:cNvGrpSpPr/>
            <p:nvPr/>
          </p:nvGrpSpPr>
          <p:grpSpPr>
            <a:xfrm>
              <a:off x="8969768" y="3040570"/>
              <a:ext cx="135890" cy="307340"/>
              <a:chOff x="8969768" y="3040570"/>
              <a:chExt cx="135890" cy="307340"/>
            </a:xfrm>
          </p:grpSpPr>
        </p:grpSp>
        <p:grpSp>
          <p:nvGrpSpPr>
            <p:cNvPr id="378" name="object 577">
              <a:extLst>
                <a:ext uri="{FF2B5EF4-FFF2-40B4-BE49-F238E27FC236}">
                  <a16:creationId xmlns:a16="http://schemas.microsoft.com/office/drawing/2014/main" id="{FE536B30-9834-4329-9982-E46A283D4CFA}"/>
                </a:ext>
              </a:extLst>
            </p:cNvPr>
            <p:cNvGrpSpPr/>
            <p:nvPr/>
          </p:nvGrpSpPr>
          <p:grpSpPr>
            <a:xfrm>
              <a:off x="8964041" y="3443566"/>
              <a:ext cx="141605" cy="477520"/>
              <a:chOff x="8964041" y="3443566"/>
              <a:chExt cx="141605" cy="477520"/>
            </a:xfrm>
          </p:grpSpPr>
        </p:grpSp>
        <p:grpSp>
          <p:nvGrpSpPr>
            <p:cNvPr id="379" name="object 465">
              <a:extLst>
                <a:ext uri="{FF2B5EF4-FFF2-40B4-BE49-F238E27FC236}">
                  <a16:creationId xmlns:a16="http://schemas.microsoft.com/office/drawing/2014/main" id="{0E3096E7-5621-4235-ABE5-BBD2D225F369}"/>
                </a:ext>
              </a:extLst>
            </p:cNvPr>
            <p:cNvGrpSpPr/>
            <p:nvPr/>
          </p:nvGrpSpPr>
          <p:grpSpPr>
            <a:xfrm>
              <a:off x="6985152" y="4351591"/>
              <a:ext cx="624840" cy="141605"/>
              <a:chOff x="6985152" y="4351591"/>
              <a:chExt cx="624840" cy="141605"/>
            </a:xfrm>
          </p:grpSpPr>
        </p:grpSp>
        <p:grpSp>
          <p:nvGrpSpPr>
            <p:cNvPr id="380" name="object 559">
              <a:extLst>
                <a:ext uri="{FF2B5EF4-FFF2-40B4-BE49-F238E27FC236}">
                  <a16:creationId xmlns:a16="http://schemas.microsoft.com/office/drawing/2014/main" id="{9CF27FD1-3616-4137-A966-1073D12E9C0F}"/>
                </a:ext>
              </a:extLst>
            </p:cNvPr>
            <p:cNvGrpSpPr/>
            <p:nvPr/>
          </p:nvGrpSpPr>
          <p:grpSpPr>
            <a:xfrm>
              <a:off x="9438716" y="4356747"/>
              <a:ext cx="722630" cy="172085"/>
              <a:chOff x="9438716" y="4356747"/>
              <a:chExt cx="722630" cy="172085"/>
            </a:xfrm>
          </p:grpSpPr>
        </p:grpSp>
        <p:grpSp>
          <p:nvGrpSpPr>
            <p:cNvPr id="381" name="object 565">
              <a:extLst>
                <a:ext uri="{FF2B5EF4-FFF2-40B4-BE49-F238E27FC236}">
                  <a16:creationId xmlns:a16="http://schemas.microsoft.com/office/drawing/2014/main" id="{8A1D8953-BF44-4902-B83C-22CE742CFA75}"/>
                </a:ext>
              </a:extLst>
            </p:cNvPr>
            <p:cNvGrpSpPr/>
            <p:nvPr/>
          </p:nvGrpSpPr>
          <p:grpSpPr>
            <a:xfrm>
              <a:off x="10242067" y="4351591"/>
              <a:ext cx="450850" cy="141605"/>
              <a:chOff x="10242067" y="4351591"/>
              <a:chExt cx="450850" cy="141605"/>
            </a:xfrm>
          </p:grpSpPr>
        </p:grpSp>
        <p:grpSp>
          <p:nvGrpSpPr>
            <p:cNvPr id="382" name="object 570">
              <a:extLst>
                <a:ext uri="{FF2B5EF4-FFF2-40B4-BE49-F238E27FC236}">
                  <a16:creationId xmlns:a16="http://schemas.microsoft.com/office/drawing/2014/main" id="{D2D961FC-DA3D-47DD-B0FD-3C12EC0DDE3A}"/>
                </a:ext>
              </a:extLst>
            </p:cNvPr>
            <p:cNvGrpSpPr/>
            <p:nvPr/>
          </p:nvGrpSpPr>
          <p:grpSpPr>
            <a:xfrm>
              <a:off x="10778591" y="4351591"/>
              <a:ext cx="718820" cy="141605"/>
              <a:chOff x="10778591" y="4351591"/>
              <a:chExt cx="718820" cy="141605"/>
            </a:xfrm>
          </p:grpSpPr>
        </p:grpSp>
        <p:sp>
          <p:nvSpPr>
            <p:cNvPr id="383" name="Label 654">
              <a:extLst>
                <a:ext uri="{FF2B5EF4-FFF2-40B4-BE49-F238E27FC236}">
                  <a16:creationId xmlns:a16="http://schemas.microsoft.com/office/drawing/2014/main" id="{1BC39C44-9049-4968-825B-9C6D3E8C8FCB}"/>
                </a:ext>
              </a:extLst>
            </p:cNvPr>
            <p:cNvSpPr txBox="1"/>
            <p:nvPr/>
          </p:nvSpPr>
          <p:spPr>
            <a:xfrm>
              <a:off x="1463040" y="1974799"/>
              <a:ext cx="1322222" cy="24384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600" dirty="0">
                  <a:solidFill>
                    <a:srgbClr val="000000"/>
                  </a:solidFill>
                  <a:latin typeface="Arial"/>
                  <a:cs typeface="Arial"/>
                </a:rPr>
                <a:t>FineMem</a:t>
              </a:r>
            </a:p>
          </p:txBody>
        </p:sp>
        <p:sp>
          <p:nvSpPr>
            <p:cNvPr id="384" name="Label 655">
              <a:extLst>
                <a:ext uri="{FF2B5EF4-FFF2-40B4-BE49-F238E27FC236}">
                  <a16:creationId xmlns:a16="http://schemas.microsoft.com/office/drawing/2014/main" id="{C485F5C7-D5A6-4CF6-8265-F2DFFF93752A}"/>
                </a:ext>
              </a:extLst>
            </p:cNvPr>
            <p:cNvSpPr txBox="1"/>
            <p:nvPr/>
          </p:nvSpPr>
          <p:spPr>
            <a:xfrm>
              <a:off x="4274820" y="1972564"/>
              <a:ext cx="2022469" cy="24384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600" dirty="0">
                  <a:solidFill>
                    <a:srgbClr val="000000"/>
                  </a:solidFill>
                  <a:latin typeface="Arial"/>
                  <a:cs typeface="Arial"/>
                </a:rPr>
                <a:t>Premmap-RPC</a:t>
              </a:r>
            </a:p>
          </p:txBody>
        </p:sp>
        <p:sp>
          <p:nvSpPr>
            <p:cNvPr id="385" name="Label 656">
              <a:extLst>
                <a:ext uri="{FF2B5EF4-FFF2-40B4-BE49-F238E27FC236}">
                  <a16:creationId xmlns:a16="http://schemas.microsoft.com/office/drawing/2014/main" id="{ABB4B330-FDBC-440A-BBF8-AD4A7D8A79D4}"/>
                </a:ext>
              </a:extLst>
            </p:cNvPr>
            <p:cNvSpPr txBox="1"/>
            <p:nvPr/>
          </p:nvSpPr>
          <p:spPr>
            <a:xfrm>
              <a:off x="1463040" y="2245055"/>
              <a:ext cx="2827690" cy="24384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600" dirty="0">
                  <a:solidFill>
                    <a:srgbClr val="000000"/>
                  </a:solidFill>
                  <a:latin typeface="Arial"/>
                  <a:cs typeface="Arial"/>
                </a:rPr>
                <a:t>Premmap-One-sided</a:t>
              </a:r>
            </a:p>
          </p:txBody>
        </p:sp>
        <p:sp>
          <p:nvSpPr>
            <p:cNvPr id="386" name="Label 657">
              <a:extLst>
                <a:ext uri="{FF2B5EF4-FFF2-40B4-BE49-F238E27FC236}">
                  <a16:creationId xmlns:a16="http://schemas.microsoft.com/office/drawing/2014/main" id="{435D4F3B-1178-477A-9F5B-D0CF8F3DBEDE}"/>
                </a:ext>
              </a:extLst>
            </p:cNvPr>
            <p:cNvSpPr txBox="1"/>
            <p:nvPr/>
          </p:nvSpPr>
          <p:spPr>
            <a:xfrm>
              <a:off x="4268419" y="2249119"/>
              <a:ext cx="2260579" cy="24384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600" dirty="0">
                  <a:solidFill>
                    <a:srgbClr val="000000"/>
                  </a:solidFill>
                  <a:latin typeface="Arial"/>
                  <a:cs typeface="Arial"/>
                </a:rPr>
                <a:t>OnDemand-RPC</a:t>
              </a:r>
            </a:p>
          </p:txBody>
        </p:sp>
        <p:sp>
          <p:nvSpPr>
            <p:cNvPr id="390" name="Label 662">
              <a:extLst>
                <a:ext uri="{FF2B5EF4-FFF2-40B4-BE49-F238E27FC236}">
                  <a16:creationId xmlns:a16="http://schemas.microsoft.com/office/drawing/2014/main" id="{A0D3D5BD-37DF-4716-BAD5-0013A3EB3298}"/>
                </a:ext>
              </a:extLst>
            </p:cNvPr>
            <p:cNvSpPr txBox="1"/>
            <p:nvPr/>
          </p:nvSpPr>
          <p:spPr>
            <a:xfrm>
              <a:off x="453176" y="2564130"/>
              <a:ext cx="3027395" cy="2895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900" dirty="0">
                  <a:solidFill>
                    <a:srgbClr val="000000"/>
                  </a:solidFill>
                  <a:latin typeface="Arial"/>
                  <a:cs typeface="Arial"/>
                </a:rPr>
                <a:t>16 threads in total</a:t>
              </a:r>
            </a:p>
          </p:txBody>
        </p:sp>
        <p:sp>
          <p:nvSpPr>
            <p:cNvPr id="391" name="Label 663">
              <a:extLst>
                <a:ext uri="{FF2B5EF4-FFF2-40B4-BE49-F238E27FC236}">
                  <a16:creationId xmlns:a16="http://schemas.microsoft.com/office/drawing/2014/main" id="{7D8F86F0-9583-4EFE-BB68-F82030742D83}"/>
                </a:ext>
              </a:extLst>
            </p:cNvPr>
            <p:cNvSpPr txBox="1"/>
            <p:nvPr/>
          </p:nvSpPr>
          <p:spPr>
            <a:xfrm>
              <a:off x="3168761" y="2564130"/>
              <a:ext cx="3220699" cy="2895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900" dirty="0">
                  <a:solidFill>
                    <a:srgbClr val="000000"/>
                  </a:solidFill>
                  <a:latin typeface="Arial"/>
                  <a:cs typeface="Arial"/>
                </a:rPr>
                <a:t>128 threads in total</a:t>
              </a:r>
            </a:p>
          </p:txBody>
        </p:sp>
        <p:sp>
          <p:nvSpPr>
            <p:cNvPr id="392" name="Label 664">
              <a:extLst>
                <a:ext uri="{FF2B5EF4-FFF2-40B4-BE49-F238E27FC236}">
                  <a16:creationId xmlns:a16="http://schemas.microsoft.com/office/drawing/2014/main" id="{E642573C-1AF7-466A-92B7-26ACDDD2AA76}"/>
                </a:ext>
              </a:extLst>
            </p:cNvPr>
            <p:cNvSpPr txBox="1"/>
            <p:nvPr/>
          </p:nvSpPr>
          <p:spPr>
            <a:xfrm rot="16200000">
              <a:off x="-630204" y="3394862"/>
              <a:ext cx="2339400" cy="24384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Arial"/>
                  <a:cs typeface="Arial"/>
                </a:rPr>
                <a:t>Avg. Alloc. Lat. (us)</a:t>
              </a:r>
            </a:p>
          </p:txBody>
        </p:sp>
        <p:sp>
          <p:nvSpPr>
            <p:cNvPr id="393" name="Label 665">
              <a:extLst>
                <a:ext uri="{FF2B5EF4-FFF2-40B4-BE49-F238E27FC236}">
                  <a16:creationId xmlns:a16="http://schemas.microsoft.com/office/drawing/2014/main" id="{989C342F-13E7-49AB-9E02-D384702A172E}"/>
                </a:ext>
              </a:extLst>
            </p:cNvPr>
            <p:cNvSpPr txBox="1"/>
            <p:nvPr/>
          </p:nvSpPr>
          <p:spPr>
            <a:xfrm rot="16200000">
              <a:off x="2177003" y="3394862"/>
              <a:ext cx="2339400" cy="24384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Arial"/>
                  <a:cs typeface="Arial"/>
                </a:rPr>
                <a:t>Avg. Alloc. Lat. (us)</a:t>
              </a:r>
            </a:p>
          </p:txBody>
        </p:sp>
        <p:sp>
          <p:nvSpPr>
            <p:cNvPr id="394" name="Label 666">
              <a:extLst>
                <a:ext uri="{FF2B5EF4-FFF2-40B4-BE49-F238E27FC236}">
                  <a16:creationId xmlns:a16="http://schemas.microsoft.com/office/drawing/2014/main" id="{37C08504-C7BF-465F-BBA7-3933608CF7EE}"/>
                </a:ext>
              </a:extLst>
            </p:cNvPr>
            <p:cNvSpPr txBox="1"/>
            <p:nvPr/>
          </p:nvSpPr>
          <p:spPr>
            <a:xfrm rot="16200000">
              <a:off x="5145145" y="3376574"/>
              <a:ext cx="2291852" cy="24384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Arial"/>
                  <a:cs typeface="Arial"/>
                </a:rPr>
                <a:t>Avg. Alloc. Lat. (us)</a:t>
              </a:r>
            </a:p>
          </p:txBody>
        </p:sp>
        <p:sp>
          <p:nvSpPr>
            <p:cNvPr id="395" name="Label 667">
              <a:extLst>
                <a:ext uri="{FF2B5EF4-FFF2-40B4-BE49-F238E27FC236}">
                  <a16:creationId xmlns:a16="http://schemas.microsoft.com/office/drawing/2014/main" id="{6D10AB46-27DF-47EC-8257-5AE0580F2938}"/>
                </a:ext>
              </a:extLst>
            </p:cNvPr>
            <p:cNvSpPr txBox="1"/>
            <p:nvPr/>
          </p:nvSpPr>
          <p:spPr>
            <a:xfrm rot="16200000">
              <a:off x="7900233" y="3376574"/>
              <a:ext cx="2291852" cy="24384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Arial"/>
                  <a:cs typeface="Arial"/>
                </a:rPr>
                <a:t>Avg. Alloc. Lat. (us)</a:t>
              </a:r>
            </a:p>
          </p:txBody>
        </p:sp>
        <p:sp>
          <p:nvSpPr>
            <p:cNvPr id="396" name="Label 668">
              <a:extLst>
                <a:ext uri="{FF2B5EF4-FFF2-40B4-BE49-F238E27FC236}">
                  <a16:creationId xmlns:a16="http://schemas.microsoft.com/office/drawing/2014/main" id="{0076C7E7-C302-40B1-A998-50E6F3141567}"/>
                </a:ext>
              </a:extLst>
            </p:cNvPr>
            <p:cNvSpPr txBox="1"/>
            <p:nvPr/>
          </p:nvSpPr>
          <p:spPr>
            <a:xfrm>
              <a:off x="417332" y="2760268"/>
              <a:ext cx="39922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10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97" name="Label 669">
              <a:extLst>
                <a:ext uri="{FF2B5EF4-FFF2-40B4-BE49-F238E27FC236}">
                  <a16:creationId xmlns:a16="http://schemas.microsoft.com/office/drawing/2014/main" id="{60501534-46AB-4914-8AFC-E3B6E2833C28}"/>
                </a:ext>
              </a:extLst>
            </p:cNvPr>
            <p:cNvSpPr txBox="1"/>
            <p:nvPr/>
          </p:nvSpPr>
          <p:spPr>
            <a:xfrm>
              <a:off x="417332" y="3204667"/>
              <a:ext cx="39922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10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398" name="Label 670">
              <a:extLst>
                <a:ext uri="{FF2B5EF4-FFF2-40B4-BE49-F238E27FC236}">
                  <a16:creationId xmlns:a16="http://schemas.microsoft.com/office/drawing/2014/main" id="{7216F03A-A4D3-4884-A628-618DAEEE3BC0}"/>
                </a:ext>
              </a:extLst>
            </p:cNvPr>
            <p:cNvSpPr txBox="1"/>
            <p:nvPr/>
          </p:nvSpPr>
          <p:spPr>
            <a:xfrm>
              <a:off x="417332" y="3650894"/>
              <a:ext cx="39922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10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99" name="Label 671">
              <a:extLst>
                <a:ext uri="{FF2B5EF4-FFF2-40B4-BE49-F238E27FC236}">
                  <a16:creationId xmlns:a16="http://schemas.microsoft.com/office/drawing/2014/main" id="{14DFC928-F92C-46E2-886F-91469E6A7B05}"/>
                </a:ext>
              </a:extLst>
            </p:cNvPr>
            <p:cNvSpPr txBox="1"/>
            <p:nvPr/>
          </p:nvSpPr>
          <p:spPr>
            <a:xfrm>
              <a:off x="417332" y="4098036"/>
              <a:ext cx="39922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10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00" name="Label 672">
              <a:extLst>
                <a:ext uri="{FF2B5EF4-FFF2-40B4-BE49-F238E27FC236}">
                  <a16:creationId xmlns:a16="http://schemas.microsoft.com/office/drawing/2014/main" id="{159AAA02-57F8-42C4-BE61-B80EB80C2A57}"/>
                </a:ext>
              </a:extLst>
            </p:cNvPr>
            <p:cNvSpPr txBox="1"/>
            <p:nvPr/>
          </p:nvSpPr>
          <p:spPr>
            <a:xfrm>
              <a:off x="3226368" y="3112312"/>
              <a:ext cx="39922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10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01" name="Label 673">
              <a:extLst>
                <a:ext uri="{FF2B5EF4-FFF2-40B4-BE49-F238E27FC236}">
                  <a16:creationId xmlns:a16="http://schemas.microsoft.com/office/drawing/2014/main" id="{64BD7BC1-C864-44D7-8CC4-26273109E9C6}"/>
                </a:ext>
              </a:extLst>
            </p:cNvPr>
            <p:cNvSpPr txBox="1"/>
            <p:nvPr/>
          </p:nvSpPr>
          <p:spPr>
            <a:xfrm>
              <a:off x="3226368" y="3439668"/>
              <a:ext cx="39922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10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02" name="Label 674">
              <a:extLst>
                <a:ext uri="{FF2B5EF4-FFF2-40B4-BE49-F238E27FC236}">
                  <a16:creationId xmlns:a16="http://schemas.microsoft.com/office/drawing/2014/main" id="{E78BF1A6-24BF-4F2E-8DB9-963AAC95640A}"/>
                </a:ext>
              </a:extLst>
            </p:cNvPr>
            <p:cNvSpPr txBox="1"/>
            <p:nvPr/>
          </p:nvSpPr>
          <p:spPr>
            <a:xfrm>
              <a:off x="3226368" y="3768852"/>
              <a:ext cx="39922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10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03" name="Label 675">
              <a:extLst>
                <a:ext uri="{FF2B5EF4-FFF2-40B4-BE49-F238E27FC236}">
                  <a16:creationId xmlns:a16="http://schemas.microsoft.com/office/drawing/2014/main" id="{1B03FA27-B420-4706-B78F-13A33EB5FBDE}"/>
                </a:ext>
              </a:extLst>
            </p:cNvPr>
            <p:cNvSpPr txBox="1"/>
            <p:nvPr/>
          </p:nvSpPr>
          <p:spPr>
            <a:xfrm>
              <a:off x="3226368" y="4098036"/>
              <a:ext cx="39922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10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04" name="Label 676">
              <a:extLst>
                <a:ext uri="{FF2B5EF4-FFF2-40B4-BE49-F238E27FC236}">
                  <a16:creationId xmlns:a16="http://schemas.microsoft.com/office/drawing/2014/main" id="{A9772C04-385F-4E29-A214-ECABF646D0B5}"/>
                </a:ext>
              </a:extLst>
            </p:cNvPr>
            <p:cNvSpPr txBox="1"/>
            <p:nvPr/>
          </p:nvSpPr>
          <p:spPr>
            <a:xfrm>
              <a:off x="6176954" y="2724607"/>
              <a:ext cx="396666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10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05" name="Label 677">
              <a:extLst>
                <a:ext uri="{FF2B5EF4-FFF2-40B4-BE49-F238E27FC236}">
                  <a16:creationId xmlns:a16="http://schemas.microsoft.com/office/drawing/2014/main" id="{0E3B75CF-1E3E-47D8-A522-9607C8E00EF0}"/>
                </a:ext>
              </a:extLst>
            </p:cNvPr>
            <p:cNvSpPr txBox="1"/>
            <p:nvPr/>
          </p:nvSpPr>
          <p:spPr>
            <a:xfrm>
              <a:off x="6176954" y="3181807"/>
              <a:ext cx="396666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10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06" name="Label 678">
              <a:extLst>
                <a:ext uri="{FF2B5EF4-FFF2-40B4-BE49-F238E27FC236}">
                  <a16:creationId xmlns:a16="http://schemas.microsoft.com/office/drawing/2014/main" id="{549392E1-3F73-451A-AE60-207586322C8A}"/>
                </a:ext>
              </a:extLst>
            </p:cNvPr>
            <p:cNvSpPr txBox="1"/>
            <p:nvPr/>
          </p:nvSpPr>
          <p:spPr>
            <a:xfrm>
              <a:off x="6176954" y="3639007"/>
              <a:ext cx="396666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10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07" name="Label 679">
              <a:extLst>
                <a:ext uri="{FF2B5EF4-FFF2-40B4-BE49-F238E27FC236}">
                  <a16:creationId xmlns:a16="http://schemas.microsoft.com/office/drawing/2014/main" id="{BA6B6923-64A7-4260-9B0F-A3D6441344C8}"/>
                </a:ext>
              </a:extLst>
            </p:cNvPr>
            <p:cNvSpPr txBox="1"/>
            <p:nvPr/>
          </p:nvSpPr>
          <p:spPr>
            <a:xfrm>
              <a:off x="6176954" y="4096207"/>
              <a:ext cx="396666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10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08" name="Label 680">
              <a:extLst>
                <a:ext uri="{FF2B5EF4-FFF2-40B4-BE49-F238E27FC236}">
                  <a16:creationId xmlns:a16="http://schemas.microsoft.com/office/drawing/2014/main" id="{855E953B-3FFF-4E11-8E8C-14145316DA55}"/>
                </a:ext>
              </a:extLst>
            </p:cNvPr>
            <p:cNvSpPr txBox="1"/>
            <p:nvPr/>
          </p:nvSpPr>
          <p:spPr>
            <a:xfrm>
              <a:off x="8931493" y="2724607"/>
              <a:ext cx="395386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10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09" name="Label 681">
              <a:extLst>
                <a:ext uri="{FF2B5EF4-FFF2-40B4-BE49-F238E27FC236}">
                  <a16:creationId xmlns:a16="http://schemas.microsoft.com/office/drawing/2014/main" id="{403C0EE6-FC14-480B-8D47-5D74107A8DF6}"/>
                </a:ext>
              </a:extLst>
            </p:cNvPr>
            <p:cNvSpPr txBox="1"/>
            <p:nvPr/>
          </p:nvSpPr>
          <p:spPr>
            <a:xfrm>
              <a:off x="8931493" y="3181807"/>
              <a:ext cx="395386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10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10" name="Label 682">
              <a:extLst>
                <a:ext uri="{FF2B5EF4-FFF2-40B4-BE49-F238E27FC236}">
                  <a16:creationId xmlns:a16="http://schemas.microsoft.com/office/drawing/2014/main" id="{581A5DA1-B305-4093-99CF-59B5A8669764}"/>
                </a:ext>
              </a:extLst>
            </p:cNvPr>
            <p:cNvSpPr txBox="1"/>
            <p:nvPr/>
          </p:nvSpPr>
          <p:spPr>
            <a:xfrm>
              <a:off x="8931493" y="3639007"/>
              <a:ext cx="395386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10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11" name="Label 683">
              <a:extLst>
                <a:ext uri="{FF2B5EF4-FFF2-40B4-BE49-F238E27FC236}">
                  <a16:creationId xmlns:a16="http://schemas.microsoft.com/office/drawing/2014/main" id="{47D6AC60-E39C-46D1-A319-6E2748F0036F}"/>
                </a:ext>
              </a:extLst>
            </p:cNvPr>
            <p:cNvSpPr txBox="1"/>
            <p:nvPr/>
          </p:nvSpPr>
          <p:spPr>
            <a:xfrm>
              <a:off x="8931493" y="4096207"/>
              <a:ext cx="395386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10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12" name="Label 684">
              <a:extLst>
                <a:ext uri="{FF2B5EF4-FFF2-40B4-BE49-F238E27FC236}">
                  <a16:creationId xmlns:a16="http://schemas.microsoft.com/office/drawing/2014/main" id="{B8EBC32F-D49A-4B8E-B3B5-C05E695AE4FF}"/>
                </a:ext>
              </a:extLst>
            </p:cNvPr>
            <p:cNvSpPr txBox="1"/>
            <p:nvPr/>
          </p:nvSpPr>
          <p:spPr>
            <a:xfrm>
              <a:off x="715975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13" name="Label 685">
              <a:extLst>
                <a:ext uri="{FF2B5EF4-FFF2-40B4-BE49-F238E27FC236}">
                  <a16:creationId xmlns:a16="http://schemas.microsoft.com/office/drawing/2014/main" id="{61C65868-BFE2-4175-B5A7-57DAD85441BC}"/>
                </a:ext>
              </a:extLst>
            </p:cNvPr>
            <p:cNvSpPr txBox="1"/>
            <p:nvPr/>
          </p:nvSpPr>
          <p:spPr>
            <a:xfrm>
              <a:off x="956462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14" name="Label 686">
              <a:extLst>
                <a:ext uri="{FF2B5EF4-FFF2-40B4-BE49-F238E27FC236}">
                  <a16:creationId xmlns:a16="http://schemas.microsoft.com/office/drawing/2014/main" id="{E3BD09B9-B468-4B96-8A7F-B78217F80FC5}"/>
                </a:ext>
              </a:extLst>
            </p:cNvPr>
            <p:cNvSpPr txBox="1"/>
            <p:nvPr/>
          </p:nvSpPr>
          <p:spPr>
            <a:xfrm>
              <a:off x="1196949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15" name="Label 687">
              <a:extLst>
                <a:ext uri="{FF2B5EF4-FFF2-40B4-BE49-F238E27FC236}">
                  <a16:creationId xmlns:a16="http://schemas.microsoft.com/office/drawing/2014/main" id="{F2B3DCCD-F1EA-452E-B97E-9A3E6DDEFD15}"/>
                </a:ext>
              </a:extLst>
            </p:cNvPr>
            <p:cNvSpPr txBox="1"/>
            <p:nvPr/>
          </p:nvSpPr>
          <p:spPr>
            <a:xfrm>
              <a:off x="1441094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16" name="Label 688">
              <a:extLst>
                <a:ext uri="{FF2B5EF4-FFF2-40B4-BE49-F238E27FC236}">
                  <a16:creationId xmlns:a16="http://schemas.microsoft.com/office/drawing/2014/main" id="{88A710C6-6CA4-4698-AED1-4B94971FAF6D}"/>
                </a:ext>
              </a:extLst>
            </p:cNvPr>
            <p:cNvSpPr txBox="1"/>
            <p:nvPr/>
          </p:nvSpPr>
          <p:spPr>
            <a:xfrm>
              <a:off x="1681581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17" name="Label 689">
              <a:extLst>
                <a:ext uri="{FF2B5EF4-FFF2-40B4-BE49-F238E27FC236}">
                  <a16:creationId xmlns:a16="http://schemas.microsoft.com/office/drawing/2014/main" id="{FE3A2188-5554-4D61-99BD-D2A66C932CA0}"/>
                </a:ext>
              </a:extLst>
            </p:cNvPr>
            <p:cNvSpPr txBox="1"/>
            <p:nvPr/>
          </p:nvSpPr>
          <p:spPr>
            <a:xfrm>
              <a:off x="1922068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18" name="Label 690">
              <a:extLst>
                <a:ext uri="{FF2B5EF4-FFF2-40B4-BE49-F238E27FC236}">
                  <a16:creationId xmlns:a16="http://schemas.microsoft.com/office/drawing/2014/main" id="{44165651-A179-4B58-9A14-B580A6151DE9}"/>
                </a:ext>
              </a:extLst>
            </p:cNvPr>
            <p:cNvSpPr txBox="1"/>
            <p:nvPr/>
          </p:nvSpPr>
          <p:spPr>
            <a:xfrm>
              <a:off x="2163470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419" name="Label 691">
              <a:extLst>
                <a:ext uri="{FF2B5EF4-FFF2-40B4-BE49-F238E27FC236}">
                  <a16:creationId xmlns:a16="http://schemas.microsoft.com/office/drawing/2014/main" id="{E6D7C09C-8DE3-43F5-8CC1-C07A78EB0F91}"/>
                </a:ext>
              </a:extLst>
            </p:cNvPr>
            <p:cNvSpPr txBox="1"/>
            <p:nvPr/>
          </p:nvSpPr>
          <p:spPr>
            <a:xfrm>
              <a:off x="2406700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420" name="Label 692">
              <a:extLst>
                <a:ext uri="{FF2B5EF4-FFF2-40B4-BE49-F238E27FC236}">
                  <a16:creationId xmlns:a16="http://schemas.microsoft.com/office/drawing/2014/main" id="{82CE0EA4-8CDE-4220-ADDB-E9E2B8653901}"/>
                </a:ext>
              </a:extLst>
            </p:cNvPr>
            <p:cNvSpPr txBox="1"/>
            <p:nvPr/>
          </p:nvSpPr>
          <p:spPr>
            <a:xfrm>
              <a:off x="2648102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421" name="Label 693">
              <a:extLst>
                <a:ext uri="{FF2B5EF4-FFF2-40B4-BE49-F238E27FC236}">
                  <a16:creationId xmlns:a16="http://schemas.microsoft.com/office/drawing/2014/main" id="{D46935D8-59FD-49B6-AD63-2B57564C0B2C}"/>
                </a:ext>
              </a:extLst>
            </p:cNvPr>
            <p:cNvSpPr txBox="1"/>
            <p:nvPr/>
          </p:nvSpPr>
          <p:spPr>
            <a:xfrm>
              <a:off x="2888589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422" name="Label 694">
              <a:extLst>
                <a:ext uri="{FF2B5EF4-FFF2-40B4-BE49-F238E27FC236}">
                  <a16:creationId xmlns:a16="http://schemas.microsoft.com/office/drawing/2014/main" id="{71127561-D131-475D-B4BF-4F0427099F82}"/>
                </a:ext>
              </a:extLst>
            </p:cNvPr>
            <p:cNvSpPr txBox="1"/>
            <p:nvPr/>
          </p:nvSpPr>
          <p:spPr>
            <a:xfrm>
              <a:off x="3525012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23" name="Label 695">
              <a:extLst>
                <a:ext uri="{FF2B5EF4-FFF2-40B4-BE49-F238E27FC236}">
                  <a16:creationId xmlns:a16="http://schemas.microsoft.com/office/drawing/2014/main" id="{C1324A45-A4BC-4254-BCB3-6872ACE1465B}"/>
                </a:ext>
              </a:extLst>
            </p:cNvPr>
            <p:cNvSpPr txBox="1"/>
            <p:nvPr/>
          </p:nvSpPr>
          <p:spPr>
            <a:xfrm>
              <a:off x="3766413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24" name="Label 696">
              <a:extLst>
                <a:ext uri="{FF2B5EF4-FFF2-40B4-BE49-F238E27FC236}">
                  <a16:creationId xmlns:a16="http://schemas.microsoft.com/office/drawing/2014/main" id="{F1FA4028-5708-4023-A711-4311294C8EB0}"/>
                </a:ext>
              </a:extLst>
            </p:cNvPr>
            <p:cNvSpPr txBox="1"/>
            <p:nvPr/>
          </p:nvSpPr>
          <p:spPr>
            <a:xfrm>
              <a:off x="4006900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25" name="Label 697">
              <a:extLst>
                <a:ext uri="{FF2B5EF4-FFF2-40B4-BE49-F238E27FC236}">
                  <a16:creationId xmlns:a16="http://schemas.microsoft.com/office/drawing/2014/main" id="{0A8126C8-7583-4DBD-BD21-F049F5C5B4DD}"/>
                </a:ext>
              </a:extLst>
            </p:cNvPr>
            <p:cNvSpPr txBox="1"/>
            <p:nvPr/>
          </p:nvSpPr>
          <p:spPr>
            <a:xfrm>
              <a:off x="4250131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26" name="Label 698">
              <a:extLst>
                <a:ext uri="{FF2B5EF4-FFF2-40B4-BE49-F238E27FC236}">
                  <a16:creationId xmlns:a16="http://schemas.microsoft.com/office/drawing/2014/main" id="{732B8AF8-AD40-417F-94CD-91CBE7792348}"/>
                </a:ext>
              </a:extLst>
            </p:cNvPr>
            <p:cNvSpPr txBox="1"/>
            <p:nvPr/>
          </p:nvSpPr>
          <p:spPr>
            <a:xfrm>
              <a:off x="4491532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27" name="Label 699">
              <a:extLst>
                <a:ext uri="{FF2B5EF4-FFF2-40B4-BE49-F238E27FC236}">
                  <a16:creationId xmlns:a16="http://schemas.microsoft.com/office/drawing/2014/main" id="{7D5C5F5F-45E2-42E8-8C7B-74E2DEC6D109}"/>
                </a:ext>
              </a:extLst>
            </p:cNvPr>
            <p:cNvSpPr txBox="1"/>
            <p:nvPr/>
          </p:nvSpPr>
          <p:spPr>
            <a:xfrm>
              <a:off x="4732020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28" name="Label 700">
              <a:extLst>
                <a:ext uri="{FF2B5EF4-FFF2-40B4-BE49-F238E27FC236}">
                  <a16:creationId xmlns:a16="http://schemas.microsoft.com/office/drawing/2014/main" id="{4841B161-7D0A-4AE2-9159-51AC67AE6028}"/>
                </a:ext>
              </a:extLst>
            </p:cNvPr>
            <p:cNvSpPr txBox="1"/>
            <p:nvPr/>
          </p:nvSpPr>
          <p:spPr>
            <a:xfrm>
              <a:off x="4972507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429" name="Label 701">
              <a:extLst>
                <a:ext uri="{FF2B5EF4-FFF2-40B4-BE49-F238E27FC236}">
                  <a16:creationId xmlns:a16="http://schemas.microsoft.com/office/drawing/2014/main" id="{3DA45A78-BEE5-422F-AF16-9826BEC3850F}"/>
                </a:ext>
              </a:extLst>
            </p:cNvPr>
            <p:cNvSpPr txBox="1"/>
            <p:nvPr/>
          </p:nvSpPr>
          <p:spPr>
            <a:xfrm>
              <a:off x="5216651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430" name="Label 702">
              <a:extLst>
                <a:ext uri="{FF2B5EF4-FFF2-40B4-BE49-F238E27FC236}">
                  <a16:creationId xmlns:a16="http://schemas.microsoft.com/office/drawing/2014/main" id="{7FBFCAF8-0C73-40C5-B84B-62882B95A514}"/>
                </a:ext>
              </a:extLst>
            </p:cNvPr>
            <p:cNvSpPr txBox="1"/>
            <p:nvPr/>
          </p:nvSpPr>
          <p:spPr>
            <a:xfrm>
              <a:off x="5457139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431" name="Label 703">
              <a:extLst>
                <a:ext uri="{FF2B5EF4-FFF2-40B4-BE49-F238E27FC236}">
                  <a16:creationId xmlns:a16="http://schemas.microsoft.com/office/drawing/2014/main" id="{DE4122C1-89E4-4D71-A88C-AA82B59353D5}"/>
                </a:ext>
              </a:extLst>
            </p:cNvPr>
            <p:cNvSpPr txBox="1"/>
            <p:nvPr/>
          </p:nvSpPr>
          <p:spPr>
            <a:xfrm>
              <a:off x="5697626" y="4166616"/>
              <a:ext cx="323697" cy="1524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0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r>
                <a:rPr lang="en-US" sz="1000" baseline="30000" dirty="0">
                  <a:solidFill>
                    <a:srgbClr val="000000"/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432" name="Label 704">
              <a:extLst>
                <a:ext uri="{FF2B5EF4-FFF2-40B4-BE49-F238E27FC236}">
                  <a16:creationId xmlns:a16="http://schemas.microsoft.com/office/drawing/2014/main" id="{F65FB2BC-8739-4E0D-8704-74EDE85F290A}"/>
                </a:ext>
              </a:extLst>
            </p:cNvPr>
            <p:cNvSpPr txBox="1"/>
            <p:nvPr/>
          </p:nvSpPr>
          <p:spPr>
            <a:xfrm>
              <a:off x="532912" y="4317492"/>
              <a:ext cx="2853293" cy="24384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Arial"/>
                  <a:cs typeface="Arial"/>
                </a:rPr>
                <a:t>Allocation size (4KB)</a:t>
              </a:r>
            </a:p>
          </p:txBody>
        </p:sp>
        <p:sp>
          <p:nvSpPr>
            <p:cNvPr id="433" name="Label 705">
              <a:extLst>
                <a:ext uri="{FF2B5EF4-FFF2-40B4-BE49-F238E27FC236}">
                  <a16:creationId xmlns:a16="http://schemas.microsoft.com/office/drawing/2014/main" id="{86B173FE-3EAD-4CDA-994A-A5D426B0B686}"/>
                </a:ext>
              </a:extLst>
            </p:cNvPr>
            <p:cNvSpPr txBox="1"/>
            <p:nvPr/>
          </p:nvSpPr>
          <p:spPr>
            <a:xfrm>
              <a:off x="3342680" y="4317492"/>
              <a:ext cx="2854573" cy="24384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Arial"/>
                  <a:cs typeface="Arial"/>
                </a:rPr>
                <a:t>Allocation size (4KB)</a:t>
              </a:r>
            </a:p>
          </p:txBody>
        </p:sp>
        <p:sp>
          <p:nvSpPr>
            <p:cNvPr id="434" name="Label 706">
              <a:extLst>
                <a:ext uri="{FF2B5EF4-FFF2-40B4-BE49-F238E27FC236}">
                  <a16:creationId xmlns:a16="http://schemas.microsoft.com/office/drawing/2014/main" id="{B2D5801D-9755-480C-B8F7-380B7B6ACF95}"/>
                </a:ext>
              </a:extLst>
            </p:cNvPr>
            <p:cNvSpPr txBox="1"/>
            <p:nvPr/>
          </p:nvSpPr>
          <p:spPr>
            <a:xfrm>
              <a:off x="6465539" y="4205630"/>
              <a:ext cx="344180" cy="1219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435" name="Label 707">
              <a:extLst>
                <a:ext uri="{FF2B5EF4-FFF2-40B4-BE49-F238E27FC236}">
                  <a16:creationId xmlns:a16="http://schemas.microsoft.com/office/drawing/2014/main" id="{E3D0B13A-DC8C-4883-97C5-2B4135CDCA4C}"/>
                </a:ext>
              </a:extLst>
            </p:cNvPr>
            <p:cNvSpPr txBox="1"/>
            <p:nvPr/>
          </p:nvSpPr>
          <p:spPr>
            <a:xfrm>
              <a:off x="6767474" y="4205630"/>
              <a:ext cx="342900" cy="1219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  <a:latin typeface="Arial"/>
                  <a:cs typeface="Arial"/>
                </a:rPr>
                <a:t>32</a:t>
              </a:r>
            </a:p>
          </p:txBody>
        </p:sp>
        <p:sp>
          <p:nvSpPr>
            <p:cNvPr id="436" name="Label 708">
              <a:extLst>
                <a:ext uri="{FF2B5EF4-FFF2-40B4-BE49-F238E27FC236}">
                  <a16:creationId xmlns:a16="http://schemas.microsoft.com/office/drawing/2014/main" id="{BDED63E3-9292-4967-9160-9CF6227FED43}"/>
                </a:ext>
              </a:extLst>
            </p:cNvPr>
            <p:cNvSpPr txBox="1"/>
            <p:nvPr/>
          </p:nvSpPr>
          <p:spPr>
            <a:xfrm>
              <a:off x="7068129" y="4205630"/>
              <a:ext cx="350580" cy="1219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  <a:latin typeface="Arial"/>
                  <a:cs typeface="Arial"/>
                </a:rPr>
                <a:t>48</a:t>
              </a:r>
            </a:p>
          </p:txBody>
        </p:sp>
        <p:sp>
          <p:nvSpPr>
            <p:cNvPr id="437" name="Label 709">
              <a:extLst>
                <a:ext uri="{FF2B5EF4-FFF2-40B4-BE49-F238E27FC236}">
                  <a16:creationId xmlns:a16="http://schemas.microsoft.com/office/drawing/2014/main" id="{8A106472-3DC9-4F3B-890F-34E767E7CDCA}"/>
                </a:ext>
              </a:extLst>
            </p:cNvPr>
            <p:cNvSpPr txBox="1"/>
            <p:nvPr/>
          </p:nvSpPr>
          <p:spPr>
            <a:xfrm>
              <a:off x="7376830" y="4205630"/>
              <a:ext cx="346740" cy="1219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  <a:latin typeface="Arial"/>
                  <a:cs typeface="Arial"/>
                </a:rPr>
                <a:t>64</a:t>
              </a:r>
            </a:p>
          </p:txBody>
        </p:sp>
        <p:sp>
          <p:nvSpPr>
            <p:cNvPr id="438" name="Label 710">
              <a:extLst>
                <a:ext uri="{FF2B5EF4-FFF2-40B4-BE49-F238E27FC236}">
                  <a16:creationId xmlns:a16="http://schemas.microsoft.com/office/drawing/2014/main" id="{C634ED58-C8FA-4D47-9CD3-14BFF78F6520}"/>
                </a:ext>
              </a:extLst>
            </p:cNvPr>
            <p:cNvSpPr txBox="1"/>
            <p:nvPr/>
          </p:nvSpPr>
          <p:spPr>
            <a:xfrm>
              <a:off x="7682240" y="4205630"/>
              <a:ext cx="340339" cy="1219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439" name="Label 711">
              <a:extLst>
                <a:ext uri="{FF2B5EF4-FFF2-40B4-BE49-F238E27FC236}">
                  <a16:creationId xmlns:a16="http://schemas.microsoft.com/office/drawing/2014/main" id="{E1FFD1CB-0DAD-4657-92E9-163DBE5C10FC}"/>
                </a:ext>
              </a:extLst>
            </p:cNvPr>
            <p:cNvSpPr txBox="1"/>
            <p:nvPr/>
          </p:nvSpPr>
          <p:spPr>
            <a:xfrm>
              <a:off x="7986552" y="4205630"/>
              <a:ext cx="341619" cy="1219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  <a:latin typeface="Arial"/>
                  <a:cs typeface="Arial"/>
                </a:rPr>
                <a:t>96</a:t>
              </a:r>
            </a:p>
          </p:txBody>
        </p:sp>
        <p:sp>
          <p:nvSpPr>
            <p:cNvPr id="440" name="Label 712">
              <a:extLst>
                <a:ext uri="{FF2B5EF4-FFF2-40B4-BE49-F238E27FC236}">
                  <a16:creationId xmlns:a16="http://schemas.microsoft.com/office/drawing/2014/main" id="{08EAE9D8-329D-42A6-9AA4-CB6937D7582D}"/>
                </a:ext>
              </a:extLst>
            </p:cNvPr>
            <p:cNvSpPr txBox="1"/>
            <p:nvPr/>
          </p:nvSpPr>
          <p:spPr>
            <a:xfrm>
              <a:off x="8253557" y="4205630"/>
              <a:ext cx="418429" cy="1219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  <a:latin typeface="Arial"/>
                  <a:cs typeface="Arial"/>
                </a:rPr>
                <a:t>112</a:t>
              </a:r>
            </a:p>
          </p:txBody>
        </p:sp>
        <p:sp>
          <p:nvSpPr>
            <p:cNvPr id="441" name="Label 713">
              <a:extLst>
                <a:ext uri="{FF2B5EF4-FFF2-40B4-BE49-F238E27FC236}">
                  <a16:creationId xmlns:a16="http://schemas.microsoft.com/office/drawing/2014/main" id="{6B6D9101-8928-48B4-BA6F-C679AEE9D6E7}"/>
                </a:ext>
              </a:extLst>
            </p:cNvPr>
            <p:cNvSpPr txBox="1"/>
            <p:nvPr/>
          </p:nvSpPr>
          <p:spPr>
            <a:xfrm>
              <a:off x="8557320" y="4205630"/>
              <a:ext cx="423550" cy="1219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  <a:latin typeface="Arial"/>
                  <a:cs typeface="Arial"/>
                </a:rPr>
                <a:t>128</a:t>
              </a:r>
            </a:p>
          </p:txBody>
        </p:sp>
        <p:sp>
          <p:nvSpPr>
            <p:cNvPr id="442" name="Label 714">
              <a:extLst>
                <a:ext uri="{FF2B5EF4-FFF2-40B4-BE49-F238E27FC236}">
                  <a16:creationId xmlns:a16="http://schemas.microsoft.com/office/drawing/2014/main" id="{4D5BF1D6-DB69-4DB7-9C29-023DA5A79A45}"/>
                </a:ext>
              </a:extLst>
            </p:cNvPr>
            <p:cNvSpPr txBox="1"/>
            <p:nvPr/>
          </p:nvSpPr>
          <p:spPr>
            <a:xfrm>
              <a:off x="6596115" y="4298746"/>
              <a:ext cx="2208093" cy="24384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Arial"/>
                  <a:cs typeface="Arial"/>
                </a:rPr>
                <a:t>Thread Number</a:t>
              </a:r>
            </a:p>
          </p:txBody>
        </p:sp>
        <p:sp>
          <p:nvSpPr>
            <p:cNvPr id="443" name="Label 715">
              <a:extLst>
                <a:ext uri="{FF2B5EF4-FFF2-40B4-BE49-F238E27FC236}">
                  <a16:creationId xmlns:a16="http://schemas.microsoft.com/office/drawing/2014/main" id="{1ECCC0FD-96BD-48C3-A389-C744ED086F5D}"/>
                </a:ext>
              </a:extLst>
            </p:cNvPr>
            <p:cNvSpPr txBox="1"/>
            <p:nvPr/>
          </p:nvSpPr>
          <p:spPr>
            <a:xfrm>
              <a:off x="9257385" y="4207459"/>
              <a:ext cx="274320" cy="1219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44" name="Label 716">
              <a:extLst>
                <a:ext uri="{FF2B5EF4-FFF2-40B4-BE49-F238E27FC236}">
                  <a16:creationId xmlns:a16="http://schemas.microsoft.com/office/drawing/2014/main" id="{B67E59D0-30F7-4A74-8626-DE511129EBEE}"/>
                </a:ext>
              </a:extLst>
            </p:cNvPr>
            <p:cNvSpPr txBox="1"/>
            <p:nvPr/>
          </p:nvSpPr>
          <p:spPr>
            <a:xfrm>
              <a:off x="9681210" y="4207459"/>
              <a:ext cx="274320" cy="1219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45" name="Label 717">
              <a:extLst>
                <a:ext uri="{FF2B5EF4-FFF2-40B4-BE49-F238E27FC236}">
                  <a16:creationId xmlns:a16="http://schemas.microsoft.com/office/drawing/2014/main" id="{802A723C-0909-4C3D-B3A6-664076AAD580}"/>
                </a:ext>
              </a:extLst>
            </p:cNvPr>
            <p:cNvSpPr txBox="1"/>
            <p:nvPr/>
          </p:nvSpPr>
          <p:spPr>
            <a:xfrm>
              <a:off x="10108691" y="4207459"/>
              <a:ext cx="274320" cy="1219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46" name="Label 718">
              <a:extLst>
                <a:ext uri="{FF2B5EF4-FFF2-40B4-BE49-F238E27FC236}">
                  <a16:creationId xmlns:a16="http://schemas.microsoft.com/office/drawing/2014/main" id="{7F0EFDAB-9DD0-49A0-9B08-B05583B03FB1}"/>
                </a:ext>
              </a:extLst>
            </p:cNvPr>
            <p:cNvSpPr txBox="1"/>
            <p:nvPr/>
          </p:nvSpPr>
          <p:spPr>
            <a:xfrm>
              <a:off x="10534802" y="4207459"/>
              <a:ext cx="274320" cy="1219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47" name="Label 719">
              <a:extLst>
                <a:ext uri="{FF2B5EF4-FFF2-40B4-BE49-F238E27FC236}">
                  <a16:creationId xmlns:a16="http://schemas.microsoft.com/office/drawing/2014/main" id="{DC59427F-FDBF-4BC3-911E-2067FE2D1326}"/>
                </a:ext>
              </a:extLst>
            </p:cNvPr>
            <p:cNvSpPr txBox="1"/>
            <p:nvPr/>
          </p:nvSpPr>
          <p:spPr>
            <a:xfrm>
              <a:off x="10960455" y="4207459"/>
              <a:ext cx="274320" cy="1219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48" name="Label 720">
              <a:extLst>
                <a:ext uri="{FF2B5EF4-FFF2-40B4-BE49-F238E27FC236}">
                  <a16:creationId xmlns:a16="http://schemas.microsoft.com/office/drawing/2014/main" id="{9B2F3DBA-09B8-4659-BA1B-DA62C691E2A7}"/>
                </a:ext>
              </a:extLst>
            </p:cNvPr>
            <p:cNvSpPr txBox="1"/>
            <p:nvPr/>
          </p:nvSpPr>
          <p:spPr>
            <a:xfrm>
              <a:off x="11387937" y="4207459"/>
              <a:ext cx="274320" cy="1219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449" name="Label 721">
              <a:extLst>
                <a:ext uri="{FF2B5EF4-FFF2-40B4-BE49-F238E27FC236}">
                  <a16:creationId xmlns:a16="http://schemas.microsoft.com/office/drawing/2014/main" id="{92ED1F5D-8960-4D15-924D-304391737D3B}"/>
                </a:ext>
              </a:extLst>
            </p:cNvPr>
            <p:cNvSpPr txBox="1"/>
            <p:nvPr/>
          </p:nvSpPr>
          <p:spPr>
            <a:xfrm>
              <a:off x="8926738" y="4296054"/>
              <a:ext cx="3079882" cy="24384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Arial"/>
                  <a:cs typeface="Arial"/>
                </a:rPr>
                <a:t>Memory Node Number</a:t>
              </a:r>
            </a:p>
          </p:txBody>
        </p:sp>
        <p:sp>
          <p:nvSpPr>
            <p:cNvPr id="450" name="object 3">
              <a:extLst>
                <a:ext uri="{FF2B5EF4-FFF2-40B4-BE49-F238E27FC236}">
                  <a16:creationId xmlns:a16="http://schemas.microsoft.com/office/drawing/2014/main" id="{75F72241-45B2-4276-8E55-C14E7072DC36}"/>
                </a:ext>
              </a:extLst>
            </p:cNvPr>
            <p:cNvSpPr txBox="1"/>
            <p:nvPr/>
          </p:nvSpPr>
          <p:spPr>
            <a:xfrm>
              <a:off x="705662" y="4596904"/>
              <a:ext cx="11250483" cy="31321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0"/>
                </a:spcBef>
                <a:tabLst>
                  <a:tab pos="5727065" algn="l"/>
                  <a:tab pos="8403590" algn="l"/>
                </a:tabLst>
              </a:pPr>
              <a:r>
                <a:rPr sz="2700" b="1" baseline="3086" dirty="0">
                  <a:latin typeface="+mj-lt"/>
                  <a:cs typeface="Times New Roman"/>
                </a:rPr>
                <a:t>Allocation Performance vs. </a:t>
              </a:r>
              <a:r>
                <a:rPr lang="en-US" sz="2700" b="1" baseline="3086" dirty="0">
                  <a:latin typeface="+mj-lt"/>
                  <a:cs typeface="Times New Roman"/>
                </a:rPr>
                <a:t>  </a:t>
              </a:r>
              <a:r>
                <a:rPr sz="2700" b="1" baseline="3086" dirty="0">
                  <a:latin typeface="+mj-lt"/>
                  <a:cs typeface="Times New Roman"/>
                </a:rPr>
                <a:t>Varying Request Size</a:t>
              </a:r>
              <a:r>
                <a:rPr lang="en-US" sz="2700" b="1" baseline="3086" dirty="0">
                  <a:latin typeface="+mj-lt"/>
                  <a:cs typeface="Times New Roman"/>
                </a:rPr>
                <a:t>                </a:t>
              </a:r>
              <a:r>
                <a:rPr sz="1800" b="1" dirty="0">
                  <a:latin typeface="+mj-lt"/>
                  <a:cs typeface="Times New Roman"/>
                </a:rPr>
                <a:t>Varying Client Thread</a:t>
              </a:r>
              <a:r>
                <a:rPr lang="en-US" sz="1800" b="1" dirty="0">
                  <a:latin typeface="+mj-lt"/>
                  <a:cs typeface="Times New Roman"/>
                </a:rPr>
                <a:t>     </a:t>
              </a:r>
              <a:r>
                <a:rPr sz="2700" b="1" baseline="1543" dirty="0">
                  <a:latin typeface="+mj-lt"/>
                  <a:cs typeface="Times New Roman"/>
                </a:rPr>
                <a:t>Varying Number of MNodes</a:t>
              </a:r>
              <a:endParaRPr sz="2700" baseline="1543" dirty="0">
                <a:latin typeface="+mj-lt"/>
                <a:cs typeface="Times New Roman"/>
              </a:endParaRPr>
            </a:p>
          </p:txBody>
        </p:sp>
      </p:grpSp>
      <p:sp>
        <p:nvSpPr>
          <p:cNvPr id="457" name="object 367">
            <a:extLst>
              <a:ext uri="{FF2B5EF4-FFF2-40B4-BE49-F238E27FC236}">
                <a16:creationId xmlns:a16="http://schemas.microsoft.com/office/drawing/2014/main" id="{CA26D116-AFE6-4BB8-AC65-C35313D5892F}"/>
              </a:ext>
            </a:extLst>
          </p:cNvPr>
          <p:cNvSpPr txBox="1"/>
          <p:nvPr/>
        </p:nvSpPr>
        <p:spPr>
          <a:xfrm>
            <a:off x="837946" y="5104193"/>
            <a:ext cx="9658285" cy="792525"/>
          </a:xfrm>
          <a:prstGeom prst="rect">
            <a:avLst/>
          </a:prstGeom>
          <a:solidFill>
            <a:srgbClr val="FAE4D5"/>
          </a:solidFill>
        </p:spPr>
        <p:txBody>
          <a:bodyPr vert="horz" wrap="square" lIns="91440" tIns="27940" rIns="0" bIns="0" rtlCol="0">
            <a:spAutoFit/>
          </a:bodyPr>
          <a:lstStyle>
            <a:lvl1pPr marL="285750" indent="-285750">
              <a:buFont typeface="Arial"/>
              <a:buChar char="•"/>
            </a:lvl1pPr>
            <a:lvl2pPr marL="685800" indent="-228600">
              <a:buSzPct val="80000"/>
              <a:buFont typeface="Arial"/>
              <a:buChar char="•"/>
            </a:lvl2pPr>
            <a:lvl3pPr marL="1085850" indent="-228600">
              <a:buSzPct val="65000"/>
              <a:buFont typeface="Arial"/>
              <a:buChar char="•"/>
            </a:lvl3pPr>
            <a:lvl4pPr marL="1485900" indent="-228600">
              <a:buSzPct val="55000"/>
              <a:buFont typeface="Arial"/>
              <a:buChar char="•"/>
            </a:lvl4pPr>
            <a:lvl5pPr marL="1885950" indent="-228600">
              <a:buSzPct val="50000"/>
              <a:buFont typeface="Arial"/>
              <a:buChar char="•"/>
            </a:lvl5pPr>
          </a:lstStyle>
          <a:p>
            <a:pPr marL="342900" indent="-342900" defTabSz="914400">
              <a:spcBef>
                <a:spcPts val="220"/>
              </a:spcBef>
              <a:buFont typeface="Arial" panose="020B0604020202020204" pitchFamily="34" charset="0"/>
              <a:buChar char="•"/>
            </a:pPr>
            <a:r>
              <a:rPr lang="en-US" altLang="ko-KR" sz="2400" kern="0" dirty="0" err="1">
                <a:solidFill>
                  <a:sysClr val="windowText" lastClr="000000"/>
                </a:solidFill>
                <a:cs typeface="Times New Roman"/>
              </a:rPr>
              <a:t>FineMem</a:t>
            </a:r>
            <a:r>
              <a:rPr lang="en-US" altLang="ko-KR" sz="2400" kern="0" dirty="0">
                <a:solidFill>
                  <a:sysClr val="windowText" lastClr="000000"/>
                </a:solidFill>
                <a:cs typeface="Times New Roman"/>
              </a:rPr>
              <a:t> outperforms across varying allocation granularities (4KB-2MB) </a:t>
            </a:r>
          </a:p>
          <a:p>
            <a:pPr marL="0" indent="0" defTabSz="914400">
              <a:spcBef>
                <a:spcPts val="220"/>
              </a:spcBef>
              <a:buNone/>
            </a:pPr>
            <a:r>
              <a:rPr lang="en-US" altLang="ko-KR" sz="2400" kern="0">
                <a:solidFill>
                  <a:sysClr val="windowText" lastClr="000000"/>
                </a:solidFill>
                <a:cs typeface="Times New Roman"/>
              </a:rPr>
              <a:t>    </a:t>
            </a:r>
            <a:r>
              <a:rPr lang="en-US" altLang="ko-KR" sz="2400" kern="0" dirty="0">
                <a:solidFill>
                  <a:sysClr val="windowText" lastClr="000000"/>
                </a:solidFill>
                <a:cs typeface="Times New Roman"/>
              </a:rPr>
              <a:t> </a:t>
            </a:r>
            <a:r>
              <a:rPr lang="en-US" altLang="ko-KR" sz="2400" kern="0">
                <a:solidFill>
                  <a:sysClr val="windowText" lastClr="000000"/>
                </a:solidFill>
                <a:cs typeface="Times New Roman"/>
              </a:rPr>
              <a:t>and </a:t>
            </a:r>
            <a:r>
              <a:rPr lang="en-US" altLang="ko-KR" sz="2400" kern="0" dirty="0">
                <a:solidFill>
                  <a:sysClr val="windowText" lastClr="000000"/>
                </a:solidFill>
                <a:cs typeface="Times New Roman"/>
              </a:rPr>
              <a:t>levels of parallelism (~128 Client Threads and ~6 memory Nodes)</a:t>
            </a:r>
          </a:p>
        </p:txBody>
      </p:sp>
    </p:spTree>
    <p:extLst>
      <p:ext uri="{BB962C8B-B14F-4D97-AF65-F5344CB8AC3E}">
        <p14:creationId xmlns:p14="http://schemas.microsoft.com/office/powerpoint/2010/main" val="2976330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4B962-C7D5-4D17-859B-885D6603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Factor Analysis of </a:t>
            </a:r>
            <a:r>
              <a:rPr lang="en-US" altLang="ko-KR" sz="4000" dirty="0" err="1"/>
              <a:t>FineMem’s</a:t>
            </a:r>
            <a:r>
              <a:rPr lang="en-US" altLang="ko-KR" sz="4000" dirty="0"/>
              <a:t> Design Mechanisms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110F2-6A2B-466D-A76B-1B610601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39B86D-0619-49C2-9FBD-4FBB28954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0804CB-43DE-4CD8-9422-CC09E1C9E188}"/>
              </a:ext>
            </a:extLst>
          </p:cNvPr>
          <p:cNvSpPr txBox="1"/>
          <p:nvPr/>
        </p:nvSpPr>
        <p:spPr>
          <a:xfrm>
            <a:off x="838200" y="291955"/>
            <a:ext cx="10752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</a:rPr>
              <a:t>Evaluation</a:t>
            </a:r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775F9B95-3406-48D3-BAAD-EA7FD2347F2C}"/>
              </a:ext>
            </a:extLst>
          </p:cNvPr>
          <p:cNvGrpSpPr/>
          <p:nvPr/>
        </p:nvGrpSpPr>
        <p:grpSpPr>
          <a:xfrm>
            <a:off x="838200" y="2644488"/>
            <a:ext cx="9906000" cy="3551468"/>
            <a:chOff x="838200" y="2524168"/>
            <a:chExt cx="9906000" cy="3551468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2B8F62D3-D053-428F-8B27-A1AD37709640}"/>
                </a:ext>
              </a:extLst>
            </p:cNvPr>
            <p:cNvSpPr/>
            <p:nvPr/>
          </p:nvSpPr>
          <p:spPr>
            <a:xfrm>
              <a:off x="838200" y="5613356"/>
              <a:ext cx="9906000" cy="462280"/>
            </a:xfrm>
            <a:custGeom>
              <a:avLst/>
              <a:gdLst/>
              <a:ahLst/>
              <a:cxnLst/>
              <a:rect l="l" t="t" r="r" b="b"/>
              <a:pathLst>
                <a:path w="10515600" h="462279">
                  <a:moveTo>
                    <a:pt x="10515600" y="461772"/>
                  </a:moveTo>
                  <a:lnTo>
                    <a:pt x="0" y="461772"/>
                  </a:lnTo>
                  <a:lnTo>
                    <a:pt x="0" y="0"/>
                  </a:lnTo>
                  <a:lnTo>
                    <a:pt x="10515600" y="0"/>
                  </a:lnTo>
                  <a:lnTo>
                    <a:pt x="10515600" y="461772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ts val="27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cs typeface="Times New Roman"/>
                </a:rPr>
                <a:t> </a:t>
              </a:r>
              <a:r>
                <a:rPr kumimoji="0" lang="en-US" altLang="ko-KR" sz="2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cs typeface="Times New Roman"/>
                </a:rPr>
                <a:t>FineMem</a:t>
              </a:r>
              <a:r>
                <a:rPr kumimoji="0" lang="en-US" altLang="ko-KR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cs typeface="Times New Roman"/>
                </a:rPr>
                <a:t> overheads: MW bind + allocation service + redo-log write ~ 10-20us</a:t>
              </a:r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D65B049-DBDF-4DC7-8B4A-2B40D3852EA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5680" y="2524168"/>
              <a:ext cx="5020640" cy="2954251"/>
            </a:xfrm>
            <a:prstGeom prst="rect">
              <a:avLst/>
            </a:prstGeom>
          </p:spPr>
        </p:pic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54C487C-85EC-4BDB-8152-453B796D3EAE}"/>
              </a:ext>
            </a:extLst>
          </p:cNvPr>
          <p:cNvCxnSpPr/>
          <p:nvPr/>
        </p:nvCxnSpPr>
        <p:spPr>
          <a:xfrm>
            <a:off x="5582652" y="2418350"/>
            <a:ext cx="0" cy="210552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7817D9C5-FC51-4D72-A617-D7D4DE55FC97}"/>
              </a:ext>
            </a:extLst>
          </p:cNvPr>
          <p:cNvSpPr/>
          <p:nvPr/>
        </p:nvSpPr>
        <p:spPr>
          <a:xfrm>
            <a:off x="5690936" y="2442415"/>
            <a:ext cx="613611" cy="2020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CF8B5B3B-AB5A-4C12-9F2A-F2CBBDA202D1}"/>
              </a:ext>
            </a:extLst>
          </p:cNvPr>
          <p:cNvSpPr/>
          <p:nvPr/>
        </p:nvSpPr>
        <p:spPr>
          <a:xfrm rot="10800000">
            <a:off x="4860758" y="2439889"/>
            <a:ext cx="613611" cy="2020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2EE7CC-C4D7-4D59-BC18-01368F3F3F19}"/>
              </a:ext>
            </a:extLst>
          </p:cNvPr>
          <p:cNvSpPr txBox="1"/>
          <p:nvPr/>
        </p:nvSpPr>
        <p:spPr>
          <a:xfrm>
            <a:off x="2957764" y="2356260"/>
            <a:ext cx="1809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Existing work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A35FB-667D-42E0-B398-6538C88B1EBC}"/>
              </a:ext>
            </a:extLst>
          </p:cNvPr>
          <p:cNvSpPr txBox="1"/>
          <p:nvPr/>
        </p:nvSpPr>
        <p:spPr>
          <a:xfrm>
            <a:off x="6412832" y="2356260"/>
            <a:ext cx="1809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FineMem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4093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4B962-C7D5-4D17-859B-885D6603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lt"/>
              </a:rPr>
              <a:t>Case Study: Key-value Store System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110F2-6A2B-466D-A76B-1B610601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FUSEE with </a:t>
            </a:r>
            <a:r>
              <a:rPr lang="en-US" altLang="ko-KR" dirty="0" err="1"/>
              <a:t>FineMem</a:t>
            </a:r>
            <a:r>
              <a:rPr lang="en-US" altLang="ko-KR" dirty="0"/>
              <a:t> as the memory block allocation backend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39B86D-0619-49C2-9FBD-4FBB28954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0804CB-43DE-4CD8-9422-CC09E1C9E188}"/>
              </a:ext>
            </a:extLst>
          </p:cNvPr>
          <p:cNvSpPr txBox="1"/>
          <p:nvPr/>
        </p:nvSpPr>
        <p:spPr>
          <a:xfrm>
            <a:off x="838200" y="291955"/>
            <a:ext cx="10752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</a:rPr>
              <a:t>Evaluation</a:t>
            </a:r>
          </a:p>
        </p:txBody>
      </p:sp>
      <p:grpSp>
        <p:nvGrpSpPr>
          <p:cNvPr id="275" name="그룹 274">
            <a:extLst>
              <a:ext uri="{FF2B5EF4-FFF2-40B4-BE49-F238E27FC236}">
                <a16:creationId xmlns:a16="http://schemas.microsoft.com/office/drawing/2014/main" id="{A25EF6C0-C611-430F-9B61-D7F2A95143D9}"/>
              </a:ext>
            </a:extLst>
          </p:cNvPr>
          <p:cNvGrpSpPr/>
          <p:nvPr/>
        </p:nvGrpSpPr>
        <p:grpSpPr>
          <a:xfrm>
            <a:off x="1128217" y="2418347"/>
            <a:ext cx="9935565" cy="2525201"/>
            <a:chOff x="772516" y="1965578"/>
            <a:chExt cx="9935565" cy="3239864"/>
          </a:xfrm>
        </p:grpSpPr>
        <p:grpSp>
          <p:nvGrpSpPr>
            <p:cNvPr id="6" name="object 265">
              <a:extLst>
                <a:ext uri="{FF2B5EF4-FFF2-40B4-BE49-F238E27FC236}">
                  <a16:creationId xmlns:a16="http://schemas.microsoft.com/office/drawing/2014/main" id="{C1FA4A5F-24D9-4D7A-94AA-B4533B9AA4DC}"/>
                </a:ext>
              </a:extLst>
            </p:cNvPr>
            <p:cNvGrpSpPr/>
            <p:nvPr/>
          </p:nvGrpSpPr>
          <p:grpSpPr>
            <a:xfrm>
              <a:off x="1852091" y="2061578"/>
              <a:ext cx="347980" cy="50800"/>
              <a:chOff x="1852091" y="2061578"/>
              <a:chExt cx="347980" cy="50800"/>
            </a:xfrm>
          </p:grpSpPr>
          <p:sp>
            <p:nvSpPr>
              <p:cNvPr id="7" name="object 266">
                <a:extLst>
                  <a:ext uri="{FF2B5EF4-FFF2-40B4-BE49-F238E27FC236}">
                    <a16:creationId xmlns:a16="http://schemas.microsoft.com/office/drawing/2014/main" id="{88D31239-AA26-4605-8B96-4435E3806D70}"/>
                  </a:ext>
                </a:extLst>
              </p:cNvPr>
              <p:cNvSpPr/>
              <p:nvPr/>
            </p:nvSpPr>
            <p:spPr>
              <a:xfrm>
                <a:off x="1852091" y="2086813"/>
                <a:ext cx="3479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7980">
                    <a:moveTo>
                      <a:pt x="0" y="0"/>
                    </a:moveTo>
                    <a:lnTo>
                      <a:pt x="173799" y="0"/>
                    </a:lnTo>
                    <a:lnTo>
                      <a:pt x="347586" y="0"/>
                    </a:lnTo>
                  </a:path>
                </a:pathLst>
              </a:custGeom>
              <a:ln w="21717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267">
                <a:extLst>
                  <a:ext uri="{FF2B5EF4-FFF2-40B4-BE49-F238E27FC236}">
                    <a16:creationId xmlns:a16="http://schemas.microsoft.com/office/drawing/2014/main" id="{775C17DF-AFA1-4284-9C11-1F32DEA3528B}"/>
                  </a:ext>
                </a:extLst>
              </p:cNvPr>
              <p:cNvSpPr/>
              <p:nvPr/>
            </p:nvSpPr>
            <p:spPr>
              <a:xfrm>
                <a:off x="2004161" y="2065108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7698" y="43421"/>
                    </a:moveTo>
                    <a:lnTo>
                      <a:pt x="21729" y="43421"/>
                    </a:lnTo>
                    <a:lnTo>
                      <a:pt x="15748" y="43421"/>
                    </a:lnTo>
                    <a:lnTo>
                      <a:pt x="10325" y="41249"/>
                    </a:lnTo>
                    <a:lnTo>
                      <a:pt x="2171" y="33108"/>
                    </a:lnTo>
                    <a:lnTo>
                      <a:pt x="0" y="27673"/>
                    </a:lnTo>
                    <a:lnTo>
                      <a:pt x="0" y="16281"/>
                    </a:lnTo>
                    <a:lnTo>
                      <a:pt x="2171" y="10312"/>
                    </a:lnTo>
                    <a:lnTo>
                      <a:pt x="6515" y="6515"/>
                    </a:lnTo>
                    <a:lnTo>
                      <a:pt x="10325" y="2171"/>
                    </a:lnTo>
                    <a:lnTo>
                      <a:pt x="15748" y="0"/>
                    </a:lnTo>
                    <a:lnTo>
                      <a:pt x="27698" y="0"/>
                    </a:lnTo>
                    <a:lnTo>
                      <a:pt x="33134" y="2171"/>
                    </a:lnTo>
                    <a:lnTo>
                      <a:pt x="36931" y="6515"/>
                    </a:lnTo>
                    <a:lnTo>
                      <a:pt x="41275" y="10312"/>
                    </a:lnTo>
                    <a:lnTo>
                      <a:pt x="43446" y="16281"/>
                    </a:lnTo>
                    <a:lnTo>
                      <a:pt x="43446" y="27673"/>
                    </a:lnTo>
                    <a:lnTo>
                      <a:pt x="41275" y="33108"/>
                    </a:lnTo>
                    <a:lnTo>
                      <a:pt x="33134" y="41249"/>
                    </a:lnTo>
                    <a:lnTo>
                      <a:pt x="27698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268">
                <a:extLst>
                  <a:ext uri="{FF2B5EF4-FFF2-40B4-BE49-F238E27FC236}">
                    <a16:creationId xmlns:a16="http://schemas.microsoft.com/office/drawing/2014/main" id="{C460811D-EBD6-4FB0-B1FB-D3D2D27D9A5D}"/>
                  </a:ext>
                </a:extLst>
              </p:cNvPr>
              <p:cNvSpPr/>
              <p:nvPr/>
            </p:nvSpPr>
            <p:spPr>
              <a:xfrm>
                <a:off x="2004161" y="2065108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27698" y="43421"/>
                    </a:lnTo>
                    <a:lnTo>
                      <a:pt x="33134" y="41249"/>
                    </a:lnTo>
                    <a:lnTo>
                      <a:pt x="36931" y="37452"/>
                    </a:lnTo>
                    <a:lnTo>
                      <a:pt x="41275" y="33108"/>
                    </a:lnTo>
                    <a:lnTo>
                      <a:pt x="43446" y="27673"/>
                    </a:lnTo>
                    <a:lnTo>
                      <a:pt x="43446" y="21704"/>
                    </a:lnTo>
                    <a:lnTo>
                      <a:pt x="43446" y="16281"/>
                    </a:lnTo>
                    <a:lnTo>
                      <a:pt x="41275" y="10312"/>
                    </a:lnTo>
                    <a:lnTo>
                      <a:pt x="36931" y="6515"/>
                    </a:lnTo>
                    <a:lnTo>
                      <a:pt x="33134" y="2171"/>
                    </a:lnTo>
                    <a:lnTo>
                      <a:pt x="27698" y="0"/>
                    </a:lnTo>
                    <a:lnTo>
                      <a:pt x="21729" y="0"/>
                    </a:lnTo>
                    <a:lnTo>
                      <a:pt x="15748" y="0"/>
                    </a:lnTo>
                    <a:lnTo>
                      <a:pt x="10325" y="2171"/>
                    </a:lnTo>
                    <a:lnTo>
                      <a:pt x="6515" y="6515"/>
                    </a:lnTo>
                    <a:lnTo>
                      <a:pt x="2171" y="10312"/>
                    </a:lnTo>
                    <a:lnTo>
                      <a:pt x="0" y="16281"/>
                    </a:lnTo>
                    <a:lnTo>
                      <a:pt x="0" y="21704"/>
                    </a:lnTo>
                    <a:lnTo>
                      <a:pt x="0" y="27673"/>
                    </a:lnTo>
                    <a:lnTo>
                      <a:pt x="2171" y="33108"/>
                    </a:lnTo>
                    <a:lnTo>
                      <a:pt x="6515" y="37452"/>
                    </a:lnTo>
                    <a:lnTo>
                      <a:pt x="10325" y="41249"/>
                    </a:lnTo>
                    <a:lnTo>
                      <a:pt x="15748" y="43421"/>
                    </a:lnTo>
                    <a:lnTo>
                      <a:pt x="21729" y="43421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0" name="object 269">
              <a:extLst>
                <a:ext uri="{FF2B5EF4-FFF2-40B4-BE49-F238E27FC236}">
                  <a16:creationId xmlns:a16="http://schemas.microsoft.com/office/drawing/2014/main" id="{207D8945-8FAF-4383-895F-640D498C7F66}"/>
                </a:ext>
              </a:extLst>
            </p:cNvPr>
            <p:cNvGrpSpPr/>
            <p:nvPr/>
          </p:nvGrpSpPr>
          <p:grpSpPr>
            <a:xfrm>
              <a:off x="2355557" y="2015718"/>
              <a:ext cx="747395" cy="134620"/>
              <a:chOff x="2355557" y="2015718"/>
              <a:chExt cx="747395" cy="134620"/>
            </a:xfrm>
          </p:grpSpPr>
        </p:grpSp>
        <p:grpSp>
          <p:nvGrpSpPr>
            <p:cNvPr id="11" name="object 292">
              <a:extLst>
                <a:ext uri="{FF2B5EF4-FFF2-40B4-BE49-F238E27FC236}">
                  <a16:creationId xmlns:a16="http://schemas.microsoft.com/office/drawing/2014/main" id="{4EA84A97-846E-487E-8E21-4033BA83517B}"/>
                </a:ext>
              </a:extLst>
            </p:cNvPr>
            <p:cNvGrpSpPr/>
            <p:nvPr/>
          </p:nvGrpSpPr>
          <p:grpSpPr>
            <a:xfrm>
              <a:off x="4468774" y="2052891"/>
              <a:ext cx="347980" cy="68580"/>
              <a:chOff x="4468774" y="2052891"/>
              <a:chExt cx="347980" cy="68580"/>
            </a:xfrm>
          </p:grpSpPr>
          <p:sp>
            <p:nvSpPr>
              <p:cNvPr id="12" name="object 293">
                <a:extLst>
                  <a:ext uri="{FF2B5EF4-FFF2-40B4-BE49-F238E27FC236}">
                    <a16:creationId xmlns:a16="http://schemas.microsoft.com/office/drawing/2014/main" id="{E535424A-880F-4E48-993C-0643B5AEADE7}"/>
                  </a:ext>
                </a:extLst>
              </p:cNvPr>
              <p:cNvSpPr/>
              <p:nvPr/>
            </p:nvSpPr>
            <p:spPr>
              <a:xfrm>
                <a:off x="4468774" y="2086813"/>
                <a:ext cx="3479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7979">
                    <a:moveTo>
                      <a:pt x="0" y="0"/>
                    </a:moveTo>
                    <a:lnTo>
                      <a:pt x="173786" y="0"/>
                    </a:lnTo>
                    <a:lnTo>
                      <a:pt x="347586" y="0"/>
                    </a:lnTo>
                  </a:path>
                </a:pathLst>
              </a:custGeom>
              <a:ln w="21717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294">
                <a:extLst>
                  <a:ext uri="{FF2B5EF4-FFF2-40B4-BE49-F238E27FC236}">
                    <a16:creationId xmlns:a16="http://schemas.microsoft.com/office/drawing/2014/main" id="{3B72107F-D319-49E0-A7E4-2446F8EB0A71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608080" y="2052891"/>
                <a:ext cx="68973" cy="68389"/>
              </a:xfrm>
              <a:prstGeom prst="rect">
                <a:avLst/>
              </a:prstGeom>
            </p:spPr>
          </p:pic>
        </p:grpSp>
        <p:grpSp>
          <p:nvGrpSpPr>
            <p:cNvPr id="14" name="object 295">
              <a:extLst>
                <a:ext uri="{FF2B5EF4-FFF2-40B4-BE49-F238E27FC236}">
                  <a16:creationId xmlns:a16="http://schemas.microsoft.com/office/drawing/2014/main" id="{3AE2AA24-6182-44DB-B89B-0ED386D9357C}"/>
                </a:ext>
              </a:extLst>
            </p:cNvPr>
            <p:cNvGrpSpPr/>
            <p:nvPr/>
          </p:nvGrpSpPr>
          <p:grpSpPr>
            <a:xfrm>
              <a:off x="4972227" y="2018969"/>
              <a:ext cx="1215390" cy="164465"/>
              <a:chOff x="4972227" y="2018969"/>
              <a:chExt cx="1215390" cy="164465"/>
            </a:xfrm>
          </p:grpSpPr>
        </p:grpSp>
        <p:grpSp>
          <p:nvGrpSpPr>
            <p:cNvPr id="15" name="object 276">
              <a:extLst>
                <a:ext uri="{FF2B5EF4-FFF2-40B4-BE49-F238E27FC236}">
                  <a16:creationId xmlns:a16="http://schemas.microsoft.com/office/drawing/2014/main" id="{33CE1474-C9F5-4F5A-9B08-CB0BDFE6C3BC}"/>
                </a:ext>
              </a:extLst>
            </p:cNvPr>
            <p:cNvGrpSpPr/>
            <p:nvPr/>
          </p:nvGrpSpPr>
          <p:grpSpPr>
            <a:xfrm>
              <a:off x="1852091" y="2316391"/>
              <a:ext cx="347980" cy="51435"/>
              <a:chOff x="1852091" y="2316391"/>
              <a:chExt cx="347980" cy="51435"/>
            </a:xfrm>
          </p:grpSpPr>
          <p:sp>
            <p:nvSpPr>
              <p:cNvPr id="16" name="object 277">
                <a:extLst>
                  <a:ext uri="{FF2B5EF4-FFF2-40B4-BE49-F238E27FC236}">
                    <a16:creationId xmlns:a16="http://schemas.microsoft.com/office/drawing/2014/main" id="{0001D4EF-F88E-407E-BDF5-4D375D70C382}"/>
                  </a:ext>
                </a:extLst>
              </p:cNvPr>
              <p:cNvSpPr/>
              <p:nvPr/>
            </p:nvSpPr>
            <p:spPr>
              <a:xfrm>
                <a:off x="1852091" y="2341918"/>
                <a:ext cx="3479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7980">
                    <a:moveTo>
                      <a:pt x="0" y="0"/>
                    </a:moveTo>
                    <a:lnTo>
                      <a:pt x="173799" y="0"/>
                    </a:lnTo>
                    <a:lnTo>
                      <a:pt x="347586" y="0"/>
                    </a:lnTo>
                  </a:path>
                </a:pathLst>
              </a:custGeom>
              <a:ln w="21717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278">
                <a:extLst>
                  <a:ext uri="{FF2B5EF4-FFF2-40B4-BE49-F238E27FC236}">
                    <a16:creationId xmlns:a16="http://schemas.microsoft.com/office/drawing/2014/main" id="{9F20ABC3-97F1-4B9A-B203-D6B5F08583F6}"/>
                  </a:ext>
                </a:extLst>
              </p:cNvPr>
              <p:cNvSpPr/>
              <p:nvPr/>
            </p:nvSpPr>
            <p:spPr>
              <a:xfrm>
                <a:off x="2004161" y="2320201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43446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43446" y="0"/>
                    </a:lnTo>
                    <a:lnTo>
                      <a:pt x="43446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279">
                <a:extLst>
                  <a:ext uri="{FF2B5EF4-FFF2-40B4-BE49-F238E27FC236}">
                    <a16:creationId xmlns:a16="http://schemas.microsoft.com/office/drawing/2014/main" id="{91C2989B-445D-4135-9543-12C7818D8D78}"/>
                  </a:ext>
                </a:extLst>
              </p:cNvPr>
              <p:cNvSpPr/>
              <p:nvPr/>
            </p:nvSpPr>
            <p:spPr>
              <a:xfrm>
                <a:off x="2004161" y="2320201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0" y="43421"/>
                    </a:moveTo>
                    <a:lnTo>
                      <a:pt x="43446" y="43421"/>
                    </a:lnTo>
                    <a:lnTo>
                      <a:pt x="43446" y="0"/>
                    </a:lnTo>
                    <a:lnTo>
                      <a:pt x="0" y="0"/>
                    </a:lnTo>
                    <a:lnTo>
                      <a:pt x="0" y="43421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9" name="object 280">
              <a:extLst>
                <a:ext uri="{FF2B5EF4-FFF2-40B4-BE49-F238E27FC236}">
                  <a16:creationId xmlns:a16="http://schemas.microsoft.com/office/drawing/2014/main" id="{8F05F304-DDE2-4AC1-88EF-E493804FB51D}"/>
                </a:ext>
              </a:extLst>
            </p:cNvPr>
            <p:cNvGrpSpPr/>
            <p:nvPr/>
          </p:nvGrpSpPr>
          <p:grpSpPr>
            <a:xfrm>
              <a:off x="2355557" y="2270810"/>
              <a:ext cx="1749882" cy="168085"/>
              <a:chOff x="2355557" y="2270810"/>
              <a:chExt cx="1749882" cy="168085"/>
            </a:xfrm>
          </p:grpSpPr>
        </p:grpSp>
        <p:grpSp>
          <p:nvGrpSpPr>
            <p:cNvPr id="20" name="object 303">
              <a:extLst>
                <a:ext uri="{FF2B5EF4-FFF2-40B4-BE49-F238E27FC236}">
                  <a16:creationId xmlns:a16="http://schemas.microsoft.com/office/drawing/2014/main" id="{1ADF5A2E-28CD-470F-AF3D-3BB3AC94E0AC}"/>
                </a:ext>
              </a:extLst>
            </p:cNvPr>
            <p:cNvGrpSpPr/>
            <p:nvPr/>
          </p:nvGrpSpPr>
          <p:grpSpPr>
            <a:xfrm>
              <a:off x="4468774" y="2316670"/>
              <a:ext cx="347980" cy="50800"/>
              <a:chOff x="4468774" y="2316670"/>
              <a:chExt cx="347980" cy="50800"/>
            </a:xfrm>
          </p:grpSpPr>
          <p:sp>
            <p:nvSpPr>
              <p:cNvPr id="21" name="object 304">
                <a:extLst>
                  <a:ext uri="{FF2B5EF4-FFF2-40B4-BE49-F238E27FC236}">
                    <a16:creationId xmlns:a16="http://schemas.microsoft.com/office/drawing/2014/main" id="{894F2AEF-2064-4CDA-AF9C-0E45B959720D}"/>
                  </a:ext>
                </a:extLst>
              </p:cNvPr>
              <p:cNvSpPr/>
              <p:nvPr/>
            </p:nvSpPr>
            <p:spPr>
              <a:xfrm>
                <a:off x="4468774" y="2341918"/>
                <a:ext cx="3479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7979">
                    <a:moveTo>
                      <a:pt x="0" y="0"/>
                    </a:moveTo>
                    <a:lnTo>
                      <a:pt x="173786" y="0"/>
                    </a:lnTo>
                    <a:lnTo>
                      <a:pt x="347586" y="0"/>
                    </a:lnTo>
                  </a:path>
                </a:pathLst>
              </a:custGeom>
              <a:ln w="21717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305">
                <a:extLst>
                  <a:ext uri="{FF2B5EF4-FFF2-40B4-BE49-F238E27FC236}">
                    <a16:creationId xmlns:a16="http://schemas.microsoft.com/office/drawing/2014/main" id="{386F87C8-CA5C-4C54-85BB-0260A57FB3AE}"/>
                  </a:ext>
                </a:extLst>
              </p:cNvPr>
              <p:cNvSpPr/>
              <p:nvPr/>
            </p:nvSpPr>
            <p:spPr>
              <a:xfrm>
                <a:off x="4620844" y="2320201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16" y="43421"/>
                    </a:moveTo>
                    <a:lnTo>
                      <a:pt x="0" y="0"/>
                    </a:lnTo>
                    <a:lnTo>
                      <a:pt x="43446" y="0"/>
                    </a:lnTo>
                    <a:lnTo>
                      <a:pt x="21716" y="4342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306">
                <a:extLst>
                  <a:ext uri="{FF2B5EF4-FFF2-40B4-BE49-F238E27FC236}">
                    <a16:creationId xmlns:a16="http://schemas.microsoft.com/office/drawing/2014/main" id="{C2ACC358-145B-418D-B205-A041537BB196}"/>
                  </a:ext>
                </a:extLst>
              </p:cNvPr>
              <p:cNvSpPr/>
              <p:nvPr/>
            </p:nvSpPr>
            <p:spPr>
              <a:xfrm>
                <a:off x="4620844" y="2320201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16" y="43421"/>
                    </a:moveTo>
                    <a:lnTo>
                      <a:pt x="43446" y="0"/>
                    </a:lnTo>
                    <a:lnTo>
                      <a:pt x="0" y="0"/>
                    </a:lnTo>
                    <a:lnTo>
                      <a:pt x="21716" y="43421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4" name="object 307">
              <a:extLst>
                <a:ext uri="{FF2B5EF4-FFF2-40B4-BE49-F238E27FC236}">
                  <a16:creationId xmlns:a16="http://schemas.microsoft.com/office/drawing/2014/main" id="{BDCF3272-F8B6-4FA5-8941-23E3B97FD04B}"/>
                </a:ext>
              </a:extLst>
            </p:cNvPr>
            <p:cNvGrpSpPr/>
            <p:nvPr/>
          </p:nvGrpSpPr>
          <p:grpSpPr>
            <a:xfrm>
              <a:off x="4965166" y="2270810"/>
              <a:ext cx="1374775" cy="134620"/>
              <a:chOff x="4965166" y="2270810"/>
              <a:chExt cx="1374775" cy="134620"/>
            </a:xfrm>
          </p:grpSpPr>
        </p:grpSp>
        <p:grpSp>
          <p:nvGrpSpPr>
            <p:cNvPr id="25" name="object 3">
              <a:extLst>
                <a:ext uri="{FF2B5EF4-FFF2-40B4-BE49-F238E27FC236}">
                  <a16:creationId xmlns:a16="http://schemas.microsoft.com/office/drawing/2014/main" id="{92259FBE-6A39-4CC6-91EE-58EEF890F777}"/>
                </a:ext>
              </a:extLst>
            </p:cNvPr>
            <p:cNvGrpSpPr/>
            <p:nvPr/>
          </p:nvGrpSpPr>
          <p:grpSpPr>
            <a:xfrm>
              <a:off x="822375" y="2569870"/>
              <a:ext cx="3051175" cy="2030095"/>
              <a:chOff x="822375" y="2569870"/>
              <a:chExt cx="3051175" cy="2030095"/>
            </a:xfrm>
          </p:grpSpPr>
          <p:sp>
            <p:nvSpPr>
              <p:cNvPr id="26" name="object 4">
                <a:extLst>
                  <a:ext uri="{FF2B5EF4-FFF2-40B4-BE49-F238E27FC236}">
                    <a16:creationId xmlns:a16="http://schemas.microsoft.com/office/drawing/2014/main" id="{79BE1308-B459-491A-9871-73D9CECD275A}"/>
                  </a:ext>
                </a:extLst>
              </p:cNvPr>
              <p:cNvSpPr/>
              <p:nvPr/>
            </p:nvSpPr>
            <p:spPr>
              <a:xfrm>
                <a:off x="1180820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2551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5">
                <a:extLst>
                  <a:ext uri="{FF2B5EF4-FFF2-40B4-BE49-F238E27FC236}">
                    <a16:creationId xmlns:a16="http://schemas.microsoft.com/office/drawing/2014/main" id="{B77A025D-DB05-43A6-875D-D568E840E9C9}"/>
                  </a:ext>
                </a:extLst>
              </p:cNvPr>
              <p:cNvSpPr/>
              <p:nvPr/>
            </p:nvSpPr>
            <p:spPr>
              <a:xfrm>
                <a:off x="1180820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514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8">
                <a:extLst>
                  <a:ext uri="{FF2B5EF4-FFF2-40B4-BE49-F238E27FC236}">
                    <a16:creationId xmlns:a16="http://schemas.microsoft.com/office/drawing/2014/main" id="{2180CE97-06DB-4828-98E6-B0F69B29B3E7}"/>
                  </a:ext>
                </a:extLst>
              </p:cNvPr>
              <p:cNvSpPr/>
              <p:nvPr/>
            </p:nvSpPr>
            <p:spPr>
              <a:xfrm>
                <a:off x="1543608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2551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9">
                <a:extLst>
                  <a:ext uri="{FF2B5EF4-FFF2-40B4-BE49-F238E27FC236}">
                    <a16:creationId xmlns:a16="http://schemas.microsoft.com/office/drawing/2014/main" id="{6E319B34-7283-4ACD-9063-1829D737182A}"/>
                  </a:ext>
                </a:extLst>
              </p:cNvPr>
              <p:cNvSpPr/>
              <p:nvPr/>
            </p:nvSpPr>
            <p:spPr>
              <a:xfrm>
                <a:off x="1543608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514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12">
                <a:extLst>
                  <a:ext uri="{FF2B5EF4-FFF2-40B4-BE49-F238E27FC236}">
                    <a16:creationId xmlns:a16="http://schemas.microsoft.com/office/drawing/2014/main" id="{A52D2E6B-EB04-4F0A-A2D6-2EFC478C53A1}"/>
                  </a:ext>
                </a:extLst>
              </p:cNvPr>
              <p:cNvSpPr/>
              <p:nvPr/>
            </p:nvSpPr>
            <p:spPr>
              <a:xfrm>
                <a:off x="1906409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2551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13">
                <a:extLst>
                  <a:ext uri="{FF2B5EF4-FFF2-40B4-BE49-F238E27FC236}">
                    <a16:creationId xmlns:a16="http://schemas.microsoft.com/office/drawing/2014/main" id="{0B587965-50A4-46D2-9687-7DFC3C156FF2}"/>
                  </a:ext>
                </a:extLst>
              </p:cNvPr>
              <p:cNvSpPr/>
              <p:nvPr/>
            </p:nvSpPr>
            <p:spPr>
              <a:xfrm>
                <a:off x="1906409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514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16">
                <a:extLst>
                  <a:ext uri="{FF2B5EF4-FFF2-40B4-BE49-F238E27FC236}">
                    <a16:creationId xmlns:a16="http://schemas.microsoft.com/office/drawing/2014/main" id="{1FFEC7B2-6024-464D-A826-87833E493C70}"/>
                  </a:ext>
                </a:extLst>
              </p:cNvPr>
              <p:cNvSpPr/>
              <p:nvPr/>
            </p:nvSpPr>
            <p:spPr>
              <a:xfrm>
                <a:off x="2269197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2551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17">
                <a:extLst>
                  <a:ext uri="{FF2B5EF4-FFF2-40B4-BE49-F238E27FC236}">
                    <a16:creationId xmlns:a16="http://schemas.microsoft.com/office/drawing/2014/main" id="{D849874F-72BC-469C-80B2-1356166D05EE}"/>
                  </a:ext>
                </a:extLst>
              </p:cNvPr>
              <p:cNvSpPr/>
              <p:nvPr/>
            </p:nvSpPr>
            <p:spPr>
              <a:xfrm>
                <a:off x="2269197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514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20">
                <a:extLst>
                  <a:ext uri="{FF2B5EF4-FFF2-40B4-BE49-F238E27FC236}">
                    <a16:creationId xmlns:a16="http://schemas.microsoft.com/office/drawing/2014/main" id="{61A189E7-A7C7-4CA1-AE46-CAFC8317B552}"/>
                  </a:ext>
                </a:extLst>
              </p:cNvPr>
              <p:cNvSpPr/>
              <p:nvPr/>
            </p:nvSpPr>
            <p:spPr>
              <a:xfrm>
                <a:off x="2631452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2551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21">
                <a:extLst>
                  <a:ext uri="{FF2B5EF4-FFF2-40B4-BE49-F238E27FC236}">
                    <a16:creationId xmlns:a16="http://schemas.microsoft.com/office/drawing/2014/main" id="{6907E00A-2341-426B-B64C-91BFCD3C549D}"/>
                  </a:ext>
                </a:extLst>
              </p:cNvPr>
              <p:cNvSpPr/>
              <p:nvPr/>
            </p:nvSpPr>
            <p:spPr>
              <a:xfrm>
                <a:off x="2631452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514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24">
                <a:extLst>
                  <a:ext uri="{FF2B5EF4-FFF2-40B4-BE49-F238E27FC236}">
                    <a16:creationId xmlns:a16="http://schemas.microsoft.com/office/drawing/2014/main" id="{DB7F4EF1-95B1-40C9-BF8D-E0ED2A5D4FB4}"/>
                  </a:ext>
                </a:extLst>
              </p:cNvPr>
              <p:cNvSpPr/>
              <p:nvPr/>
            </p:nvSpPr>
            <p:spPr>
              <a:xfrm>
                <a:off x="2994240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2551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25">
                <a:extLst>
                  <a:ext uri="{FF2B5EF4-FFF2-40B4-BE49-F238E27FC236}">
                    <a16:creationId xmlns:a16="http://schemas.microsoft.com/office/drawing/2014/main" id="{C62A88B6-1F8F-4A85-8993-4D33EE61F9B2}"/>
                  </a:ext>
                </a:extLst>
              </p:cNvPr>
              <p:cNvSpPr/>
              <p:nvPr/>
            </p:nvSpPr>
            <p:spPr>
              <a:xfrm>
                <a:off x="2994240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514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28">
                <a:extLst>
                  <a:ext uri="{FF2B5EF4-FFF2-40B4-BE49-F238E27FC236}">
                    <a16:creationId xmlns:a16="http://schemas.microsoft.com/office/drawing/2014/main" id="{B1B163DC-DCEA-44E2-9303-3283F2653A6D}"/>
                  </a:ext>
                </a:extLst>
              </p:cNvPr>
              <p:cNvSpPr/>
              <p:nvPr/>
            </p:nvSpPr>
            <p:spPr>
              <a:xfrm>
                <a:off x="3357041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2551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29">
                <a:extLst>
                  <a:ext uri="{FF2B5EF4-FFF2-40B4-BE49-F238E27FC236}">
                    <a16:creationId xmlns:a16="http://schemas.microsoft.com/office/drawing/2014/main" id="{71B00FDD-59EA-4B40-9FE5-AEC2248E0C74}"/>
                  </a:ext>
                </a:extLst>
              </p:cNvPr>
              <p:cNvSpPr/>
              <p:nvPr/>
            </p:nvSpPr>
            <p:spPr>
              <a:xfrm>
                <a:off x="3357041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514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33">
                <a:extLst>
                  <a:ext uri="{FF2B5EF4-FFF2-40B4-BE49-F238E27FC236}">
                    <a16:creationId xmlns:a16="http://schemas.microsoft.com/office/drawing/2014/main" id="{F017D6EB-CEA9-4133-830D-2258FD2527AE}"/>
                  </a:ext>
                </a:extLst>
              </p:cNvPr>
              <p:cNvSpPr/>
              <p:nvPr/>
            </p:nvSpPr>
            <p:spPr>
              <a:xfrm>
                <a:off x="3719829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2551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34">
                <a:extLst>
                  <a:ext uri="{FF2B5EF4-FFF2-40B4-BE49-F238E27FC236}">
                    <a16:creationId xmlns:a16="http://schemas.microsoft.com/office/drawing/2014/main" id="{6F007F2B-1898-41C3-8401-C3A63A0A0768}"/>
                  </a:ext>
                </a:extLst>
              </p:cNvPr>
              <p:cNvSpPr/>
              <p:nvPr/>
            </p:nvSpPr>
            <p:spPr>
              <a:xfrm>
                <a:off x="3719829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514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38">
                <a:extLst>
                  <a:ext uri="{FF2B5EF4-FFF2-40B4-BE49-F238E27FC236}">
                    <a16:creationId xmlns:a16="http://schemas.microsoft.com/office/drawing/2014/main" id="{0252D2F5-FE0B-49A3-9206-501C568922B6}"/>
                  </a:ext>
                </a:extLst>
              </p:cNvPr>
              <p:cNvSpPr/>
              <p:nvPr/>
            </p:nvSpPr>
            <p:spPr>
              <a:xfrm>
                <a:off x="1155293" y="4396790"/>
                <a:ext cx="26034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034">
                    <a:moveTo>
                      <a:pt x="25526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39">
                <a:extLst>
                  <a:ext uri="{FF2B5EF4-FFF2-40B4-BE49-F238E27FC236}">
                    <a16:creationId xmlns:a16="http://schemas.microsoft.com/office/drawing/2014/main" id="{3C00E8DB-B7EF-4DC6-A46F-F43E1771D950}"/>
                  </a:ext>
                </a:extLst>
              </p:cNvPr>
              <p:cNvSpPr/>
              <p:nvPr/>
            </p:nvSpPr>
            <p:spPr>
              <a:xfrm>
                <a:off x="1155293" y="4396790"/>
                <a:ext cx="26034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034">
                    <a:moveTo>
                      <a:pt x="25526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41">
                <a:extLst>
                  <a:ext uri="{FF2B5EF4-FFF2-40B4-BE49-F238E27FC236}">
                    <a16:creationId xmlns:a16="http://schemas.microsoft.com/office/drawing/2014/main" id="{BB3ECCFE-1DE0-4C10-8CF0-5EFA5E5543F0}"/>
                  </a:ext>
                </a:extLst>
              </p:cNvPr>
              <p:cNvSpPr/>
              <p:nvPr/>
            </p:nvSpPr>
            <p:spPr>
              <a:xfrm>
                <a:off x="1155293" y="3964762"/>
                <a:ext cx="26034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034">
                    <a:moveTo>
                      <a:pt x="25526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43">
                <a:extLst>
                  <a:ext uri="{FF2B5EF4-FFF2-40B4-BE49-F238E27FC236}">
                    <a16:creationId xmlns:a16="http://schemas.microsoft.com/office/drawing/2014/main" id="{24A23E42-D725-43C2-A904-480779F09ED4}"/>
                  </a:ext>
                </a:extLst>
              </p:cNvPr>
              <p:cNvSpPr/>
              <p:nvPr/>
            </p:nvSpPr>
            <p:spPr>
              <a:xfrm>
                <a:off x="1155293" y="3532720"/>
                <a:ext cx="26034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034">
                    <a:moveTo>
                      <a:pt x="25526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44">
                <a:extLst>
                  <a:ext uri="{FF2B5EF4-FFF2-40B4-BE49-F238E27FC236}">
                    <a16:creationId xmlns:a16="http://schemas.microsoft.com/office/drawing/2014/main" id="{2287028F-9F6A-47EC-886D-1AD9198CDF82}"/>
                  </a:ext>
                </a:extLst>
              </p:cNvPr>
              <p:cNvSpPr/>
              <p:nvPr/>
            </p:nvSpPr>
            <p:spPr>
              <a:xfrm>
                <a:off x="1155293" y="3532720"/>
                <a:ext cx="26034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034">
                    <a:moveTo>
                      <a:pt x="25526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46">
                <a:extLst>
                  <a:ext uri="{FF2B5EF4-FFF2-40B4-BE49-F238E27FC236}">
                    <a16:creationId xmlns:a16="http://schemas.microsoft.com/office/drawing/2014/main" id="{F349B6F9-20D9-4542-88AF-354DEC1A9AD4}"/>
                  </a:ext>
                </a:extLst>
              </p:cNvPr>
              <p:cNvSpPr/>
              <p:nvPr/>
            </p:nvSpPr>
            <p:spPr>
              <a:xfrm>
                <a:off x="1155293" y="3100692"/>
                <a:ext cx="26034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034">
                    <a:moveTo>
                      <a:pt x="25526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47">
                <a:extLst>
                  <a:ext uri="{FF2B5EF4-FFF2-40B4-BE49-F238E27FC236}">
                    <a16:creationId xmlns:a16="http://schemas.microsoft.com/office/drawing/2014/main" id="{F8E22CFC-501E-4471-9334-1D02C613F18F}"/>
                  </a:ext>
                </a:extLst>
              </p:cNvPr>
              <p:cNvSpPr/>
              <p:nvPr/>
            </p:nvSpPr>
            <p:spPr>
              <a:xfrm>
                <a:off x="1155293" y="3100692"/>
                <a:ext cx="26034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034">
                    <a:moveTo>
                      <a:pt x="25526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61">
                <a:extLst>
                  <a:ext uri="{FF2B5EF4-FFF2-40B4-BE49-F238E27FC236}">
                    <a16:creationId xmlns:a16="http://schemas.microsoft.com/office/drawing/2014/main" id="{ADC3C1CB-D05D-476F-ADB6-082A107D6855}"/>
                  </a:ext>
                </a:extLst>
              </p:cNvPr>
              <p:cNvSpPr/>
              <p:nvPr/>
            </p:nvSpPr>
            <p:spPr>
              <a:xfrm>
                <a:off x="1180820" y="2846679"/>
                <a:ext cx="2539365" cy="1183005"/>
              </a:xfrm>
              <a:custGeom>
                <a:avLst/>
                <a:gdLst/>
                <a:ahLst/>
                <a:cxnLst/>
                <a:rect l="l" t="t" r="r" b="b"/>
                <a:pathLst>
                  <a:path w="2539365" h="1183004">
                    <a:moveTo>
                      <a:pt x="0" y="1182662"/>
                    </a:moveTo>
                    <a:lnTo>
                      <a:pt x="362788" y="818476"/>
                    </a:lnTo>
                    <a:lnTo>
                      <a:pt x="725589" y="443979"/>
                    </a:lnTo>
                    <a:lnTo>
                      <a:pt x="1088377" y="73812"/>
                    </a:lnTo>
                    <a:lnTo>
                      <a:pt x="1450632" y="2171"/>
                    </a:lnTo>
                    <a:lnTo>
                      <a:pt x="1813420" y="145999"/>
                    </a:lnTo>
                    <a:lnTo>
                      <a:pt x="2176221" y="62420"/>
                    </a:lnTo>
                    <a:lnTo>
                      <a:pt x="2539009" y="0"/>
                    </a:lnTo>
                  </a:path>
                </a:pathLst>
              </a:custGeom>
              <a:ln w="21717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62">
                <a:extLst>
                  <a:ext uri="{FF2B5EF4-FFF2-40B4-BE49-F238E27FC236}">
                    <a16:creationId xmlns:a16="http://schemas.microsoft.com/office/drawing/2014/main" id="{6B3ABF8A-B06F-4BB2-86C2-9C916C156232}"/>
                  </a:ext>
                </a:extLst>
              </p:cNvPr>
              <p:cNvSpPr/>
              <p:nvPr/>
            </p:nvSpPr>
            <p:spPr>
              <a:xfrm>
                <a:off x="1180820" y="4007637"/>
                <a:ext cx="2222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3814">
                    <a:moveTo>
                      <a:pt x="5968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5968" y="0"/>
                    </a:lnTo>
                    <a:lnTo>
                      <a:pt x="11404" y="2717"/>
                    </a:lnTo>
                    <a:lnTo>
                      <a:pt x="19545" y="10858"/>
                    </a:lnTo>
                    <a:lnTo>
                      <a:pt x="21717" y="16281"/>
                    </a:lnTo>
                    <a:lnTo>
                      <a:pt x="21717" y="27673"/>
                    </a:lnTo>
                    <a:lnTo>
                      <a:pt x="19545" y="33108"/>
                    </a:lnTo>
                    <a:lnTo>
                      <a:pt x="11404" y="41249"/>
                    </a:lnTo>
                    <a:lnTo>
                      <a:pt x="5968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63">
                <a:extLst>
                  <a:ext uri="{FF2B5EF4-FFF2-40B4-BE49-F238E27FC236}">
                    <a16:creationId xmlns:a16="http://schemas.microsoft.com/office/drawing/2014/main" id="{5DE95394-DF6F-495E-B829-6EB82EA90D31}"/>
                  </a:ext>
                </a:extLst>
              </p:cNvPr>
              <p:cNvSpPr/>
              <p:nvPr/>
            </p:nvSpPr>
            <p:spPr>
              <a:xfrm>
                <a:off x="1180820" y="4007637"/>
                <a:ext cx="2222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3814">
                    <a:moveTo>
                      <a:pt x="0" y="43421"/>
                    </a:moveTo>
                    <a:lnTo>
                      <a:pt x="21717" y="27673"/>
                    </a:lnTo>
                    <a:lnTo>
                      <a:pt x="21717" y="21704"/>
                    </a:lnTo>
                    <a:lnTo>
                      <a:pt x="21717" y="16281"/>
                    </a:lnTo>
                    <a:lnTo>
                      <a:pt x="19545" y="10858"/>
                    </a:lnTo>
                    <a:lnTo>
                      <a:pt x="15201" y="6515"/>
                    </a:lnTo>
                    <a:lnTo>
                      <a:pt x="11404" y="2717"/>
                    </a:lnTo>
                    <a:lnTo>
                      <a:pt x="5968" y="0"/>
                    </a:lnTo>
                    <a:lnTo>
                      <a:pt x="0" y="0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64">
                <a:extLst>
                  <a:ext uri="{FF2B5EF4-FFF2-40B4-BE49-F238E27FC236}">
                    <a16:creationId xmlns:a16="http://schemas.microsoft.com/office/drawing/2014/main" id="{E4C100A8-97A6-4EA1-9D7F-0C33BE7B77D6}"/>
                  </a:ext>
                </a:extLst>
              </p:cNvPr>
              <p:cNvSpPr/>
              <p:nvPr/>
            </p:nvSpPr>
            <p:spPr>
              <a:xfrm>
                <a:off x="1521891" y="3643439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43814">
                    <a:moveTo>
                      <a:pt x="27152" y="43421"/>
                    </a:moveTo>
                    <a:lnTo>
                      <a:pt x="21716" y="43421"/>
                    </a:lnTo>
                    <a:lnTo>
                      <a:pt x="15747" y="43421"/>
                    </a:lnTo>
                    <a:lnTo>
                      <a:pt x="10312" y="41249"/>
                    </a:lnTo>
                    <a:lnTo>
                      <a:pt x="2171" y="33108"/>
                    </a:lnTo>
                    <a:lnTo>
                      <a:pt x="0" y="27686"/>
                    </a:lnTo>
                    <a:lnTo>
                      <a:pt x="0" y="16294"/>
                    </a:lnTo>
                    <a:lnTo>
                      <a:pt x="2171" y="10312"/>
                    </a:lnTo>
                    <a:lnTo>
                      <a:pt x="6515" y="6515"/>
                    </a:lnTo>
                    <a:lnTo>
                      <a:pt x="10312" y="2171"/>
                    </a:lnTo>
                    <a:lnTo>
                      <a:pt x="15747" y="0"/>
                    </a:lnTo>
                    <a:lnTo>
                      <a:pt x="27152" y="0"/>
                    </a:lnTo>
                    <a:lnTo>
                      <a:pt x="33121" y="2171"/>
                    </a:lnTo>
                    <a:lnTo>
                      <a:pt x="36931" y="6515"/>
                    </a:lnTo>
                    <a:lnTo>
                      <a:pt x="41275" y="10312"/>
                    </a:lnTo>
                    <a:lnTo>
                      <a:pt x="43446" y="16294"/>
                    </a:lnTo>
                    <a:lnTo>
                      <a:pt x="43446" y="27686"/>
                    </a:lnTo>
                    <a:lnTo>
                      <a:pt x="41275" y="33108"/>
                    </a:lnTo>
                    <a:lnTo>
                      <a:pt x="33121" y="41249"/>
                    </a:lnTo>
                    <a:lnTo>
                      <a:pt x="27152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65">
                <a:extLst>
                  <a:ext uri="{FF2B5EF4-FFF2-40B4-BE49-F238E27FC236}">
                    <a16:creationId xmlns:a16="http://schemas.microsoft.com/office/drawing/2014/main" id="{60BB28C9-642F-4915-8E8C-62F6976E60CF}"/>
                  </a:ext>
                </a:extLst>
              </p:cNvPr>
              <p:cNvSpPr/>
              <p:nvPr/>
            </p:nvSpPr>
            <p:spPr>
              <a:xfrm>
                <a:off x="1521891" y="3643439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43814">
                    <a:moveTo>
                      <a:pt x="21716" y="43421"/>
                    </a:moveTo>
                    <a:lnTo>
                      <a:pt x="27152" y="43421"/>
                    </a:lnTo>
                    <a:lnTo>
                      <a:pt x="33121" y="41249"/>
                    </a:lnTo>
                    <a:lnTo>
                      <a:pt x="36931" y="37452"/>
                    </a:lnTo>
                    <a:lnTo>
                      <a:pt x="41275" y="33108"/>
                    </a:lnTo>
                    <a:lnTo>
                      <a:pt x="43446" y="27686"/>
                    </a:lnTo>
                    <a:lnTo>
                      <a:pt x="43446" y="21717"/>
                    </a:lnTo>
                    <a:lnTo>
                      <a:pt x="43446" y="16294"/>
                    </a:lnTo>
                    <a:lnTo>
                      <a:pt x="41275" y="10312"/>
                    </a:lnTo>
                    <a:lnTo>
                      <a:pt x="36931" y="6515"/>
                    </a:lnTo>
                    <a:lnTo>
                      <a:pt x="33121" y="2171"/>
                    </a:lnTo>
                    <a:lnTo>
                      <a:pt x="27152" y="0"/>
                    </a:lnTo>
                    <a:lnTo>
                      <a:pt x="21716" y="0"/>
                    </a:lnTo>
                    <a:lnTo>
                      <a:pt x="15747" y="0"/>
                    </a:lnTo>
                    <a:lnTo>
                      <a:pt x="10312" y="2171"/>
                    </a:lnTo>
                    <a:lnTo>
                      <a:pt x="6515" y="6515"/>
                    </a:lnTo>
                    <a:lnTo>
                      <a:pt x="2171" y="10312"/>
                    </a:lnTo>
                    <a:lnTo>
                      <a:pt x="0" y="16294"/>
                    </a:lnTo>
                    <a:lnTo>
                      <a:pt x="0" y="21717"/>
                    </a:lnTo>
                    <a:lnTo>
                      <a:pt x="0" y="27686"/>
                    </a:lnTo>
                    <a:lnTo>
                      <a:pt x="2171" y="33108"/>
                    </a:lnTo>
                    <a:lnTo>
                      <a:pt x="6515" y="37452"/>
                    </a:lnTo>
                    <a:lnTo>
                      <a:pt x="10312" y="41249"/>
                    </a:lnTo>
                    <a:lnTo>
                      <a:pt x="15747" y="43421"/>
                    </a:lnTo>
                    <a:lnTo>
                      <a:pt x="21716" y="43421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66">
                <a:extLst>
                  <a:ext uri="{FF2B5EF4-FFF2-40B4-BE49-F238E27FC236}">
                    <a16:creationId xmlns:a16="http://schemas.microsoft.com/office/drawing/2014/main" id="{6D991A17-91BC-4FD0-BD8C-074DCCDE30B4}"/>
                  </a:ext>
                </a:extLst>
              </p:cNvPr>
              <p:cNvSpPr/>
              <p:nvPr/>
            </p:nvSpPr>
            <p:spPr>
              <a:xfrm>
                <a:off x="1884680" y="3268941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7152" y="43421"/>
                    </a:moveTo>
                    <a:lnTo>
                      <a:pt x="21729" y="43421"/>
                    </a:lnTo>
                    <a:lnTo>
                      <a:pt x="15747" y="43421"/>
                    </a:lnTo>
                    <a:lnTo>
                      <a:pt x="10325" y="41249"/>
                    </a:lnTo>
                    <a:lnTo>
                      <a:pt x="5981" y="37452"/>
                    </a:lnTo>
                    <a:lnTo>
                      <a:pt x="2171" y="33108"/>
                    </a:lnTo>
                    <a:lnTo>
                      <a:pt x="0" y="27686"/>
                    </a:lnTo>
                    <a:lnTo>
                      <a:pt x="0" y="16281"/>
                    </a:lnTo>
                    <a:lnTo>
                      <a:pt x="2171" y="10312"/>
                    </a:lnTo>
                    <a:lnTo>
                      <a:pt x="10325" y="2171"/>
                    </a:lnTo>
                    <a:lnTo>
                      <a:pt x="15747" y="0"/>
                    </a:lnTo>
                    <a:lnTo>
                      <a:pt x="27152" y="0"/>
                    </a:lnTo>
                    <a:lnTo>
                      <a:pt x="32588" y="2171"/>
                    </a:lnTo>
                    <a:lnTo>
                      <a:pt x="40728" y="10312"/>
                    </a:lnTo>
                    <a:lnTo>
                      <a:pt x="43446" y="16281"/>
                    </a:lnTo>
                    <a:lnTo>
                      <a:pt x="43446" y="27686"/>
                    </a:lnTo>
                    <a:lnTo>
                      <a:pt x="40728" y="33108"/>
                    </a:lnTo>
                    <a:lnTo>
                      <a:pt x="36931" y="37452"/>
                    </a:lnTo>
                    <a:lnTo>
                      <a:pt x="32588" y="41249"/>
                    </a:lnTo>
                    <a:lnTo>
                      <a:pt x="27152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67">
                <a:extLst>
                  <a:ext uri="{FF2B5EF4-FFF2-40B4-BE49-F238E27FC236}">
                    <a16:creationId xmlns:a16="http://schemas.microsoft.com/office/drawing/2014/main" id="{1BCA3A87-752C-43C8-943B-6ABF749BED44}"/>
                  </a:ext>
                </a:extLst>
              </p:cNvPr>
              <p:cNvSpPr/>
              <p:nvPr/>
            </p:nvSpPr>
            <p:spPr>
              <a:xfrm>
                <a:off x="1884680" y="3268941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27152" y="43421"/>
                    </a:lnTo>
                    <a:lnTo>
                      <a:pt x="32588" y="41249"/>
                    </a:lnTo>
                    <a:lnTo>
                      <a:pt x="36931" y="37452"/>
                    </a:lnTo>
                    <a:lnTo>
                      <a:pt x="40728" y="33108"/>
                    </a:lnTo>
                    <a:lnTo>
                      <a:pt x="43446" y="27686"/>
                    </a:lnTo>
                    <a:lnTo>
                      <a:pt x="43446" y="21717"/>
                    </a:lnTo>
                    <a:lnTo>
                      <a:pt x="43446" y="16281"/>
                    </a:lnTo>
                    <a:lnTo>
                      <a:pt x="40728" y="10312"/>
                    </a:lnTo>
                    <a:lnTo>
                      <a:pt x="36931" y="6515"/>
                    </a:lnTo>
                    <a:lnTo>
                      <a:pt x="32588" y="2171"/>
                    </a:lnTo>
                    <a:lnTo>
                      <a:pt x="27152" y="0"/>
                    </a:lnTo>
                    <a:lnTo>
                      <a:pt x="21729" y="0"/>
                    </a:lnTo>
                    <a:lnTo>
                      <a:pt x="15747" y="0"/>
                    </a:lnTo>
                    <a:lnTo>
                      <a:pt x="10325" y="2171"/>
                    </a:lnTo>
                    <a:lnTo>
                      <a:pt x="5981" y="6515"/>
                    </a:lnTo>
                    <a:lnTo>
                      <a:pt x="2171" y="10312"/>
                    </a:lnTo>
                    <a:lnTo>
                      <a:pt x="0" y="16281"/>
                    </a:lnTo>
                    <a:lnTo>
                      <a:pt x="0" y="21717"/>
                    </a:lnTo>
                    <a:lnTo>
                      <a:pt x="0" y="27686"/>
                    </a:lnTo>
                    <a:lnTo>
                      <a:pt x="2171" y="33108"/>
                    </a:lnTo>
                    <a:lnTo>
                      <a:pt x="5981" y="37452"/>
                    </a:lnTo>
                    <a:lnTo>
                      <a:pt x="10325" y="41249"/>
                    </a:lnTo>
                    <a:lnTo>
                      <a:pt x="15747" y="43421"/>
                    </a:lnTo>
                    <a:lnTo>
                      <a:pt x="21729" y="43421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68">
                <a:extLst>
                  <a:ext uri="{FF2B5EF4-FFF2-40B4-BE49-F238E27FC236}">
                    <a16:creationId xmlns:a16="http://schemas.microsoft.com/office/drawing/2014/main" id="{0889FAA8-1C20-4D63-A707-EEAC99979A8D}"/>
                  </a:ext>
                </a:extLst>
              </p:cNvPr>
              <p:cNvSpPr/>
              <p:nvPr/>
            </p:nvSpPr>
            <p:spPr>
              <a:xfrm>
                <a:off x="2247480" y="2898787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7152" y="43421"/>
                    </a:moveTo>
                    <a:lnTo>
                      <a:pt x="21716" y="43421"/>
                    </a:lnTo>
                    <a:lnTo>
                      <a:pt x="15747" y="43421"/>
                    </a:lnTo>
                    <a:lnTo>
                      <a:pt x="10312" y="41249"/>
                    </a:lnTo>
                    <a:lnTo>
                      <a:pt x="2171" y="33108"/>
                    </a:lnTo>
                    <a:lnTo>
                      <a:pt x="0" y="27127"/>
                    </a:lnTo>
                    <a:lnTo>
                      <a:pt x="0" y="15735"/>
                    </a:lnTo>
                    <a:lnTo>
                      <a:pt x="2171" y="10312"/>
                    </a:lnTo>
                    <a:lnTo>
                      <a:pt x="10312" y="2171"/>
                    </a:lnTo>
                    <a:lnTo>
                      <a:pt x="15747" y="0"/>
                    </a:lnTo>
                    <a:lnTo>
                      <a:pt x="27152" y="0"/>
                    </a:lnTo>
                    <a:lnTo>
                      <a:pt x="32575" y="2171"/>
                    </a:lnTo>
                    <a:lnTo>
                      <a:pt x="40728" y="10312"/>
                    </a:lnTo>
                    <a:lnTo>
                      <a:pt x="43446" y="15735"/>
                    </a:lnTo>
                    <a:lnTo>
                      <a:pt x="43446" y="27127"/>
                    </a:lnTo>
                    <a:lnTo>
                      <a:pt x="40728" y="33108"/>
                    </a:lnTo>
                    <a:lnTo>
                      <a:pt x="32575" y="41249"/>
                    </a:lnTo>
                    <a:lnTo>
                      <a:pt x="27152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69">
                <a:extLst>
                  <a:ext uri="{FF2B5EF4-FFF2-40B4-BE49-F238E27FC236}">
                    <a16:creationId xmlns:a16="http://schemas.microsoft.com/office/drawing/2014/main" id="{23A366AA-53D8-4239-A447-9894BA832143}"/>
                  </a:ext>
                </a:extLst>
              </p:cNvPr>
              <p:cNvSpPr/>
              <p:nvPr/>
            </p:nvSpPr>
            <p:spPr>
              <a:xfrm>
                <a:off x="2247480" y="2898787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16" y="43421"/>
                    </a:moveTo>
                    <a:lnTo>
                      <a:pt x="27152" y="43421"/>
                    </a:lnTo>
                    <a:lnTo>
                      <a:pt x="32575" y="41249"/>
                    </a:lnTo>
                    <a:lnTo>
                      <a:pt x="36931" y="36906"/>
                    </a:lnTo>
                    <a:lnTo>
                      <a:pt x="40728" y="33108"/>
                    </a:lnTo>
                    <a:lnTo>
                      <a:pt x="43446" y="27127"/>
                    </a:lnTo>
                    <a:lnTo>
                      <a:pt x="43446" y="21704"/>
                    </a:lnTo>
                    <a:lnTo>
                      <a:pt x="43446" y="15735"/>
                    </a:lnTo>
                    <a:lnTo>
                      <a:pt x="40728" y="10312"/>
                    </a:lnTo>
                    <a:lnTo>
                      <a:pt x="36931" y="6502"/>
                    </a:lnTo>
                    <a:lnTo>
                      <a:pt x="32575" y="2171"/>
                    </a:lnTo>
                    <a:lnTo>
                      <a:pt x="27152" y="0"/>
                    </a:lnTo>
                    <a:lnTo>
                      <a:pt x="21716" y="0"/>
                    </a:lnTo>
                    <a:lnTo>
                      <a:pt x="15747" y="0"/>
                    </a:lnTo>
                    <a:lnTo>
                      <a:pt x="10312" y="2171"/>
                    </a:lnTo>
                    <a:lnTo>
                      <a:pt x="5968" y="6502"/>
                    </a:lnTo>
                    <a:lnTo>
                      <a:pt x="2171" y="10312"/>
                    </a:lnTo>
                    <a:lnTo>
                      <a:pt x="0" y="15735"/>
                    </a:lnTo>
                    <a:lnTo>
                      <a:pt x="0" y="21704"/>
                    </a:lnTo>
                    <a:lnTo>
                      <a:pt x="0" y="27127"/>
                    </a:lnTo>
                    <a:lnTo>
                      <a:pt x="2171" y="33108"/>
                    </a:lnTo>
                    <a:lnTo>
                      <a:pt x="5968" y="36906"/>
                    </a:lnTo>
                    <a:lnTo>
                      <a:pt x="10312" y="41249"/>
                    </a:lnTo>
                    <a:lnTo>
                      <a:pt x="15747" y="43421"/>
                    </a:lnTo>
                    <a:lnTo>
                      <a:pt x="21716" y="43421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8" name="object 70">
                <a:extLst>
                  <a:ext uri="{FF2B5EF4-FFF2-40B4-BE49-F238E27FC236}">
                    <a16:creationId xmlns:a16="http://schemas.microsoft.com/office/drawing/2014/main" id="{22339E23-8785-482B-B4A9-DDD662B81CC0}"/>
                  </a:ext>
                </a:extLst>
              </p:cNvPr>
              <p:cNvSpPr/>
              <p:nvPr/>
            </p:nvSpPr>
            <p:spPr>
              <a:xfrm>
                <a:off x="2609722" y="2827134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7698" y="43421"/>
                    </a:moveTo>
                    <a:lnTo>
                      <a:pt x="21729" y="43421"/>
                    </a:lnTo>
                    <a:lnTo>
                      <a:pt x="16294" y="43421"/>
                    </a:lnTo>
                    <a:lnTo>
                      <a:pt x="10871" y="41249"/>
                    </a:lnTo>
                    <a:lnTo>
                      <a:pt x="6515" y="37452"/>
                    </a:lnTo>
                    <a:lnTo>
                      <a:pt x="2717" y="33108"/>
                    </a:lnTo>
                    <a:lnTo>
                      <a:pt x="0" y="27685"/>
                    </a:lnTo>
                    <a:lnTo>
                      <a:pt x="0" y="16281"/>
                    </a:lnTo>
                    <a:lnTo>
                      <a:pt x="2717" y="10858"/>
                    </a:lnTo>
                    <a:lnTo>
                      <a:pt x="6515" y="6515"/>
                    </a:lnTo>
                    <a:lnTo>
                      <a:pt x="10871" y="2717"/>
                    </a:lnTo>
                    <a:lnTo>
                      <a:pt x="16294" y="0"/>
                    </a:lnTo>
                    <a:lnTo>
                      <a:pt x="27698" y="0"/>
                    </a:lnTo>
                    <a:lnTo>
                      <a:pt x="33134" y="2717"/>
                    </a:lnTo>
                    <a:lnTo>
                      <a:pt x="37477" y="6515"/>
                    </a:lnTo>
                    <a:lnTo>
                      <a:pt x="41275" y="10858"/>
                    </a:lnTo>
                    <a:lnTo>
                      <a:pt x="43446" y="16281"/>
                    </a:lnTo>
                    <a:lnTo>
                      <a:pt x="43446" y="27685"/>
                    </a:lnTo>
                    <a:lnTo>
                      <a:pt x="41275" y="33108"/>
                    </a:lnTo>
                    <a:lnTo>
                      <a:pt x="37477" y="37452"/>
                    </a:lnTo>
                    <a:lnTo>
                      <a:pt x="33134" y="41249"/>
                    </a:lnTo>
                    <a:lnTo>
                      <a:pt x="27698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71">
                <a:extLst>
                  <a:ext uri="{FF2B5EF4-FFF2-40B4-BE49-F238E27FC236}">
                    <a16:creationId xmlns:a16="http://schemas.microsoft.com/office/drawing/2014/main" id="{939CAC01-E114-46E8-B590-41A944C975C0}"/>
                  </a:ext>
                </a:extLst>
              </p:cNvPr>
              <p:cNvSpPr/>
              <p:nvPr/>
            </p:nvSpPr>
            <p:spPr>
              <a:xfrm>
                <a:off x="2609722" y="2827134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27698" y="43421"/>
                    </a:lnTo>
                    <a:lnTo>
                      <a:pt x="33134" y="41249"/>
                    </a:lnTo>
                    <a:lnTo>
                      <a:pt x="37477" y="37452"/>
                    </a:lnTo>
                    <a:lnTo>
                      <a:pt x="41275" y="33108"/>
                    </a:lnTo>
                    <a:lnTo>
                      <a:pt x="43446" y="27685"/>
                    </a:lnTo>
                    <a:lnTo>
                      <a:pt x="43446" y="21716"/>
                    </a:lnTo>
                    <a:lnTo>
                      <a:pt x="43446" y="16281"/>
                    </a:lnTo>
                    <a:lnTo>
                      <a:pt x="41275" y="10858"/>
                    </a:lnTo>
                    <a:lnTo>
                      <a:pt x="37477" y="6515"/>
                    </a:lnTo>
                    <a:lnTo>
                      <a:pt x="33134" y="2717"/>
                    </a:lnTo>
                    <a:lnTo>
                      <a:pt x="27698" y="0"/>
                    </a:lnTo>
                    <a:lnTo>
                      <a:pt x="21729" y="0"/>
                    </a:lnTo>
                    <a:lnTo>
                      <a:pt x="16294" y="0"/>
                    </a:lnTo>
                    <a:lnTo>
                      <a:pt x="10871" y="2717"/>
                    </a:lnTo>
                    <a:lnTo>
                      <a:pt x="6515" y="6515"/>
                    </a:lnTo>
                    <a:lnTo>
                      <a:pt x="2717" y="10858"/>
                    </a:lnTo>
                    <a:lnTo>
                      <a:pt x="0" y="16281"/>
                    </a:lnTo>
                    <a:lnTo>
                      <a:pt x="0" y="21716"/>
                    </a:lnTo>
                    <a:lnTo>
                      <a:pt x="0" y="27685"/>
                    </a:lnTo>
                    <a:lnTo>
                      <a:pt x="2717" y="33108"/>
                    </a:lnTo>
                    <a:lnTo>
                      <a:pt x="6515" y="37452"/>
                    </a:lnTo>
                    <a:lnTo>
                      <a:pt x="10871" y="41249"/>
                    </a:lnTo>
                    <a:lnTo>
                      <a:pt x="16294" y="43421"/>
                    </a:lnTo>
                    <a:lnTo>
                      <a:pt x="21729" y="43421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72">
                <a:extLst>
                  <a:ext uri="{FF2B5EF4-FFF2-40B4-BE49-F238E27FC236}">
                    <a16:creationId xmlns:a16="http://schemas.microsoft.com/office/drawing/2014/main" id="{2A0B6384-9DDD-48C7-B404-46FC4E9655A8}"/>
                  </a:ext>
                </a:extLst>
              </p:cNvPr>
              <p:cNvSpPr/>
              <p:nvPr/>
            </p:nvSpPr>
            <p:spPr>
              <a:xfrm>
                <a:off x="2972523" y="2970974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7698" y="43421"/>
                    </a:moveTo>
                    <a:lnTo>
                      <a:pt x="21717" y="43421"/>
                    </a:lnTo>
                    <a:lnTo>
                      <a:pt x="16294" y="43421"/>
                    </a:lnTo>
                    <a:lnTo>
                      <a:pt x="10312" y="41249"/>
                    </a:lnTo>
                    <a:lnTo>
                      <a:pt x="6515" y="36906"/>
                    </a:lnTo>
                    <a:lnTo>
                      <a:pt x="2171" y="33108"/>
                    </a:lnTo>
                    <a:lnTo>
                      <a:pt x="0" y="27673"/>
                    </a:lnTo>
                    <a:lnTo>
                      <a:pt x="0" y="15735"/>
                    </a:lnTo>
                    <a:lnTo>
                      <a:pt x="2171" y="10312"/>
                    </a:lnTo>
                    <a:lnTo>
                      <a:pt x="6515" y="6502"/>
                    </a:lnTo>
                    <a:lnTo>
                      <a:pt x="10312" y="2171"/>
                    </a:lnTo>
                    <a:lnTo>
                      <a:pt x="16294" y="0"/>
                    </a:lnTo>
                    <a:lnTo>
                      <a:pt x="27698" y="0"/>
                    </a:lnTo>
                    <a:lnTo>
                      <a:pt x="33121" y="2171"/>
                    </a:lnTo>
                    <a:lnTo>
                      <a:pt x="36931" y="6502"/>
                    </a:lnTo>
                    <a:lnTo>
                      <a:pt x="41275" y="10312"/>
                    </a:lnTo>
                    <a:lnTo>
                      <a:pt x="43446" y="15735"/>
                    </a:lnTo>
                    <a:lnTo>
                      <a:pt x="43446" y="27673"/>
                    </a:lnTo>
                    <a:lnTo>
                      <a:pt x="41275" y="33108"/>
                    </a:lnTo>
                    <a:lnTo>
                      <a:pt x="36931" y="36906"/>
                    </a:lnTo>
                    <a:lnTo>
                      <a:pt x="33121" y="41249"/>
                    </a:lnTo>
                    <a:lnTo>
                      <a:pt x="27698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73">
                <a:extLst>
                  <a:ext uri="{FF2B5EF4-FFF2-40B4-BE49-F238E27FC236}">
                    <a16:creationId xmlns:a16="http://schemas.microsoft.com/office/drawing/2014/main" id="{6D04E589-DDD2-462F-89E9-37336BD64BA0}"/>
                  </a:ext>
                </a:extLst>
              </p:cNvPr>
              <p:cNvSpPr/>
              <p:nvPr/>
            </p:nvSpPr>
            <p:spPr>
              <a:xfrm>
                <a:off x="2972523" y="2970974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17" y="43421"/>
                    </a:moveTo>
                    <a:lnTo>
                      <a:pt x="27698" y="43421"/>
                    </a:lnTo>
                    <a:lnTo>
                      <a:pt x="33121" y="41249"/>
                    </a:lnTo>
                    <a:lnTo>
                      <a:pt x="36931" y="36906"/>
                    </a:lnTo>
                    <a:lnTo>
                      <a:pt x="41275" y="33108"/>
                    </a:lnTo>
                    <a:lnTo>
                      <a:pt x="43446" y="27673"/>
                    </a:lnTo>
                    <a:lnTo>
                      <a:pt x="43446" y="21704"/>
                    </a:lnTo>
                    <a:lnTo>
                      <a:pt x="43446" y="15735"/>
                    </a:lnTo>
                    <a:lnTo>
                      <a:pt x="41275" y="10312"/>
                    </a:lnTo>
                    <a:lnTo>
                      <a:pt x="36931" y="6502"/>
                    </a:lnTo>
                    <a:lnTo>
                      <a:pt x="33121" y="2171"/>
                    </a:lnTo>
                    <a:lnTo>
                      <a:pt x="27698" y="0"/>
                    </a:lnTo>
                    <a:lnTo>
                      <a:pt x="21717" y="0"/>
                    </a:lnTo>
                    <a:lnTo>
                      <a:pt x="16294" y="0"/>
                    </a:lnTo>
                    <a:lnTo>
                      <a:pt x="10312" y="2171"/>
                    </a:lnTo>
                    <a:lnTo>
                      <a:pt x="6515" y="6502"/>
                    </a:lnTo>
                    <a:lnTo>
                      <a:pt x="2171" y="10312"/>
                    </a:lnTo>
                    <a:lnTo>
                      <a:pt x="0" y="15735"/>
                    </a:lnTo>
                    <a:lnTo>
                      <a:pt x="0" y="21704"/>
                    </a:lnTo>
                    <a:lnTo>
                      <a:pt x="0" y="27673"/>
                    </a:lnTo>
                    <a:lnTo>
                      <a:pt x="2171" y="33108"/>
                    </a:lnTo>
                    <a:lnTo>
                      <a:pt x="6515" y="36906"/>
                    </a:lnTo>
                    <a:lnTo>
                      <a:pt x="10312" y="41249"/>
                    </a:lnTo>
                    <a:lnTo>
                      <a:pt x="16294" y="43421"/>
                    </a:lnTo>
                    <a:lnTo>
                      <a:pt x="21717" y="43421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74">
                <a:extLst>
                  <a:ext uri="{FF2B5EF4-FFF2-40B4-BE49-F238E27FC236}">
                    <a16:creationId xmlns:a16="http://schemas.microsoft.com/office/drawing/2014/main" id="{5E2C379F-B690-4E01-86FA-272CA16AD8A9}"/>
                  </a:ext>
                </a:extLst>
              </p:cNvPr>
              <p:cNvSpPr/>
              <p:nvPr/>
            </p:nvSpPr>
            <p:spPr>
              <a:xfrm>
                <a:off x="3335312" y="2887383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7698" y="43421"/>
                    </a:moveTo>
                    <a:lnTo>
                      <a:pt x="21729" y="43421"/>
                    </a:lnTo>
                    <a:lnTo>
                      <a:pt x="15748" y="43421"/>
                    </a:lnTo>
                    <a:lnTo>
                      <a:pt x="10325" y="41249"/>
                    </a:lnTo>
                    <a:lnTo>
                      <a:pt x="6515" y="36906"/>
                    </a:lnTo>
                    <a:lnTo>
                      <a:pt x="2171" y="33108"/>
                    </a:lnTo>
                    <a:lnTo>
                      <a:pt x="0" y="27685"/>
                    </a:lnTo>
                    <a:lnTo>
                      <a:pt x="0" y="15747"/>
                    </a:lnTo>
                    <a:lnTo>
                      <a:pt x="2171" y="10312"/>
                    </a:lnTo>
                    <a:lnTo>
                      <a:pt x="6515" y="6515"/>
                    </a:lnTo>
                    <a:lnTo>
                      <a:pt x="10325" y="2171"/>
                    </a:lnTo>
                    <a:lnTo>
                      <a:pt x="15748" y="0"/>
                    </a:lnTo>
                    <a:lnTo>
                      <a:pt x="27698" y="0"/>
                    </a:lnTo>
                    <a:lnTo>
                      <a:pt x="33134" y="2171"/>
                    </a:lnTo>
                    <a:lnTo>
                      <a:pt x="36931" y="6515"/>
                    </a:lnTo>
                    <a:lnTo>
                      <a:pt x="41275" y="10312"/>
                    </a:lnTo>
                    <a:lnTo>
                      <a:pt x="43446" y="15747"/>
                    </a:lnTo>
                    <a:lnTo>
                      <a:pt x="43446" y="27685"/>
                    </a:lnTo>
                    <a:lnTo>
                      <a:pt x="41275" y="33108"/>
                    </a:lnTo>
                    <a:lnTo>
                      <a:pt x="36931" y="36906"/>
                    </a:lnTo>
                    <a:lnTo>
                      <a:pt x="33134" y="41249"/>
                    </a:lnTo>
                    <a:lnTo>
                      <a:pt x="27698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75">
                <a:extLst>
                  <a:ext uri="{FF2B5EF4-FFF2-40B4-BE49-F238E27FC236}">
                    <a16:creationId xmlns:a16="http://schemas.microsoft.com/office/drawing/2014/main" id="{25FCF8EC-D083-4B1C-B1C9-524264199022}"/>
                  </a:ext>
                </a:extLst>
              </p:cNvPr>
              <p:cNvSpPr/>
              <p:nvPr/>
            </p:nvSpPr>
            <p:spPr>
              <a:xfrm>
                <a:off x="3335312" y="2887383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27698" y="43421"/>
                    </a:lnTo>
                    <a:lnTo>
                      <a:pt x="33134" y="41249"/>
                    </a:lnTo>
                    <a:lnTo>
                      <a:pt x="36931" y="36906"/>
                    </a:lnTo>
                    <a:lnTo>
                      <a:pt x="41275" y="33108"/>
                    </a:lnTo>
                    <a:lnTo>
                      <a:pt x="43446" y="27685"/>
                    </a:lnTo>
                    <a:lnTo>
                      <a:pt x="43446" y="21716"/>
                    </a:lnTo>
                    <a:lnTo>
                      <a:pt x="43446" y="15747"/>
                    </a:lnTo>
                    <a:lnTo>
                      <a:pt x="41275" y="10312"/>
                    </a:lnTo>
                    <a:lnTo>
                      <a:pt x="36931" y="6515"/>
                    </a:lnTo>
                    <a:lnTo>
                      <a:pt x="33134" y="2171"/>
                    </a:lnTo>
                    <a:lnTo>
                      <a:pt x="27698" y="0"/>
                    </a:lnTo>
                    <a:lnTo>
                      <a:pt x="21729" y="0"/>
                    </a:lnTo>
                    <a:lnTo>
                      <a:pt x="15748" y="0"/>
                    </a:lnTo>
                    <a:lnTo>
                      <a:pt x="10325" y="2171"/>
                    </a:lnTo>
                    <a:lnTo>
                      <a:pt x="6515" y="6515"/>
                    </a:lnTo>
                    <a:lnTo>
                      <a:pt x="2171" y="10312"/>
                    </a:lnTo>
                    <a:lnTo>
                      <a:pt x="0" y="15747"/>
                    </a:lnTo>
                    <a:lnTo>
                      <a:pt x="0" y="21716"/>
                    </a:lnTo>
                    <a:lnTo>
                      <a:pt x="0" y="27685"/>
                    </a:lnTo>
                    <a:lnTo>
                      <a:pt x="2171" y="33108"/>
                    </a:lnTo>
                    <a:lnTo>
                      <a:pt x="6515" y="36906"/>
                    </a:lnTo>
                    <a:lnTo>
                      <a:pt x="10325" y="41249"/>
                    </a:lnTo>
                    <a:lnTo>
                      <a:pt x="15748" y="43421"/>
                    </a:lnTo>
                    <a:lnTo>
                      <a:pt x="21729" y="43421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76">
                <a:extLst>
                  <a:ext uri="{FF2B5EF4-FFF2-40B4-BE49-F238E27FC236}">
                    <a16:creationId xmlns:a16="http://schemas.microsoft.com/office/drawing/2014/main" id="{2E74A472-3544-4CE3-B21C-B0B81C094647}"/>
                  </a:ext>
                </a:extLst>
              </p:cNvPr>
              <p:cNvSpPr/>
              <p:nvPr/>
            </p:nvSpPr>
            <p:spPr>
              <a:xfrm>
                <a:off x="3698113" y="2824962"/>
                <a:ext cx="2667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43814">
                    <a:moveTo>
                      <a:pt x="26060" y="43421"/>
                    </a:moveTo>
                    <a:lnTo>
                      <a:pt x="15748" y="43421"/>
                    </a:lnTo>
                    <a:lnTo>
                      <a:pt x="10312" y="41249"/>
                    </a:lnTo>
                    <a:lnTo>
                      <a:pt x="6515" y="36918"/>
                    </a:lnTo>
                    <a:lnTo>
                      <a:pt x="2171" y="33108"/>
                    </a:lnTo>
                    <a:lnTo>
                      <a:pt x="0" y="27686"/>
                    </a:lnTo>
                    <a:lnTo>
                      <a:pt x="0" y="15748"/>
                    </a:lnTo>
                    <a:lnTo>
                      <a:pt x="2171" y="10312"/>
                    </a:lnTo>
                    <a:lnTo>
                      <a:pt x="6515" y="6515"/>
                    </a:lnTo>
                    <a:lnTo>
                      <a:pt x="10312" y="2171"/>
                    </a:lnTo>
                    <a:lnTo>
                      <a:pt x="15748" y="0"/>
                    </a:lnTo>
                    <a:lnTo>
                      <a:pt x="26060" y="0"/>
                    </a:lnTo>
                    <a:lnTo>
                      <a:pt x="26060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77">
                <a:extLst>
                  <a:ext uri="{FF2B5EF4-FFF2-40B4-BE49-F238E27FC236}">
                    <a16:creationId xmlns:a16="http://schemas.microsoft.com/office/drawing/2014/main" id="{45346F7E-86B2-46A9-ADE9-CF1993BEF5E3}"/>
                  </a:ext>
                </a:extLst>
              </p:cNvPr>
              <p:cNvSpPr/>
              <p:nvPr/>
            </p:nvSpPr>
            <p:spPr>
              <a:xfrm>
                <a:off x="3698113" y="2824962"/>
                <a:ext cx="2667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43814">
                    <a:moveTo>
                      <a:pt x="26060" y="0"/>
                    </a:moveTo>
                    <a:lnTo>
                      <a:pt x="21716" y="0"/>
                    </a:lnTo>
                    <a:lnTo>
                      <a:pt x="15748" y="0"/>
                    </a:lnTo>
                    <a:lnTo>
                      <a:pt x="10312" y="2171"/>
                    </a:lnTo>
                    <a:lnTo>
                      <a:pt x="6515" y="6515"/>
                    </a:lnTo>
                    <a:lnTo>
                      <a:pt x="2171" y="10312"/>
                    </a:lnTo>
                    <a:lnTo>
                      <a:pt x="0" y="15748"/>
                    </a:lnTo>
                    <a:lnTo>
                      <a:pt x="0" y="21717"/>
                    </a:lnTo>
                    <a:lnTo>
                      <a:pt x="0" y="27686"/>
                    </a:lnTo>
                    <a:lnTo>
                      <a:pt x="2171" y="33108"/>
                    </a:lnTo>
                    <a:lnTo>
                      <a:pt x="6515" y="36918"/>
                    </a:lnTo>
                    <a:lnTo>
                      <a:pt x="10312" y="41249"/>
                    </a:lnTo>
                    <a:lnTo>
                      <a:pt x="15748" y="43421"/>
                    </a:lnTo>
                    <a:lnTo>
                      <a:pt x="21716" y="43421"/>
                    </a:lnTo>
                    <a:lnTo>
                      <a:pt x="26060" y="43421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78">
                <a:extLst>
                  <a:ext uri="{FF2B5EF4-FFF2-40B4-BE49-F238E27FC236}">
                    <a16:creationId xmlns:a16="http://schemas.microsoft.com/office/drawing/2014/main" id="{3DFD7E2B-88A1-4564-ADAE-48C1E1C5C3AF}"/>
                  </a:ext>
                </a:extLst>
              </p:cNvPr>
              <p:cNvSpPr/>
              <p:nvPr/>
            </p:nvSpPr>
            <p:spPr>
              <a:xfrm>
                <a:off x="1180820" y="3857294"/>
                <a:ext cx="2539365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2539365" h="302260">
                    <a:moveTo>
                      <a:pt x="0" y="257810"/>
                    </a:moveTo>
                    <a:lnTo>
                      <a:pt x="362788" y="96608"/>
                    </a:lnTo>
                    <a:lnTo>
                      <a:pt x="725589" y="15189"/>
                    </a:lnTo>
                    <a:lnTo>
                      <a:pt x="1088377" y="0"/>
                    </a:lnTo>
                    <a:lnTo>
                      <a:pt x="1450632" y="212763"/>
                    </a:lnTo>
                    <a:lnTo>
                      <a:pt x="1813420" y="250748"/>
                    </a:lnTo>
                    <a:lnTo>
                      <a:pt x="2176221" y="268655"/>
                    </a:lnTo>
                    <a:lnTo>
                      <a:pt x="2539009" y="301764"/>
                    </a:lnTo>
                  </a:path>
                </a:pathLst>
              </a:custGeom>
              <a:ln w="21717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7" name="object 79">
                <a:extLst>
                  <a:ext uri="{FF2B5EF4-FFF2-40B4-BE49-F238E27FC236}">
                    <a16:creationId xmlns:a16="http://schemas.microsoft.com/office/drawing/2014/main" id="{6C695DE1-A8CF-4B7D-A021-0F2528346BC0}"/>
                  </a:ext>
                </a:extLst>
              </p:cNvPr>
              <p:cNvSpPr/>
              <p:nvPr/>
            </p:nvSpPr>
            <p:spPr>
              <a:xfrm>
                <a:off x="1180820" y="4093387"/>
                <a:ext cx="2222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3814">
                    <a:moveTo>
                      <a:pt x="21717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21717" y="0"/>
                    </a:lnTo>
                    <a:lnTo>
                      <a:pt x="21717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80">
                <a:extLst>
                  <a:ext uri="{FF2B5EF4-FFF2-40B4-BE49-F238E27FC236}">
                    <a16:creationId xmlns:a16="http://schemas.microsoft.com/office/drawing/2014/main" id="{DC8595C8-6511-4FDF-979F-625FAACE16FC}"/>
                  </a:ext>
                </a:extLst>
              </p:cNvPr>
              <p:cNvSpPr/>
              <p:nvPr/>
            </p:nvSpPr>
            <p:spPr>
              <a:xfrm>
                <a:off x="1180820" y="4093387"/>
                <a:ext cx="2222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3814">
                    <a:moveTo>
                      <a:pt x="0" y="43421"/>
                    </a:moveTo>
                    <a:lnTo>
                      <a:pt x="21717" y="43421"/>
                    </a:lnTo>
                    <a:lnTo>
                      <a:pt x="21717" y="0"/>
                    </a:lnTo>
                    <a:lnTo>
                      <a:pt x="0" y="0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81">
                <a:extLst>
                  <a:ext uri="{FF2B5EF4-FFF2-40B4-BE49-F238E27FC236}">
                    <a16:creationId xmlns:a16="http://schemas.microsoft.com/office/drawing/2014/main" id="{BCABF6BD-D1D5-4457-A404-96E07099069A}"/>
                  </a:ext>
                </a:extLst>
              </p:cNvPr>
              <p:cNvSpPr/>
              <p:nvPr/>
            </p:nvSpPr>
            <p:spPr>
              <a:xfrm>
                <a:off x="1521891" y="3932186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43814">
                    <a:moveTo>
                      <a:pt x="43446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43446" y="0"/>
                    </a:lnTo>
                    <a:lnTo>
                      <a:pt x="43446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0" name="object 82">
                <a:extLst>
                  <a:ext uri="{FF2B5EF4-FFF2-40B4-BE49-F238E27FC236}">
                    <a16:creationId xmlns:a16="http://schemas.microsoft.com/office/drawing/2014/main" id="{D19EDB32-DBB7-42B8-BA80-2C1A81FF117E}"/>
                  </a:ext>
                </a:extLst>
              </p:cNvPr>
              <p:cNvSpPr/>
              <p:nvPr/>
            </p:nvSpPr>
            <p:spPr>
              <a:xfrm>
                <a:off x="1521891" y="3932186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43814">
                    <a:moveTo>
                      <a:pt x="0" y="43421"/>
                    </a:moveTo>
                    <a:lnTo>
                      <a:pt x="43446" y="43421"/>
                    </a:lnTo>
                    <a:lnTo>
                      <a:pt x="43446" y="0"/>
                    </a:lnTo>
                    <a:lnTo>
                      <a:pt x="0" y="0"/>
                    </a:lnTo>
                    <a:lnTo>
                      <a:pt x="0" y="43421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1" name="object 83">
                <a:extLst>
                  <a:ext uri="{FF2B5EF4-FFF2-40B4-BE49-F238E27FC236}">
                    <a16:creationId xmlns:a16="http://schemas.microsoft.com/office/drawing/2014/main" id="{DC2A3E4D-85AD-4BA6-9FD4-FFF3CA7F6B75}"/>
                  </a:ext>
                </a:extLst>
              </p:cNvPr>
              <p:cNvSpPr/>
              <p:nvPr/>
            </p:nvSpPr>
            <p:spPr>
              <a:xfrm>
                <a:off x="1884680" y="3850779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43446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43446" y="0"/>
                    </a:lnTo>
                    <a:lnTo>
                      <a:pt x="43446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2" name="object 84">
                <a:extLst>
                  <a:ext uri="{FF2B5EF4-FFF2-40B4-BE49-F238E27FC236}">
                    <a16:creationId xmlns:a16="http://schemas.microsoft.com/office/drawing/2014/main" id="{BF1CC5F8-CFFB-4DA9-A6F8-795D0CE4F9F4}"/>
                  </a:ext>
                </a:extLst>
              </p:cNvPr>
              <p:cNvSpPr/>
              <p:nvPr/>
            </p:nvSpPr>
            <p:spPr>
              <a:xfrm>
                <a:off x="1884680" y="3850779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0" y="43421"/>
                    </a:moveTo>
                    <a:lnTo>
                      <a:pt x="43446" y="43421"/>
                    </a:lnTo>
                    <a:lnTo>
                      <a:pt x="43446" y="0"/>
                    </a:lnTo>
                    <a:lnTo>
                      <a:pt x="0" y="0"/>
                    </a:lnTo>
                    <a:lnTo>
                      <a:pt x="0" y="43421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85">
                <a:extLst>
                  <a:ext uri="{FF2B5EF4-FFF2-40B4-BE49-F238E27FC236}">
                    <a16:creationId xmlns:a16="http://schemas.microsoft.com/office/drawing/2014/main" id="{A53B4B51-624D-45C2-8B83-1C962D891B27}"/>
                  </a:ext>
                </a:extLst>
              </p:cNvPr>
              <p:cNvSpPr/>
              <p:nvPr/>
            </p:nvSpPr>
            <p:spPr>
              <a:xfrm>
                <a:off x="2247480" y="3835577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43446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43446" y="0"/>
                    </a:lnTo>
                    <a:lnTo>
                      <a:pt x="43446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4" name="object 86">
                <a:extLst>
                  <a:ext uri="{FF2B5EF4-FFF2-40B4-BE49-F238E27FC236}">
                    <a16:creationId xmlns:a16="http://schemas.microsoft.com/office/drawing/2014/main" id="{F99B091A-2F1A-4E14-8656-9CD5DBCABAE8}"/>
                  </a:ext>
                </a:extLst>
              </p:cNvPr>
              <p:cNvSpPr/>
              <p:nvPr/>
            </p:nvSpPr>
            <p:spPr>
              <a:xfrm>
                <a:off x="2247480" y="3835577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0" y="43421"/>
                    </a:moveTo>
                    <a:lnTo>
                      <a:pt x="43446" y="43421"/>
                    </a:lnTo>
                    <a:lnTo>
                      <a:pt x="43446" y="0"/>
                    </a:lnTo>
                    <a:lnTo>
                      <a:pt x="0" y="0"/>
                    </a:lnTo>
                    <a:lnTo>
                      <a:pt x="0" y="43421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5" name="object 87">
                <a:extLst>
                  <a:ext uri="{FF2B5EF4-FFF2-40B4-BE49-F238E27FC236}">
                    <a16:creationId xmlns:a16="http://schemas.microsoft.com/office/drawing/2014/main" id="{7BA6470B-5875-423E-90A4-4DBE8011C2BD}"/>
                  </a:ext>
                </a:extLst>
              </p:cNvPr>
              <p:cNvSpPr/>
              <p:nvPr/>
            </p:nvSpPr>
            <p:spPr>
              <a:xfrm>
                <a:off x="2609722" y="4048340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43446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43446" y="0"/>
                    </a:lnTo>
                    <a:lnTo>
                      <a:pt x="43446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6" name="object 88">
                <a:extLst>
                  <a:ext uri="{FF2B5EF4-FFF2-40B4-BE49-F238E27FC236}">
                    <a16:creationId xmlns:a16="http://schemas.microsoft.com/office/drawing/2014/main" id="{B76CD730-5E62-43F6-A213-6D0F33AA0A08}"/>
                  </a:ext>
                </a:extLst>
              </p:cNvPr>
              <p:cNvSpPr/>
              <p:nvPr/>
            </p:nvSpPr>
            <p:spPr>
              <a:xfrm>
                <a:off x="2609722" y="4048340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0" y="43421"/>
                    </a:moveTo>
                    <a:lnTo>
                      <a:pt x="43446" y="43421"/>
                    </a:lnTo>
                    <a:lnTo>
                      <a:pt x="43446" y="0"/>
                    </a:lnTo>
                    <a:lnTo>
                      <a:pt x="0" y="0"/>
                    </a:lnTo>
                    <a:lnTo>
                      <a:pt x="0" y="43421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" name="object 89">
                <a:extLst>
                  <a:ext uri="{FF2B5EF4-FFF2-40B4-BE49-F238E27FC236}">
                    <a16:creationId xmlns:a16="http://schemas.microsoft.com/office/drawing/2014/main" id="{17C0CEEA-6BBB-4091-A904-76C4AA705DDA}"/>
                  </a:ext>
                </a:extLst>
              </p:cNvPr>
              <p:cNvSpPr/>
              <p:nvPr/>
            </p:nvSpPr>
            <p:spPr>
              <a:xfrm>
                <a:off x="2972523" y="4086339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43446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43446" y="0"/>
                    </a:lnTo>
                    <a:lnTo>
                      <a:pt x="43446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8" name="object 90">
                <a:extLst>
                  <a:ext uri="{FF2B5EF4-FFF2-40B4-BE49-F238E27FC236}">
                    <a16:creationId xmlns:a16="http://schemas.microsoft.com/office/drawing/2014/main" id="{0F796D8F-ED32-44CA-A00D-0BC0CA5829E4}"/>
                  </a:ext>
                </a:extLst>
              </p:cNvPr>
              <p:cNvSpPr/>
              <p:nvPr/>
            </p:nvSpPr>
            <p:spPr>
              <a:xfrm>
                <a:off x="2972523" y="4086339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0" y="43421"/>
                    </a:moveTo>
                    <a:lnTo>
                      <a:pt x="43446" y="43421"/>
                    </a:lnTo>
                    <a:lnTo>
                      <a:pt x="43446" y="0"/>
                    </a:lnTo>
                    <a:lnTo>
                      <a:pt x="0" y="0"/>
                    </a:lnTo>
                    <a:lnTo>
                      <a:pt x="0" y="43421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" name="object 91">
                <a:extLst>
                  <a:ext uri="{FF2B5EF4-FFF2-40B4-BE49-F238E27FC236}">
                    <a16:creationId xmlns:a16="http://schemas.microsoft.com/office/drawing/2014/main" id="{49F8CA4F-9AAC-412D-9350-4C2746BCEB44}"/>
                  </a:ext>
                </a:extLst>
              </p:cNvPr>
              <p:cNvSpPr/>
              <p:nvPr/>
            </p:nvSpPr>
            <p:spPr>
              <a:xfrm>
                <a:off x="3335312" y="4104246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43446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43446" y="0"/>
                    </a:lnTo>
                    <a:lnTo>
                      <a:pt x="43446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0" name="object 92">
                <a:extLst>
                  <a:ext uri="{FF2B5EF4-FFF2-40B4-BE49-F238E27FC236}">
                    <a16:creationId xmlns:a16="http://schemas.microsoft.com/office/drawing/2014/main" id="{90677D96-3590-44AF-BA78-47ACD2A8B497}"/>
                  </a:ext>
                </a:extLst>
              </p:cNvPr>
              <p:cNvSpPr/>
              <p:nvPr/>
            </p:nvSpPr>
            <p:spPr>
              <a:xfrm>
                <a:off x="3335312" y="4104246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0" y="43421"/>
                    </a:moveTo>
                    <a:lnTo>
                      <a:pt x="43446" y="43421"/>
                    </a:lnTo>
                    <a:lnTo>
                      <a:pt x="43446" y="0"/>
                    </a:lnTo>
                    <a:lnTo>
                      <a:pt x="0" y="0"/>
                    </a:lnTo>
                    <a:lnTo>
                      <a:pt x="0" y="43421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1" name="object 93">
                <a:extLst>
                  <a:ext uri="{FF2B5EF4-FFF2-40B4-BE49-F238E27FC236}">
                    <a16:creationId xmlns:a16="http://schemas.microsoft.com/office/drawing/2014/main" id="{1E821634-C399-4142-B7AE-40C1DA8A9AC4}"/>
                  </a:ext>
                </a:extLst>
              </p:cNvPr>
              <p:cNvSpPr/>
              <p:nvPr/>
            </p:nvSpPr>
            <p:spPr>
              <a:xfrm>
                <a:off x="3698113" y="4137355"/>
                <a:ext cx="2667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43814">
                    <a:moveTo>
                      <a:pt x="26060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26060" y="0"/>
                    </a:lnTo>
                    <a:lnTo>
                      <a:pt x="26060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" name="object 94">
                <a:extLst>
                  <a:ext uri="{FF2B5EF4-FFF2-40B4-BE49-F238E27FC236}">
                    <a16:creationId xmlns:a16="http://schemas.microsoft.com/office/drawing/2014/main" id="{7C0AFC08-B51B-4255-9AA8-450778626988}"/>
                  </a:ext>
                </a:extLst>
              </p:cNvPr>
              <p:cNvSpPr/>
              <p:nvPr/>
            </p:nvSpPr>
            <p:spPr>
              <a:xfrm>
                <a:off x="3698113" y="4137355"/>
                <a:ext cx="2667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43814">
                    <a:moveTo>
                      <a:pt x="26060" y="0"/>
                    </a:moveTo>
                    <a:lnTo>
                      <a:pt x="0" y="0"/>
                    </a:lnTo>
                    <a:lnTo>
                      <a:pt x="0" y="43421"/>
                    </a:lnTo>
                    <a:lnTo>
                      <a:pt x="26060" y="43421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" name="object 95">
                <a:extLst>
                  <a:ext uri="{FF2B5EF4-FFF2-40B4-BE49-F238E27FC236}">
                    <a16:creationId xmlns:a16="http://schemas.microsoft.com/office/drawing/2014/main" id="{509D1EAE-D52D-4D68-8464-289898483129}"/>
                  </a:ext>
                </a:extLst>
              </p:cNvPr>
              <p:cNvSpPr/>
              <p:nvPr/>
            </p:nvSpPr>
            <p:spPr>
              <a:xfrm>
                <a:off x="1180820" y="3660813"/>
                <a:ext cx="2539365" cy="337185"/>
              </a:xfrm>
              <a:custGeom>
                <a:avLst/>
                <a:gdLst/>
                <a:ahLst/>
                <a:cxnLst/>
                <a:rect l="l" t="t" r="r" b="b"/>
                <a:pathLst>
                  <a:path w="2539365" h="337185">
                    <a:moveTo>
                      <a:pt x="0" y="337058"/>
                    </a:moveTo>
                    <a:lnTo>
                      <a:pt x="362788" y="20078"/>
                    </a:lnTo>
                    <a:lnTo>
                      <a:pt x="725589" y="0"/>
                    </a:lnTo>
                    <a:lnTo>
                      <a:pt x="1088377" y="546"/>
                    </a:lnTo>
                    <a:lnTo>
                      <a:pt x="1450632" y="1625"/>
                    </a:lnTo>
                    <a:lnTo>
                      <a:pt x="1813420" y="546"/>
                    </a:lnTo>
                    <a:lnTo>
                      <a:pt x="2176221" y="2717"/>
                    </a:lnTo>
                    <a:lnTo>
                      <a:pt x="2539009" y="2171"/>
                    </a:lnTo>
                  </a:path>
                </a:pathLst>
              </a:custGeom>
              <a:ln w="21717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" name="object 96">
                <a:extLst>
                  <a:ext uri="{FF2B5EF4-FFF2-40B4-BE49-F238E27FC236}">
                    <a16:creationId xmlns:a16="http://schemas.microsoft.com/office/drawing/2014/main" id="{8D607C53-97E9-43F5-AC48-2B0C10405D1E}"/>
                  </a:ext>
                </a:extLst>
              </p:cNvPr>
              <p:cNvSpPr/>
              <p:nvPr/>
            </p:nvSpPr>
            <p:spPr>
              <a:xfrm>
                <a:off x="1180820" y="3966933"/>
                <a:ext cx="31115" cy="61594"/>
              </a:xfrm>
              <a:custGeom>
                <a:avLst/>
                <a:gdLst/>
                <a:ahLst/>
                <a:cxnLst/>
                <a:rect l="l" t="t" r="r" b="b"/>
                <a:pathLst>
                  <a:path w="31115" h="61595">
                    <a:moveTo>
                      <a:pt x="0" y="61328"/>
                    </a:moveTo>
                    <a:lnTo>
                      <a:pt x="0" y="0"/>
                    </a:lnTo>
                    <a:lnTo>
                      <a:pt x="30949" y="30937"/>
                    </a:lnTo>
                    <a:lnTo>
                      <a:pt x="0" y="61328"/>
                    </a:lnTo>
                    <a:close/>
                  </a:path>
                </a:pathLst>
              </a:custGeom>
              <a:solidFill>
                <a:srgbClr val="79C14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5" name="object 97">
                <a:extLst>
                  <a:ext uri="{FF2B5EF4-FFF2-40B4-BE49-F238E27FC236}">
                    <a16:creationId xmlns:a16="http://schemas.microsoft.com/office/drawing/2014/main" id="{325B3D95-0FF1-45B1-82D1-2BF1ED9172D9}"/>
                  </a:ext>
                </a:extLst>
              </p:cNvPr>
              <p:cNvSpPr/>
              <p:nvPr/>
            </p:nvSpPr>
            <p:spPr>
              <a:xfrm>
                <a:off x="1180820" y="3966933"/>
                <a:ext cx="31115" cy="61594"/>
              </a:xfrm>
              <a:custGeom>
                <a:avLst/>
                <a:gdLst/>
                <a:ahLst/>
                <a:cxnLst/>
                <a:rect l="l" t="t" r="r" b="b"/>
                <a:pathLst>
                  <a:path w="31115" h="61595">
                    <a:moveTo>
                      <a:pt x="0" y="61328"/>
                    </a:moveTo>
                    <a:lnTo>
                      <a:pt x="30949" y="30937"/>
                    </a:lnTo>
                    <a:lnTo>
                      <a:pt x="0" y="0"/>
                    </a:lnTo>
                  </a:path>
                </a:pathLst>
              </a:custGeom>
              <a:ln w="7061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6" name="object 98">
                <a:extLst>
                  <a:ext uri="{FF2B5EF4-FFF2-40B4-BE49-F238E27FC236}">
                    <a16:creationId xmlns:a16="http://schemas.microsoft.com/office/drawing/2014/main" id="{42317507-26FE-4917-8F32-194498109674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509128" y="3646424"/>
                <a:ext cx="68427" cy="68402"/>
              </a:xfrm>
              <a:prstGeom prst="rect">
                <a:avLst/>
              </a:prstGeom>
            </p:spPr>
          </p:pic>
          <p:pic>
            <p:nvPicPr>
              <p:cNvPr id="87" name="object 99">
                <a:extLst>
                  <a:ext uri="{FF2B5EF4-FFF2-40B4-BE49-F238E27FC236}">
                    <a16:creationId xmlns:a16="http://schemas.microsoft.com/office/drawing/2014/main" id="{9791B511-70AE-4C4E-A6B4-A34FC63DF071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871916" y="3626345"/>
                <a:ext cx="68440" cy="68389"/>
              </a:xfrm>
              <a:prstGeom prst="rect">
                <a:avLst/>
              </a:prstGeom>
            </p:spPr>
          </p:pic>
          <p:pic>
            <p:nvPicPr>
              <p:cNvPr id="88" name="object 100">
                <a:extLst>
                  <a:ext uri="{FF2B5EF4-FFF2-40B4-BE49-F238E27FC236}">
                    <a16:creationId xmlns:a16="http://schemas.microsoft.com/office/drawing/2014/main" id="{B1F7A625-8C79-4CC3-8842-6FA053AF0629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234717" y="3626891"/>
                <a:ext cx="68427" cy="68389"/>
              </a:xfrm>
              <a:prstGeom prst="rect">
                <a:avLst/>
              </a:prstGeom>
            </p:spPr>
          </p:pic>
          <p:pic>
            <p:nvPicPr>
              <p:cNvPr id="89" name="object 101">
                <a:extLst>
                  <a:ext uri="{FF2B5EF4-FFF2-40B4-BE49-F238E27FC236}">
                    <a16:creationId xmlns:a16="http://schemas.microsoft.com/office/drawing/2014/main" id="{72B1BFE1-697D-4563-8A04-6DF00DA90377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2597505" y="3628517"/>
                <a:ext cx="68427" cy="68389"/>
              </a:xfrm>
              <a:prstGeom prst="rect">
                <a:avLst/>
              </a:prstGeom>
            </p:spPr>
          </p:pic>
          <p:pic>
            <p:nvPicPr>
              <p:cNvPr id="90" name="object 102">
                <a:extLst>
                  <a:ext uri="{FF2B5EF4-FFF2-40B4-BE49-F238E27FC236}">
                    <a16:creationId xmlns:a16="http://schemas.microsoft.com/office/drawing/2014/main" id="{3D5387A9-FCFE-453E-8045-7FAAF606E75E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960293" y="3626891"/>
                <a:ext cx="68440" cy="68935"/>
              </a:xfrm>
              <a:prstGeom prst="rect">
                <a:avLst/>
              </a:prstGeom>
            </p:spPr>
          </p:pic>
          <p:pic>
            <p:nvPicPr>
              <p:cNvPr id="91" name="object 103">
                <a:extLst>
                  <a:ext uri="{FF2B5EF4-FFF2-40B4-BE49-F238E27FC236}">
                    <a16:creationId xmlns:a16="http://schemas.microsoft.com/office/drawing/2014/main" id="{3A44F3AE-28D2-443B-B0E0-EA49BCCC5078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3322548" y="3629596"/>
                <a:ext cx="68973" cy="68402"/>
              </a:xfrm>
              <a:prstGeom prst="rect">
                <a:avLst/>
              </a:prstGeom>
            </p:spPr>
          </p:pic>
          <p:sp>
            <p:nvSpPr>
              <p:cNvPr id="92" name="object 104">
                <a:extLst>
                  <a:ext uri="{FF2B5EF4-FFF2-40B4-BE49-F238E27FC236}">
                    <a16:creationId xmlns:a16="http://schemas.microsoft.com/office/drawing/2014/main" id="{B0E1B182-2DF5-442F-B569-4F2FD3F4D320}"/>
                  </a:ext>
                </a:extLst>
              </p:cNvPr>
              <p:cNvSpPr/>
              <p:nvPr/>
            </p:nvSpPr>
            <p:spPr>
              <a:xfrm>
                <a:off x="3688880" y="3632047"/>
                <a:ext cx="35560" cy="62230"/>
              </a:xfrm>
              <a:custGeom>
                <a:avLst/>
                <a:gdLst/>
                <a:ahLst/>
                <a:cxnLst/>
                <a:rect l="l" t="t" r="r" b="b"/>
                <a:pathLst>
                  <a:path w="35560" h="62229">
                    <a:moveTo>
                      <a:pt x="30949" y="61874"/>
                    </a:moveTo>
                    <a:lnTo>
                      <a:pt x="0" y="30937"/>
                    </a:lnTo>
                    <a:lnTo>
                      <a:pt x="30949" y="0"/>
                    </a:lnTo>
                    <a:lnTo>
                      <a:pt x="35293" y="4417"/>
                    </a:lnTo>
                    <a:lnTo>
                      <a:pt x="35293" y="57456"/>
                    </a:lnTo>
                    <a:lnTo>
                      <a:pt x="30949" y="61874"/>
                    </a:lnTo>
                    <a:close/>
                  </a:path>
                </a:pathLst>
              </a:custGeom>
              <a:solidFill>
                <a:srgbClr val="79C14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3" name="object 105">
                <a:extLst>
                  <a:ext uri="{FF2B5EF4-FFF2-40B4-BE49-F238E27FC236}">
                    <a16:creationId xmlns:a16="http://schemas.microsoft.com/office/drawing/2014/main" id="{7E97EBAB-B854-4348-A635-75F644891909}"/>
                  </a:ext>
                </a:extLst>
              </p:cNvPr>
              <p:cNvSpPr/>
              <p:nvPr/>
            </p:nvSpPr>
            <p:spPr>
              <a:xfrm>
                <a:off x="3688880" y="3632047"/>
                <a:ext cx="35560" cy="62230"/>
              </a:xfrm>
              <a:custGeom>
                <a:avLst/>
                <a:gdLst/>
                <a:ahLst/>
                <a:cxnLst/>
                <a:rect l="l" t="t" r="r" b="b"/>
                <a:pathLst>
                  <a:path w="35560" h="62229">
                    <a:moveTo>
                      <a:pt x="35293" y="4417"/>
                    </a:moveTo>
                    <a:lnTo>
                      <a:pt x="30949" y="0"/>
                    </a:lnTo>
                    <a:lnTo>
                      <a:pt x="0" y="30937"/>
                    </a:lnTo>
                    <a:lnTo>
                      <a:pt x="30949" y="61874"/>
                    </a:lnTo>
                    <a:lnTo>
                      <a:pt x="35293" y="57456"/>
                    </a:lnTo>
                  </a:path>
                </a:pathLst>
              </a:custGeom>
              <a:ln w="7061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" name="object 106">
                <a:extLst>
                  <a:ext uri="{FF2B5EF4-FFF2-40B4-BE49-F238E27FC236}">
                    <a16:creationId xmlns:a16="http://schemas.microsoft.com/office/drawing/2014/main" id="{16EE849F-C416-4F3B-9C21-9CD7139CB4A4}"/>
                  </a:ext>
                </a:extLst>
              </p:cNvPr>
              <p:cNvSpPr/>
              <p:nvPr/>
            </p:nvSpPr>
            <p:spPr>
              <a:xfrm>
                <a:off x="1180820" y="4197057"/>
                <a:ext cx="253936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39365" h="142875">
                    <a:moveTo>
                      <a:pt x="0" y="0"/>
                    </a:moveTo>
                    <a:lnTo>
                      <a:pt x="362788" y="0"/>
                    </a:lnTo>
                    <a:lnTo>
                      <a:pt x="725589" y="0"/>
                    </a:lnTo>
                    <a:lnTo>
                      <a:pt x="1088377" y="3797"/>
                    </a:lnTo>
                    <a:lnTo>
                      <a:pt x="1450632" y="44500"/>
                    </a:lnTo>
                    <a:lnTo>
                      <a:pt x="1813420" y="91732"/>
                    </a:lnTo>
                    <a:lnTo>
                      <a:pt x="2176221" y="142748"/>
                    </a:lnTo>
                    <a:lnTo>
                      <a:pt x="2539009" y="142748"/>
                    </a:lnTo>
                  </a:path>
                </a:pathLst>
              </a:custGeom>
              <a:ln w="21717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5" name="object 107">
                <a:extLst>
                  <a:ext uri="{FF2B5EF4-FFF2-40B4-BE49-F238E27FC236}">
                    <a16:creationId xmlns:a16="http://schemas.microsoft.com/office/drawing/2014/main" id="{42C60650-7678-40A4-9CDE-1E4BFC66D2C9}"/>
                  </a:ext>
                </a:extLst>
              </p:cNvPr>
              <p:cNvSpPr/>
              <p:nvPr/>
            </p:nvSpPr>
            <p:spPr>
              <a:xfrm>
                <a:off x="1180820" y="4175353"/>
                <a:ext cx="2222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3814">
                    <a:moveTo>
                      <a:pt x="0" y="43408"/>
                    </a:moveTo>
                    <a:lnTo>
                      <a:pt x="0" y="0"/>
                    </a:lnTo>
                    <a:lnTo>
                      <a:pt x="21717" y="0"/>
                    </a:lnTo>
                    <a:lnTo>
                      <a:pt x="0" y="43408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6" name="object 108">
                <a:extLst>
                  <a:ext uri="{FF2B5EF4-FFF2-40B4-BE49-F238E27FC236}">
                    <a16:creationId xmlns:a16="http://schemas.microsoft.com/office/drawing/2014/main" id="{3747090C-B87A-4620-82E2-81F3FC941044}"/>
                  </a:ext>
                </a:extLst>
              </p:cNvPr>
              <p:cNvSpPr/>
              <p:nvPr/>
            </p:nvSpPr>
            <p:spPr>
              <a:xfrm>
                <a:off x="1180820" y="4175353"/>
                <a:ext cx="2222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3814">
                    <a:moveTo>
                      <a:pt x="0" y="43408"/>
                    </a:moveTo>
                    <a:lnTo>
                      <a:pt x="21717" y="0"/>
                    </a:lnTo>
                    <a:lnTo>
                      <a:pt x="0" y="0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7" name="object 109">
                <a:extLst>
                  <a:ext uri="{FF2B5EF4-FFF2-40B4-BE49-F238E27FC236}">
                    <a16:creationId xmlns:a16="http://schemas.microsoft.com/office/drawing/2014/main" id="{277EA72F-96FF-429C-B2B2-6305DE48CE86}"/>
                  </a:ext>
                </a:extLst>
              </p:cNvPr>
              <p:cNvSpPr/>
              <p:nvPr/>
            </p:nvSpPr>
            <p:spPr>
              <a:xfrm>
                <a:off x="1521891" y="4175353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43814">
                    <a:moveTo>
                      <a:pt x="21716" y="43408"/>
                    </a:moveTo>
                    <a:lnTo>
                      <a:pt x="0" y="0"/>
                    </a:lnTo>
                    <a:lnTo>
                      <a:pt x="43446" y="0"/>
                    </a:lnTo>
                    <a:lnTo>
                      <a:pt x="21716" y="43408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8" name="object 110">
                <a:extLst>
                  <a:ext uri="{FF2B5EF4-FFF2-40B4-BE49-F238E27FC236}">
                    <a16:creationId xmlns:a16="http://schemas.microsoft.com/office/drawing/2014/main" id="{E31241F3-7BD9-4C7D-A168-6B2476157D0C}"/>
                  </a:ext>
                </a:extLst>
              </p:cNvPr>
              <p:cNvSpPr/>
              <p:nvPr/>
            </p:nvSpPr>
            <p:spPr>
              <a:xfrm>
                <a:off x="1521891" y="4175353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43814">
                    <a:moveTo>
                      <a:pt x="21716" y="43408"/>
                    </a:moveTo>
                    <a:lnTo>
                      <a:pt x="43446" y="0"/>
                    </a:lnTo>
                    <a:lnTo>
                      <a:pt x="0" y="0"/>
                    </a:lnTo>
                    <a:lnTo>
                      <a:pt x="21716" y="43408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9" name="object 111">
                <a:extLst>
                  <a:ext uri="{FF2B5EF4-FFF2-40B4-BE49-F238E27FC236}">
                    <a16:creationId xmlns:a16="http://schemas.microsoft.com/office/drawing/2014/main" id="{ED426F9E-EE7C-4298-B806-B33EEFBF00DD}"/>
                  </a:ext>
                </a:extLst>
              </p:cNvPr>
              <p:cNvSpPr/>
              <p:nvPr/>
            </p:nvSpPr>
            <p:spPr>
              <a:xfrm>
                <a:off x="1884680" y="4176433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0" y="0"/>
                    </a:lnTo>
                    <a:lnTo>
                      <a:pt x="43446" y="0"/>
                    </a:lnTo>
                    <a:lnTo>
                      <a:pt x="21729" y="4342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0" name="object 112">
                <a:extLst>
                  <a:ext uri="{FF2B5EF4-FFF2-40B4-BE49-F238E27FC236}">
                    <a16:creationId xmlns:a16="http://schemas.microsoft.com/office/drawing/2014/main" id="{B9D01C17-6317-4031-A6A9-16B96B23C5C1}"/>
                  </a:ext>
                </a:extLst>
              </p:cNvPr>
              <p:cNvSpPr/>
              <p:nvPr/>
            </p:nvSpPr>
            <p:spPr>
              <a:xfrm>
                <a:off x="1884680" y="4176433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43446" y="0"/>
                    </a:lnTo>
                    <a:lnTo>
                      <a:pt x="0" y="0"/>
                    </a:lnTo>
                    <a:lnTo>
                      <a:pt x="21729" y="43421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1" name="object 113">
                <a:extLst>
                  <a:ext uri="{FF2B5EF4-FFF2-40B4-BE49-F238E27FC236}">
                    <a16:creationId xmlns:a16="http://schemas.microsoft.com/office/drawing/2014/main" id="{20474A51-15E3-46E7-8B05-5DCF613572B2}"/>
                  </a:ext>
                </a:extLst>
              </p:cNvPr>
              <p:cNvSpPr/>
              <p:nvPr/>
            </p:nvSpPr>
            <p:spPr>
              <a:xfrm>
                <a:off x="2247480" y="4179150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16" y="43421"/>
                    </a:moveTo>
                    <a:lnTo>
                      <a:pt x="0" y="0"/>
                    </a:lnTo>
                    <a:lnTo>
                      <a:pt x="43446" y="0"/>
                    </a:lnTo>
                    <a:lnTo>
                      <a:pt x="21716" y="4342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" name="object 114">
                <a:extLst>
                  <a:ext uri="{FF2B5EF4-FFF2-40B4-BE49-F238E27FC236}">
                    <a16:creationId xmlns:a16="http://schemas.microsoft.com/office/drawing/2014/main" id="{28081178-6049-439B-804F-8BBEE59943E2}"/>
                  </a:ext>
                </a:extLst>
              </p:cNvPr>
              <p:cNvSpPr/>
              <p:nvPr/>
            </p:nvSpPr>
            <p:spPr>
              <a:xfrm>
                <a:off x="2247480" y="4179150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16" y="43421"/>
                    </a:moveTo>
                    <a:lnTo>
                      <a:pt x="43446" y="0"/>
                    </a:lnTo>
                    <a:lnTo>
                      <a:pt x="0" y="0"/>
                    </a:lnTo>
                    <a:lnTo>
                      <a:pt x="21716" y="43421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" name="object 115">
                <a:extLst>
                  <a:ext uri="{FF2B5EF4-FFF2-40B4-BE49-F238E27FC236}">
                    <a16:creationId xmlns:a16="http://schemas.microsoft.com/office/drawing/2014/main" id="{E6D5286C-7DAD-49E4-8CFE-D948271718D0}"/>
                  </a:ext>
                </a:extLst>
              </p:cNvPr>
              <p:cNvSpPr/>
              <p:nvPr/>
            </p:nvSpPr>
            <p:spPr>
              <a:xfrm>
                <a:off x="2609722" y="4219854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0" y="0"/>
                    </a:lnTo>
                    <a:lnTo>
                      <a:pt x="43446" y="0"/>
                    </a:lnTo>
                    <a:lnTo>
                      <a:pt x="21729" y="4342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" name="object 116">
                <a:extLst>
                  <a:ext uri="{FF2B5EF4-FFF2-40B4-BE49-F238E27FC236}">
                    <a16:creationId xmlns:a16="http://schemas.microsoft.com/office/drawing/2014/main" id="{B9BFB738-A027-4F90-84C3-31D010C06AD0}"/>
                  </a:ext>
                </a:extLst>
              </p:cNvPr>
              <p:cNvSpPr/>
              <p:nvPr/>
            </p:nvSpPr>
            <p:spPr>
              <a:xfrm>
                <a:off x="2609722" y="4219854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43446" y="0"/>
                    </a:lnTo>
                    <a:lnTo>
                      <a:pt x="0" y="0"/>
                    </a:lnTo>
                    <a:lnTo>
                      <a:pt x="21729" y="43421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" name="object 117">
                <a:extLst>
                  <a:ext uri="{FF2B5EF4-FFF2-40B4-BE49-F238E27FC236}">
                    <a16:creationId xmlns:a16="http://schemas.microsoft.com/office/drawing/2014/main" id="{CF265E5E-E0D2-4CC0-8909-9064B5AB6C24}"/>
                  </a:ext>
                </a:extLst>
              </p:cNvPr>
              <p:cNvSpPr/>
              <p:nvPr/>
            </p:nvSpPr>
            <p:spPr>
              <a:xfrm>
                <a:off x="2972523" y="4267073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17" y="43421"/>
                    </a:moveTo>
                    <a:lnTo>
                      <a:pt x="0" y="0"/>
                    </a:lnTo>
                    <a:lnTo>
                      <a:pt x="43446" y="0"/>
                    </a:lnTo>
                    <a:lnTo>
                      <a:pt x="21717" y="4342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6" name="object 118">
                <a:extLst>
                  <a:ext uri="{FF2B5EF4-FFF2-40B4-BE49-F238E27FC236}">
                    <a16:creationId xmlns:a16="http://schemas.microsoft.com/office/drawing/2014/main" id="{D2891D7B-46B1-49CB-B0FA-E42830BE34D9}"/>
                  </a:ext>
                </a:extLst>
              </p:cNvPr>
              <p:cNvSpPr/>
              <p:nvPr/>
            </p:nvSpPr>
            <p:spPr>
              <a:xfrm>
                <a:off x="2972523" y="4267073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17" y="43421"/>
                    </a:moveTo>
                    <a:lnTo>
                      <a:pt x="43446" y="0"/>
                    </a:lnTo>
                    <a:lnTo>
                      <a:pt x="0" y="0"/>
                    </a:lnTo>
                    <a:lnTo>
                      <a:pt x="21717" y="43421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7" name="object 119">
                <a:extLst>
                  <a:ext uri="{FF2B5EF4-FFF2-40B4-BE49-F238E27FC236}">
                    <a16:creationId xmlns:a16="http://schemas.microsoft.com/office/drawing/2014/main" id="{D5A52D74-2D68-4DDD-8E6C-978194A55B31}"/>
                  </a:ext>
                </a:extLst>
              </p:cNvPr>
              <p:cNvSpPr/>
              <p:nvPr/>
            </p:nvSpPr>
            <p:spPr>
              <a:xfrm>
                <a:off x="3335312" y="4318088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0" y="0"/>
                    </a:lnTo>
                    <a:lnTo>
                      <a:pt x="43446" y="0"/>
                    </a:lnTo>
                    <a:lnTo>
                      <a:pt x="21729" y="4342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8" name="object 120">
                <a:extLst>
                  <a:ext uri="{FF2B5EF4-FFF2-40B4-BE49-F238E27FC236}">
                    <a16:creationId xmlns:a16="http://schemas.microsoft.com/office/drawing/2014/main" id="{B8D7A9FE-BCB5-487F-8969-89F737FD39C3}"/>
                  </a:ext>
                </a:extLst>
              </p:cNvPr>
              <p:cNvSpPr/>
              <p:nvPr/>
            </p:nvSpPr>
            <p:spPr>
              <a:xfrm>
                <a:off x="3335312" y="4318088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43446" y="0"/>
                    </a:lnTo>
                    <a:lnTo>
                      <a:pt x="0" y="0"/>
                    </a:lnTo>
                    <a:lnTo>
                      <a:pt x="21729" y="43421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9" name="object 121">
                <a:extLst>
                  <a:ext uri="{FF2B5EF4-FFF2-40B4-BE49-F238E27FC236}">
                    <a16:creationId xmlns:a16="http://schemas.microsoft.com/office/drawing/2014/main" id="{93AEB1FF-1B69-4F9A-9793-47678852DC24}"/>
                  </a:ext>
                </a:extLst>
              </p:cNvPr>
              <p:cNvSpPr/>
              <p:nvPr/>
            </p:nvSpPr>
            <p:spPr>
              <a:xfrm>
                <a:off x="3698113" y="4318088"/>
                <a:ext cx="2667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43814">
                    <a:moveTo>
                      <a:pt x="21716" y="43421"/>
                    </a:moveTo>
                    <a:lnTo>
                      <a:pt x="0" y="0"/>
                    </a:lnTo>
                    <a:lnTo>
                      <a:pt x="26060" y="0"/>
                    </a:lnTo>
                    <a:lnTo>
                      <a:pt x="26060" y="34742"/>
                    </a:lnTo>
                    <a:lnTo>
                      <a:pt x="21716" y="4342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0" name="object 122">
                <a:extLst>
                  <a:ext uri="{FF2B5EF4-FFF2-40B4-BE49-F238E27FC236}">
                    <a16:creationId xmlns:a16="http://schemas.microsoft.com/office/drawing/2014/main" id="{B4626237-D0AC-44F0-BEFB-E7636F2D7E17}"/>
                  </a:ext>
                </a:extLst>
              </p:cNvPr>
              <p:cNvSpPr/>
              <p:nvPr/>
            </p:nvSpPr>
            <p:spPr>
              <a:xfrm>
                <a:off x="3698113" y="4318088"/>
                <a:ext cx="2667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43814">
                    <a:moveTo>
                      <a:pt x="26060" y="0"/>
                    </a:moveTo>
                    <a:lnTo>
                      <a:pt x="0" y="0"/>
                    </a:lnTo>
                    <a:lnTo>
                      <a:pt x="21716" y="43421"/>
                    </a:lnTo>
                    <a:lnTo>
                      <a:pt x="26060" y="34742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1" name="object 123">
                <a:extLst>
                  <a:ext uri="{FF2B5EF4-FFF2-40B4-BE49-F238E27FC236}">
                    <a16:creationId xmlns:a16="http://schemas.microsoft.com/office/drawing/2014/main" id="{1856676F-FC7F-417A-AAD3-5F6BACB86053}"/>
                  </a:ext>
                </a:extLst>
              </p:cNvPr>
              <p:cNvSpPr/>
              <p:nvPr/>
            </p:nvSpPr>
            <p:spPr>
              <a:xfrm>
                <a:off x="1180820" y="2771775"/>
                <a:ext cx="2539365" cy="1643380"/>
              </a:xfrm>
              <a:custGeom>
                <a:avLst/>
                <a:gdLst/>
                <a:ahLst/>
                <a:cxnLst/>
                <a:rect l="l" t="t" r="r" b="b"/>
                <a:pathLst>
                  <a:path w="2539365" h="1643379">
                    <a:moveTo>
                      <a:pt x="0" y="1642922"/>
                    </a:moveTo>
                    <a:lnTo>
                      <a:pt x="0" y="0"/>
                    </a:lnTo>
                  </a:path>
                  <a:path w="2539365" h="1643379">
                    <a:moveTo>
                      <a:pt x="2539009" y="1642922"/>
                    </a:moveTo>
                    <a:lnTo>
                      <a:pt x="2539009" y="0"/>
                    </a:lnTo>
                  </a:path>
                  <a:path w="2539365" h="1643379">
                    <a:moveTo>
                      <a:pt x="0" y="1642922"/>
                    </a:moveTo>
                    <a:lnTo>
                      <a:pt x="2539009" y="1642922"/>
                    </a:lnTo>
                  </a:path>
                  <a:path w="2539365" h="1643379">
                    <a:moveTo>
                      <a:pt x="0" y="0"/>
                    </a:moveTo>
                    <a:lnTo>
                      <a:pt x="2539009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12" name="object 143">
              <a:extLst>
                <a:ext uri="{FF2B5EF4-FFF2-40B4-BE49-F238E27FC236}">
                  <a16:creationId xmlns:a16="http://schemas.microsoft.com/office/drawing/2014/main" id="{A40400F0-4ACE-40B5-9F5C-3E3102EF90BA}"/>
                </a:ext>
              </a:extLst>
            </p:cNvPr>
            <p:cNvGrpSpPr/>
            <p:nvPr/>
          </p:nvGrpSpPr>
          <p:grpSpPr>
            <a:xfrm>
              <a:off x="4122813" y="2569870"/>
              <a:ext cx="3051810" cy="2030095"/>
              <a:chOff x="4122813" y="2569870"/>
              <a:chExt cx="3051810" cy="2030095"/>
            </a:xfrm>
          </p:grpSpPr>
          <p:sp>
            <p:nvSpPr>
              <p:cNvPr id="113" name="object 144">
                <a:extLst>
                  <a:ext uri="{FF2B5EF4-FFF2-40B4-BE49-F238E27FC236}">
                    <a16:creationId xmlns:a16="http://schemas.microsoft.com/office/drawing/2014/main" id="{FDF9834F-6AB9-4B9F-AE4E-072A92BB1551}"/>
                  </a:ext>
                </a:extLst>
              </p:cNvPr>
              <p:cNvSpPr/>
              <p:nvPr/>
            </p:nvSpPr>
            <p:spPr>
              <a:xfrm>
                <a:off x="4481258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2551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4" name="object 145">
                <a:extLst>
                  <a:ext uri="{FF2B5EF4-FFF2-40B4-BE49-F238E27FC236}">
                    <a16:creationId xmlns:a16="http://schemas.microsoft.com/office/drawing/2014/main" id="{A947E0AB-3021-4241-9F9E-5AEC12D3BC7E}"/>
                  </a:ext>
                </a:extLst>
              </p:cNvPr>
              <p:cNvSpPr/>
              <p:nvPr/>
            </p:nvSpPr>
            <p:spPr>
              <a:xfrm>
                <a:off x="4481258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514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5" name="object 148">
                <a:extLst>
                  <a:ext uri="{FF2B5EF4-FFF2-40B4-BE49-F238E27FC236}">
                    <a16:creationId xmlns:a16="http://schemas.microsoft.com/office/drawing/2014/main" id="{890243F9-0514-4C18-8ECD-4E410A8E0455}"/>
                  </a:ext>
                </a:extLst>
              </p:cNvPr>
              <p:cNvSpPr/>
              <p:nvPr/>
            </p:nvSpPr>
            <p:spPr>
              <a:xfrm>
                <a:off x="4844059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2551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6" name="object 149">
                <a:extLst>
                  <a:ext uri="{FF2B5EF4-FFF2-40B4-BE49-F238E27FC236}">
                    <a16:creationId xmlns:a16="http://schemas.microsoft.com/office/drawing/2014/main" id="{65C5AA8F-94C3-49E9-80DB-92DD7E8948C5}"/>
                  </a:ext>
                </a:extLst>
              </p:cNvPr>
              <p:cNvSpPr/>
              <p:nvPr/>
            </p:nvSpPr>
            <p:spPr>
              <a:xfrm>
                <a:off x="4844059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514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7" name="object 152">
                <a:extLst>
                  <a:ext uri="{FF2B5EF4-FFF2-40B4-BE49-F238E27FC236}">
                    <a16:creationId xmlns:a16="http://schemas.microsoft.com/office/drawing/2014/main" id="{97029FFC-6276-45C0-8EA3-255BE3E02A71}"/>
                  </a:ext>
                </a:extLst>
              </p:cNvPr>
              <p:cNvSpPr/>
              <p:nvPr/>
            </p:nvSpPr>
            <p:spPr>
              <a:xfrm>
                <a:off x="5206847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2551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8" name="object 153">
                <a:extLst>
                  <a:ext uri="{FF2B5EF4-FFF2-40B4-BE49-F238E27FC236}">
                    <a16:creationId xmlns:a16="http://schemas.microsoft.com/office/drawing/2014/main" id="{4351D420-AB50-4FCE-9736-14913656800E}"/>
                  </a:ext>
                </a:extLst>
              </p:cNvPr>
              <p:cNvSpPr/>
              <p:nvPr/>
            </p:nvSpPr>
            <p:spPr>
              <a:xfrm>
                <a:off x="5206847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514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9" name="object 156">
                <a:extLst>
                  <a:ext uri="{FF2B5EF4-FFF2-40B4-BE49-F238E27FC236}">
                    <a16:creationId xmlns:a16="http://schemas.microsoft.com/office/drawing/2014/main" id="{1AEB4E49-8FEB-4D52-B4C7-72931BD59E3C}"/>
                  </a:ext>
                </a:extLst>
              </p:cNvPr>
              <p:cNvSpPr/>
              <p:nvPr/>
            </p:nvSpPr>
            <p:spPr>
              <a:xfrm>
                <a:off x="5569648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2551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0" name="object 157">
                <a:extLst>
                  <a:ext uri="{FF2B5EF4-FFF2-40B4-BE49-F238E27FC236}">
                    <a16:creationId xmlns:a16="http://schemas.microsoft.com/office/drawing/2014/main" id="{406F5FD8-31CB-41CA-A3A5-C575CFFE35EC}"/>
                  </a:ext>
                </a:extLst>
              </p:cNvPr>
              <p:cNvSpPr/>
              <p:nvPr/>
            </p:nvSpPr>
            <p:spPr>
              <a:xfrm>
                <a:off x="5569648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514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1" name="object 159">
                <a:extLst>
                  <a:ext uri="{FF2B5EF4-FFF2-40B4-BE49-F238E27FC236}">
                    <a16:creationId xmlns:a16="http://schemas.microsoft.com/office/drawing/2014/main" id="{6E915609-5466-4046-A282-B4CB1B14D65F}"/>
                  </a:ext>
                </a:extLst>
              </p:cNvPr>
              <p:cNvSpPr/>
              <p:nvPr/>
            </p:nvSpPr>
            <p:spPr>
              <a:xfrm>
                <a:off x="5932436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2551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2" name="object 160">
                <a:extLst>
                  <a:ext uri="{FF2B5EF4-FFF2-40B4-BE49-F238E27FC236}">
                    <a16:creationId xmlns:a16="http://schemas.microsoft.com/office/drawing/2014/main" id="{158CA238-B40A-466E-835B-1CAFD09A321E}"/>
                  </a:ext>
                </a:extLst>
              </p:cNvPr>
              <p:cNvSpPr/>
              <p:nvPr/>
            </p:nvSpPr>
            <p:spPr>
              <a:xfrm>
                <a:off x="5932436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514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3" name="object 163">
                <a:extLst>
                  <a:ext uri="{FF2B5EF4-FFF2-40B4-BE49-F238E27FC236}">
                    <a16:creationId xmlns:a16="http://schemas.microsoft.com/office/drawing/2014/main" id="{0638BE75-34DB-4229-B08A-C8F345D9B7C4}"/>
                  </a:ext>
                </a:extLst>
              </p:cNvPr>
              <p:cNvSpPr/>
              <p:nvPr/>
            </p:nvSpPr>
            <p:spPr>
              <a:xfrm>
                <a:off x="6294691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2551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4" name="object 164">
                <a:extLst>
                  <a:ext uri="{FF2B5EF4-FFF2-40B4-BE49-F238E27FC236}">
                    <a16:creationId xmlns:a16="http://schemas.microsoft.com/office/drawing/2014/main" id="{F3859432-F251-440D-8680-C1E8546886AF}"/>
                  </a:ext>
                </a:extLst>
              </p:cNvPr>
              <p:cNvSpPr/>
              <p:nvPr/>
            </p:nvSpPr>
            <p:spPr>
              <a:xfrm>
                <a:off x="6294691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514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5" name="object 167">
                <a:extLst>
                  <a:ext uri="{FF2B5EF4-FFF2-40B4-BE49-F238E27FC236}">
                    <a16:creationId xmlns:a16="http://schemas.microsoft.com/office/drawing/2014/main" id="{FA3B29C7-F64A-4308-A47B-28475BBBBFEF}"/>
                  </a:ext>
                </a:extLst>
              </p:cNvPr>
              <p:cNvSpPr/>
              <p:nvPr/>
            </p:nvSpPr>
            <p:spPr>
              <a:xfrm>
                <a:off x="6657479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2551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6" name="object 168">
                <a:extLst>
                  <a:ext uri="{FF2B5EF4-FFF2-40B4-BE49-F238E27FC236}">
                    <a16:creationId xmlns:a16="http://schemas.microsoft.com/office/drawing/2014/main" id="{AB7A260A-3381-45E2-9917-1628093237CF}"/>
                  </a:ext>
                </a:extLst>
              </p:cNvPr>
              <p:cNvSpPr/>
              <p:nvPr/>
            </p:nvSpPr>
            <p:spPr>
              <a:xfrm>
                <a:off x="6657479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514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7" name="object 172">
                <a:extLst>
                  <a:ext uri="{FF2B5EF4-FFF2-40B4-BE49-F238E27FC236}">
                    <a16:creationId xmlns:a16="http://schemas.microsoft.com/office/drawing/2014/main" id="{B03D7E72-52E2-4783-BEC7-D81D2FC299B7}"/>
                  </a:ext>
                </a:extLst>
              </p:cNvPr>
              <p:cNvSpPr/>
              <p:nvPr/>
            </p:nvSpPr>
            <p:spPr>
              <a:xfrm>
                <a:off x="7020280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2551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8" name="object 173">
                <a:extLst>
                  <a:ext uri="{FF2B5EF4-FFF2-40B4-BE49-F238E27FC236}">
                    <a16:creationId xmlns:a16="http://schemas.microsoft.com/office/drawing/2014/main" id="{796F97E1-81EF-40E9-A279-B1B208C6EA46}"/>
                  </a:ext>
                </a:extLst>
              </p:cNvPr>
              <p:cNvSpPr/>
              <p:nvPr/>
            </p:nvSpPr>
            <p:spPr>
              <a:xfrm>
                <a:off x="7020280" y="4414697"/>
                <a:ext cx="0" cy="26034"/>
              </a:xfrm>
              <a:custGeom>
                <a:avLst/>
                <a:gdLst/>
                <a:ahLst/>
                <a:cxnLst/>
                <a:rect l="l" t="t" r="r" b="b"/>
                <a:pathLst>
                  <a:path h="26035">
                    <a:moveTo>
                      <a:pt x="0" y="0"/>
                    </a:moveTo>
                    <a:lnTo>
                      <a:pt x="0" y="25514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9" name="object 177">
                <a:extLst>
                  <a:ext uri="{FF2B5EF4-FFF2-40B4-BE49-F238E27FC236}">
                    <a16:creationId xmlns:a16="http://schemas.microsoft.com/office/drawing/2014/main" id="{96B9CE02-F14E-4588-BBA6-B6C826EA8C6C}"/>
                  </a:ext>
                </a:extLst>
              </p:cNvPr>
              <p:cNvSpPr/>
              <p:nvPr/>
            </p:nvSpPr>
            <p:spPr>
              <a:xfrm>
                <a:off x="4456277" y="4337088"/>
                <a:ext cx="254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5400">
                    <a:moveTo>
                      <a:pt x="24980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0" name="object 178">
                <a:extLst>
                  <a:ext uri="{FF2B5EF4-FFF2-40B4-BE49-F238E27FC236}">
                    <a16:creationId xmlns:a16="http://schemas.microsoft.com/office/drawing/2014/main" id="{DD6FF95D-6CB8-42F0-868E-2353D8A4F725}"/>
                  </a:ext>
                </a:extLst>
              </p:cNvPr>
              <p:cNvSpPr/>
              <p:nvPr/>
            </p:nvSpPr>
            <p:spPr>
              <a:xfrm>
                <a:off x="4456277" y="4337088"/>
                <a:ext cx="254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5400">
                    <a:moveTo>
                      <a:pt x="24980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1" name="object 180">
                <a:extLst>
                  <a:ext uri="{FF2B5EF4-FFF2-40B4-BE49-F238E27FC236}">
                    <a16:creationId xmlns:a16="http://schemas.microsoft.com/office/drawing/2014/main" id="{3F1573A1-A97A-41BD-885A-1EB0E47CC2E6}"/>
                  </a:ext>
                </a:extLst>
              </p:cNvPr>
              <p:cNvPicPr/>
              <p:nvPr/>
            </p:nvPicPr>
            <p:blipFill>
              <a:blip r:embed="rId10" cstate="print"/>
              <a:srcRect l="92000"/>
              <a:stretch>
                <a:fillRect/>
              </a:stretch>
            </p:blipFill>
            <p:spPr>
              <a:xfrm>
                <a:off x="4452581" y="2779915"/>
                <a:ext cx="28675" cy="1642224"/>
              </a:xfrm>
              <a:prstGeom prst="rect">
                <a:avLst/>
              </a:prstGeom>
            </p:spPr>
          </p:pic>
          <p:sp>
            <p:nvSpPr>
              <p:cNvPr id="132" name="object 181">
                <a:extLst>
                  <a:ext uri="{FF2B5EF4-FFF2-40B4-BE49-F238E27FC236}">
                    <a16:creationId xmlns:a16="http://schemas.microsoft.com/office/drawing/2014/main" id="{F8D3FB35-0F0E-482D-9E65-EB7F2173093E}"/>
                  </a:ext>
                </a:extLst>
              </p:cNvPr>
              <p:cNvSpPr/>
              <p:nvPr/>
            </p:nvSpPr>
            <p:spPr>
              <a:xfrm>
                <a:off x="4481258" y="2846679"/>
                <a:ext cx="2539365" cy="1482725"/>
              </a:xfrm>
              <a:custGeom>
                <a:avLst/>
                <a:gdLst/>
                <a:ahLst/>
                <a:cxnLst/>
                <a:rect l="l" t="t" r="r" b="b"/>
                <a:pathLst>
                  <a:path w="2539365" h="1482725">
                    <a:moveTo>
                      <a:pt x="0" y="1482267"/>
                    </a:moveTo>
                    <a:lnTo>
                      <a:pt x="362800" y="1014412"/>
                    </a:lnTo>
                    <a:lnTo>
                      <a:pt x="725589" y="529183"/>
                    </a:lnTo>
                    <a:lnTo>
                      <a:pt x="1088389" y="49936"/>
                    </a:lnTo>
                    <a:lnTo>
                      <a:pt x="1451178" y="147624"/>
                    </a:lnTo>
                    <a:lnTo>
                      <a:pt x="1813432" y="193217"/>
                    </a:lnTo>
                    <a:lnTo>
                      <a:pt x="2176221" y="89547"/>
                    </a:lnTo>
                    <a:lnTo>
                      <a:pt x="2539022" y="0"/>
                    </a:lnTo>
                  </a:path>
                </a:pathLst>
              </a:custGeom>
              <a:ln w="21717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3" name="object 182">
                <a:extLst>
                  <a:ext uri="{FF2B5EF4-FFF2-40B4-BE49-F238E27FC236}">
                    <a16:creationId xmlns:a16="http://schemas.microsoft.com/office/drawing/2014/main" id="{4E7F74EB-E01C-47B1-90AC-D0C1ED87697C}"/>
                  </a:ext>
                </a:extLst>
              </p:cNvPr>
              <p:cNvSpPr/>
              <p:nvPr/>
            </p:nvSpPr>
            <p:spPr>
              <a:xfrm>
                <a:off x="4481258" y="4307243"/>
                <a:ext cx="2222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3814">
                    <a:moveTo>
                      <a:pt x="5981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5981" y="0"/>
                    </a:lnTo>
                    <a:lnTo>
                      <a:pt x="11404" y="2171"/>
                    </a:lnTo>
                    <a:lnTo>
                      <a:pt x="19557" y="10312"/>
                    </a:lnTo>
                    <a:lnTo>
                      <a:pt x="21729" y="15735"/>
                    </a:lnTo>
                    <a:lnTo>
                      <a:pt x="21729" y="27673"/>
                    </a:lnTo>
                    <a:lnTo>
                      <a:pt x="19557" y="33108"/>
                    </a:lnTo>
                    <a:lnTo>
                      <a:pt x="11404" y="41249"/>
                    </a:lnTo>
                    <a:lnTo>
                      <a:pt x="5981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4" name="object 183">
                <a:extLst>
                  <a:ext uri="{FF2B5EF4-FFF2-40B4-BE49-F238E27FC236}">
                    <a16:creationId xmlns:a16="http://schemas.microsoft.com/office/drawing/2014/main" id="{FB7D0ABC-6F02-4574-BA09-8F2BD9AB46A0}"/>
                  </a:ext>
                </a:extLst>
              </p:cNvPr>
              <p:cNvSpPr/>
              <p:nvPr/>
            </p:nvSpPr>
            <p:spPr>
              <a:xfrm>
                <a:off x="4481258" y="4307243"/>
                <a:ext cx="2222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3814">
                    <a:moveTo>
                      <a:pt x="0" y="43421"/>
                    </a:moveTo>
                    <a:lnTo>
                      <a:pt x="5981" y="43421"/>
                    </a:lnTo>
                    <a:lnTo>
                      <a:pt x="11404" y="41249"/>
                    </a:lnTo>
                    <a:lnTo>
                      <a:pt x="15760" y="36906"/>
                    </a:lnTo>
                    <a:lnTo>
                      <a:pt x="19557" y="33108"/>
                    </a:lnTo>
                    <a:lnTo>
                      <a:pt x="21729" y="27673"/>
                    </a:lnTo>
                    <a:lnTo>
                      <a:pt x="21729" y="21704"/>
                    </a:lnTo>
                    <a:lnTo>
                      <a:pt x="21729" y="15735"/>
                    </a:lnTo>
                    <a:lnTo>
                      <a:pt x="19557" y="10312"/>
                    </a:lnTo>
                    <a:lnTo>
                      <a:pt x="15760" y="6502"/>
                    </a:lnTo>
                    <a:lnTo>
                      <a:pt x="11404" y="2171"/>
                    </a:lnTo>
                    <a:lnTo>
                      <a:pt x="5981" y="0"/>
                    </a:lnTo>
                    <a:lnTo>
                      <a:pt x="0" y="0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5" name="object 184">
                <a:extLst>
                  <a:ext uri="{FF2B5EF4-FFF2-40B4-BE49-F238E27FC236}">
                    <a16:creationId xmlns:a16="http://schemas.microsoft.com/office/drawing/2014/main" id="{BA54EABB-5878-4F8D-8D20-52B25EB397C4}"/>
                  </a:ext>
                </a:extLst>
              </p:cNvPr>
              <p:cNvSpPr/>
              <p:nvPr/>
            </p:nvSpPr>
            <p:spPr>
              <a:xfrm>
                <a:off x="4822329" y="3839375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7698" y="43421"/>
                    </a:moveTo>
                    <a:lnTo>
                      <a:pt x="21729" y="43421"/>
                    </a:lnTo>
                    <a:lnTo>
                      <a:pt x="15748" y="43421"/>
                    </a:lnTo>
                    <a:lnTo>
                      <a:pt x="10325" y="41249"/>
                    </a:lnTo>
                    <a:lnTo>
                      <a:pt x="6515" y="36918"/>
                    </a:lnTo>
                    <a:lnTo>
                      <a:pt x="2171" y="33108"/>
                    </a:lnTo>
                    <a:lnTo>
                      <a:pt x="0" y="27139"/>
                    </a:lnTo>
                    <a:lnTo>
                      <a:pt x="0" y="15748"/>
                    </a:lnTo>
                    <a:lnTo>
                      <a:pt x="2171" y="10312"/>
                    </a:lnTo>
                    <a:lnTo>
                      <a:pt x="6515" y="6515"/>
                    </a:lnTo>
                    <a:lnTo>
                      <a:pt x="10325" y="2171"/>
                    </a:lnTo>
                    <a:lnTo>
                      <a:pt x="15748" y="0"/>
                    </a:lnTo>
                    <a:lnTo>
                      <a:pt x="27698" y="0"/>
                    </a:lnTo>
                    <a:lnTo>
                      <a:pt x="33134" y="2171"/>
                    </a:lnTo>
                    <a:lnTo>
                      <a:pt x="36931" y="6515"/>
                    </a:lnTo>
                    <a:lnTo>
                      <a:pt x="41275" y="10312"/>
                    </a:lnTo>
                    <a:lnTo>
                      <a:pt x="43446" y="15748"/>
                    </a:lnTo>
                    <a:lnTo>
                      <a:pt x="43446" y="27139"/>
                    </a:lnTo>
                    <a:lnTo>
                      <a:pt x="41275" y="33108"/>
                    </a:lnTo>
                    <a:lnTo>
                      <a:pt x="36931" y="36918"/>
                    </a:lnTo>
                    <a:lnTo>
                      <a:pt x="33134" y="41249"/>
                    </a:lnTo>
                    <a:lnTo>
                      <a:pt x="27698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6" name="object 185">
                <a:extLst>
                  <a:ext uri="{FF2B5EF4-FFF2-40B4-BE49-F238E27FC236}">
                    <a16:creationId xmlns:a16="http://schemas.microsoft.com/office/drawing/2014/main" id="{6B5916C6-1463-45FF-8B76-638C9577E152}"/>
                  </a:ext>
                </a:extLst>
              </p:cNvPr>
              <p:cNvSpPr/>
              <p:nvPr/>
            </p:nvSpPr>
            <p:spPr>
              <a:xfrm>
                <a:off x="4822329" y="3839375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27698" y="43421"/>
                    </a:lnTo>
                    <a:lnTo>
                      <a:pt x="33134" y="41249"/>
                    </a:lnTo>
                    <a:lnTo>
                      <a:pt x="36931" y="36918"/>
                    </a:lnTo>
                    <a:lnTo>
                      <a:pt x="41275" y="33108"/>
                    </a:lnTo>
                    <a:lnTo>
                      <a:pt x="43446" y="27139"/>
                    </a:lnTo>
                    <a:lnTo>
                      <a:pt x="43446" y="21717"/>
                    </a:lnTo>
                    <a:lnTo>
                      <a:pt x="43446" y="15748"/>
                    </a:lnTo>
                    <a:lnTo>
                      <a:pt x="41275" y="10312"/>
                    </a:lnTo>
                    <a:lnTo>
                      <a:pt x="36931" y="6515"/>
                    </a:lnTo>
                    <a:lnTo>
                      <a:pt x="33134" y="2171"/>
                    </a:lnTo>
                    <a:lnTo>
                      <a:pt x="27698" y="0"/>
                    </a:lnTo>
                    <a:lnTo>
                      <a:pt x="21729" y="0"/>
                    </a:lnTo>
                    <a:lnTo>
                      <a:pt x="15748" y="0"/>
                    </a:lnTo>
                    <a:lnTo>
                      <a:pt x="10325" y="2171"/>
                    </a:lnTo>
                    <a:lnTo>
                      <a:pt x="6515" y="6515"/>
                    </a:lnTo>
                    <a:lnTo>
                      <a:pt x="2171" y="10312"/>
                    </a:lnTo>
                    <a:lnTo>
                      <a:pt x="0" y="15748"/>
                    </a:lnTo>
                    <a:lnTo>
                      <a:pt x="0" y="21717"/>
                    </a:lnTo>
                    <a:lnTo>
                      <a:pt x="0" y="27139"/>
                    </a:lnTo>
                    <a:lnTo>
                      <a:pt x="2171" y="33108"/>
                    </a:lnTo>
                    <a:lnTo>
                      <a:pt x="6515" y="36918"/>
                    </a:lnTo>
                    <a:lnTo>
                      <a:pt x="10325" y="41249"/>
                    </a:lnTo>
                    <a:lnTo>
                      <a:pt x="15748" y="43421"/>
                    </a:lnTo>
                    <a:lnTo>
                      <a:pt x="21729" y="43421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7" name="object 186">
                <a:extLst>
                  <a:ext uri="{FF2B5EF4-FFF2-40B4-BE49-F238E27FC236}">
                    <a16:creationId xmlns:a16="http://schemas.microsoft.com/office/drawing/2014/main" id="{71C2E20D-ACCD-4B4D-BBC9-097EB39B322B}"/>
                  </a:ext>
                </a:extLst>
              </p:cNvPr>
              <p:cNvSpPr/>
              <p:nvPr/>
            </p:nvSpPr>
            <p:spPr>
              <a:xfrm>
                <a:off x="5185130" y="3354158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7698" y="43421"/>
                    </a:moveTo>
                    <a:lnTo>
                      <a:pt x="21716" y="43421"/>
                    </a:lnTo>
                    <a:lnTo>
                      <a:pt x="15747" y="43421"/>
                    </a:lnTo>
                    <a:lnTo>
                      <a:pt x="10312" y="41249"/>
                    </a:lnTo>
                    <a:lnTo>
                      <a:pt x="6515" y="36906"/>
                    </a:lnTo>
                    <a:lnTo>
                      <a:pt x="2171" y="33108"/>
                    </a:lnTo>
                    <a:lnTo>
                      <a:pt x="0" y="27139"/>
                    </a:lnTo>
                    <a:lnTo>
                      <a:pt x="0" y="15735"/>
                    </a:lnTo>
                    <a:lnTo>
                      <a:pt x="2171" y="10312"/>
                    </a:lnTo>
                    <a:lnTo>
                      <a:pt x="10312" y="2171"/>
                    </a:lnTo>
                    <a:lnTo>
                      <a:pt x="15747" y="0"/>
                    </a:lnTo>
                    <a:lnTo>
                      <a:pt x="27698" y="0"/>
                    </a:lnTo>
                    <a:lnTo>
                      <a:pt x="33121" y="2171"/>
                    </a:lnTo>
                    <a:lnTo>
                      <a:pt x="41275" y="10312"/>
                    </a:lnTo>
                    <a:lnTo>
                      <a:pt x="43446" y="15735"/>
                    </a:lnTo>
                    <a:lnTo>
                      <a:pt x="43446" y="27139"/>
                    </a:lnTo>
                    <a:lnTo>
                      <a:pt x="41275" y="33108"/>
                    </a:lnTo>
                    <a:lnTo>
                      <a:pt x="36931" y="36906"/>
                    </a:lnTo>
                    <a:lnTo>
                      <a:pt x="33121" y="41249"/>
                    </a:lnTo>
                    <a:lnTo>
                      <a:pt x="27698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8" name="object 187">
                <a:extLst>
                  <a:ext uri="{FF2B5EF4-FFF2-40B4-BE49-F238E27FC236}">
                    <a16:creationId xmlns:a16="http://schemas.microsoft.com/office/drawing/2014/main" id="{931DA1EC-B300-4050-9DD7-B6D40AA15FF3}"/>
                  </a:ext>
                </a:extLst>
              </p:cNvPr>
              <p:cNvSpPr/>
              <p:nvPr/>
            </p:nvSpPr>
            <p:spPr>
              <a:xfrm>
                <a:off x="5185130" y="3354158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16" y="43421"/>
                    </a:moveTo>
                    <a:lnTo>
                      <a:pt x="27698" y="43421"/>
                    </a:lnTo>
                    <a:lnTo>
                      <a:pt x="33121" y="41249"/>
                    </a:lnTo>
                    <a:lnTo>
                      <a:pt x="36931" y="36906"/>
                    </a:lnTo>
                    <a:lnTo>
                      <a:pt x="41275" y="33108"/>
                    </a:lnTo>
                    <a:lnTo>
                      <a:pt x="43446" y="27139"/>
                    </a:lnTo>
                    <a:lnTo>
                      <a:pt x="43446" y="21704"/>
                    </a:lnTo>
                    <a:lnTo>
                      <a:pt x="43446" y="15735"/>
                    </a:lnTo>
                    <a:lnTo>
                      <a:pt x="41275" y="10312"/>
                    </a:lnTo>
                    <a:lnTo>
                      <a:pt x="36931" y="5968"/>
                    </a:lnTo>
                    <a:lnTo>
                      <a:pt x="33121" y="2171"/>
                    </a:lnTo>
                    <a:lnTo>
                      <a:pt x="27698" y="0"/>
                    </a:lnTo>
                    <a:lnTo>
                      <a:pt x="21716" y="0"/>
                    </a:lnTo>
                    <a:lnTo>
                      <a:pt x="15747" y="0"/>
                    </a:lnTo>
                    <a:lnTo>
                      <a:pt x="10312" y="2171"/>
                    </a:lnTo>
                    <a:lnTo>
                      <a:pt x="6515" y="5968"/>
                    </a:lnTo>
                    <a:lnTo>
                      <a:pt x="2171" y="10312"/>
                    </a:lnTo>
                    <a:lnTo>
                      <a:pt x="0" y="15735"/>
                    </a:lnTo>
                    <a:lnTo>
                      <a:pt x="0" y="21704"/>
                    </a:lnTo>
                    <a:lnTo>
                      <a:pt x="0" y="27139"/>
                    </a:lnTo>
                    <a:lnTo>
                      <a:pt x="2171" y="33108"/>
                    </a:lnTo>
                    <a:lnTo>
                      <a:pt x="6515" y="36906"/>
                    </a:lnTo>
                    <a:lnTo>
                      <a:pt x="10312" y="41249"/>
                    </a:lnTo>
                    <a:lnTo>
                      <a:pt x="15747" y="43421"/>
                    </a:lnTo>
                    <a:lnTo>
                      <a:pt x="21716" y="43421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9" name="object 188">
                <a:extLst>
                  <a:ext uri="{FF2B5EF4-FFF2-40B4-BE49-F238E27FC236}">
                    <a16:creationId xmlns:a16="http://schemas.microsoft.com/office/drawing/2014/main" id="{64E3C6D2-AE0C-4FCD-9A67-739EFA5AE41F}"/>
                  </a:ext>
                </a:extLst>
              </p:cNvPr>
              <p:cNvSpPr/>
              <p:nvPr/>
            </p:nvSpPr>
            <p:spPr>
              <a:xfrm>
                <a:off x="5547918" y="2874899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7152" y="43421"/>
                    </a:moveTo>
                    <a:lnTo>
                      <a:pt x="21729" y="43421"/>
                    </a:lnTo>
                    <a:lnTo>
                      <a:pt x="15748" y="43421"/>
                    </a:lnTo>
                    <a:lnTo>
                      <a:pt x="10325" y="41249"/>
                    </a:lnTo>
                    <a:lnTo>
                      <a:pt x="2171" y="33108"/>
                    </a:lnTo>
                    <a:lnTo>
                      <a:pt x="0" y="27139"/>
                    </a:lnTo>
                    <a:lnTo>
                      <a:pt x="0" y="15748"/>
                    </a:lnTo>
                    <a:lnTo>
                      <a:pt x="2171" y="10312"/>
                    </a:lnTo>
                    <a:lnTo>
                      <a:pt x="10325" y="2171"/>
                    </a:lnTo>
                    <a:lnTo>
                      <a:pt x="15748" y="0"/>
                    </a:lnTo>
                    <a:lnTo>
                      <a:pt x="27152" y="0"/>
                    </a:lnTo>
                    <a:lnTo>
                      <a:pt x="33134" y="2171"/>
                    </a:lnTo>
                    <a:lnTo>
                      <a:pt x="36931" y="6515"/>
                    </a:lnTo>
                    <a:lnTo>
                      <a:pt x="41275" y="10312"/>
                    </a:lnTo>
                    <a:lnTo>
                      <a:pt x="43446" y="15748"/>
                    </a:lnTo>
                    <a:lnTo>
                      <a:pt x="43446" y="27139"/>
                    </a:lnTo>
                    <a:lnTo>
                      <a:pt x="41275" y="33108"/>
                    </a:lnTo>
                    <a:lnTo>
                      <a:pt x="36931" y="36906"/>
                    </a:lnTo>
                    <a:lnTo>
                      <a:pt x="33134" y="41249"/>
                    </a:lnTo>
                    <a:lnTo>
                      <a:pt x="27152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0" name="object 189">
                <a:extLst>
                  <a:ext uri="{FF2B5EF4-FFF2-40B4-BE49-F238E27FC236}">
                    <a16:creationId xmlns:a16="http://schemas.microsoft.com/office/drawing/2014/main" id="{D3B323B8-DE56-4E7B-B705-3C9C441449CE}"/>
                  </a:ext>
                </a:extLst>
              </p:cNvPr>
              <p:cNvSpPr/>
              <p:nvPr/>
            </p:nvSpPr>
            <p:spPr>
              <a:xfrm>
                <a:off x="5547918" y="2874899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27152" y="43421"/>
                    </a:lnTo>
                    <a:lnTo>
                      <a:pt x="33134" y="41249"/>
                    </a:lnTo>
                    <a:lnTo>
                      <a:pt x="36931" y="36906"/>
                    </a:lnTo>
                    <a:lnTo>
                      <a:pt x="41275" y="33108"/>
                    </a:lnTo>
                    <a:lnTo>
                      <a:pt x="43446" y="27139"/>
                    </a:lnTo>
                    <a:lnTo>
                      <a:pt x="43446" y="21717"/>
                    </a:lnTo>
                    <a:lnTo>
                      <a:pt x="43446" y="15748"/>
                    </a:lnTo>
                    <a:lnTo>
                      <a:pt x="41275" y="10312"/>
                    </a:lnTo>
                    <a:lnTo>
                      <a:pt x="36931" y="6515"/>
                    </a:lnTo>
                    <a:lnTo>
                      <a:pt x="33134" y="2171"/>
                    </a:lnTo>
                    <a:lnTo>
                      <a:pt x="27152" y="0"/>
                    </a:lnTo>
                    <a:lnTo>
                      <a:pt x="21729" y="0"/>
                    </a:lnTo>
                    <a:lnTo>
                      <a:pt x="15748" y="0"/>
                    </a:lnTo>
                    <a:lnTo>
                      <a:pt x="10325" y="2171"/>
                    </a:lnTo>
                    <a:lnTo>
                      <a:pt x="5969" y="6515"/>
                    </a:lnTo>
                    <a:lnTo>
                      <a:pt x="2171" y="10312"/>
                    </a:lnTo>
                    <a:lnTo>
                      <a:pt x="0" y="15748"/>
                    </a:lnTo>
                    <a:lnTo>
                      <a:pt x="0" y="21717"/>
                    </a:lnTo>
                    <a:lnTo>
                      <a:pt x="0" y="27139"/>
                    </a:lnTo>
                    <a:lnTo>
                      <a:pt x="2171" y="33108"/>
                    </a:lnTo>
                    <a:lnTo>
                      <a:pt x="5969" y="36906"/>
                    </a:lnTo>
                    <a:lnTo>
                      <a:pt x="10325" y="41249"/>
                    </a:lnTo>
                    <a:lnTo>
                      <a:pt x="15748" y="43421"/>
                    </a:lnTo>
                    <a:lnTo>
                      <a:pt x="21729" y="43421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1" name="object 190">
                <a:extLst>
                  <a:ext uri="{FF2B5EF4-FFF2-40B4-BE49-F238E27FC236}">
                    <a16:creationId xmlns:a16="http://schemas.microsoft.com/office/drawing/2014/main" id="{58E63DD1-35D7-4B5B-B56C-5681FA384A00}"/>
                  </a:ext>
                </a:extLst>
              </p:cNvPr>
              <p:cNvSpPr/>
              <p:nvPr/>
            </p:nvSpPr>
            <p:spPr>
              <a:xfrm>
                <a:off x="5910707" y="2972600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7165" y="43421"/>
                    </a:moveTo>
                    <a:lnTo>
                      <a:pt x="21729" y="43421"/>
                    </a:lnTo>
                    <a:lnTo>
                      <a:pt x="15760" y="43421"/>
                    </a:lnTo>
                    <a:lnTo>
                      <a:pt x="10325" y="40703"/>
                    </a:lnTo>
                    <a:lnTo>
                      <a:pt x="5981" y="36906"/>
                    </a:lnTo>
                    <a:lnTo>
                      <a:pt x="2184" y="32562"/>
                    </a:lnTo>
                    <a:lnTo>
                      <a:pt x="0" y="27139"/>
                    </a:lnTo>
                    <a:lnTo>
                      <a:pt x="0" y="15735"/>
                    </a:lnTo>
                    <a:lnTo>
                      <a:pt x="2184" y="10312"/>
                    </a:lnTo>
                    <a:lnTo>
                      <a:pt x="5981" y="5968"/>
                    </a:lnTo>
                    <a:lnTo>
                      <a:pt x="10325" y="2171"/>
                    </a:lnTo>
                    <a:lnTo>
                      <a:pt x="15760" y="0"/>
                    </a:lnTo>
                    <a:lnTo>
                      <a:pt x="27165" y="0"/>
                    </a:lnTo>
                    <a:lnTo>
                      <a:pt x="32588" y="2171"/>
                    </a:lnTo>
                    <a:lnTo>
                      <a:pt x="36931" y="5968"/>
                    </a:lnTo>
                    <a:lnTo>
                      <a:pt x="40741" y="10312"/>
                    </a:lnTo>
                    <a:lnTo>
                      <a:pt x="43459" y="15735"/>
                    </a:lnTo>
                    <a:lnTo>
                      <a:pt x="43459" y="27139"/>
                    </a:lnTo>
                    <a:lnTo>
                      <a:pt x="40741" y="32562"/>
                    </a:lnTo>
                    <a:lnTo>
                      <a:pt x="36931" y="36906"/>
                    </a:lnTo>
                    <a:lnTo>
                      <a:pt x="32588" y="40703"/>
                    </a:lnTo>
                    <a:lnTo>
                      <a:pt x="27165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2" name="object 191">
                <a:extLst>
                  <a:ext uri="{FF2B5EF4-FFF2-40B4-BE49-F238E27FC236}">
                    <a16:creationId xmlns:a16="http://schemas.microsoft.com/office/drawing/2014/main" id="{7361BF79-F790-4143-962F-7D200D7F0B52}"/>
                  </a:ext>
                </a:extLst>
              </p:cNvPr>
              <p:cNvSpPr/>
              <p:nvPr/>
            </p:nvSpPr>
            <p:spPr>
              <a:xfrm>
                <a:off x="5910707" y="2972600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27165" y="43421"/>
                    </a:lnTo>
                    <a:lnTo>
                      <a:pt x="32588" y="40703"/>
                    </a:lnTo>
                    <a:lnTo>
                      <a:pt x="36931" y="36906"/>
                    </a:lnTo>
                    <a:lnTo>
                      <a:pt x="40741" y="32562"/>
                    </a:lnTo>
                    <a:lnTo>
                      <a:pt x="43459" y="27139"/>
                    </a:lnTo>
                    <a:lnTo>
                      <a:pt x="43459" y="21704"/>
                    </a:lnTo>
                    <a:lnTo>
                      <a:pt x="43459" y="15735"/>
                    </a:lnTo>
                    <a:lnTo>
                      <a:pt x="40741" y="10312"/>
                    </a:lnTo>
                    <a:lnTo>
                      <a:pt x="36931" y="5968"/>
                    </a:lnTo>
                    <a:lnTo>
                      <a:pt x="32588" y="2171"/>
                    </a:lnTo>
                    <a:lnTo>
                      <a:pt x="27165" y="0"/>
                    </a:lnTo>
                    <a:lnTo>
                      <a:pt x="21729" y="0"/>
                    </a:lnTo>
                    <a:lnTo>
                      <a:pt x="15760" y="0"/>
                    </a:lnTo>
                    <a:lnTo>
                      <a:pt x="10325" y="2171"/>
                    </a:lnTo>
                    <a:lnTo>
                      <a:pt x="5981" y="5968"/>
                    </a:lnTo>
                    <a:lnTo>
                      <a:pt x="2184" y="10312"/>
                    </a:lnTo>
                    <a:lnTo>
                      <a:pt x="0" y="15735"/>
                    </a:lnTo>
                    <a:lnTo>
                      <a:pt x="0" y="21704"/>
                    </a:lnTo>
                    <a:lnTo>
                      <a:pt x="0" y="27139"/>
                    </a:lnTo>
                    <a:lnTo>
                      <a:pt x="2184" y="32562"/>
                    </a:lnTo>
                    <a:lnTo>
                      <a:pt x="5981" y="36906"/>
                    </a:lnTo>
                    <a:lnTo>
                      <a:pt x="10325" y="40703"/>
                    </a:lnTo>
                    <a:lnTo>
                      <a:pt x="15760" y="43421"/>
                    </a:lnTo>
                    <a:lnTo>
                      <a:pt x="21729" y="43421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3" name="object 192">
                <a:extLst>
                  <a:ext uri="{FF2B5EF4-FFF2-40B4-BE49-F238E27FC236}">
                    <a16:creationId xmlns:a16="http://schemas.microsoft.com/office/drawing/2014/main" id="{7DDAAE07-9455-4CA2-BD5A-9BF938BACFB4}"/>
                  </a:ext>
                </a:extLst>
              </p:cNvPr>
              <p:cNvSpPr/>
              <p:nvPr/>
            </p:nvSpPr>
            <p:spPr>
              <a:xfrm>
                <a:off x="6272961" y="3018193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7698" y="43421"/>
                    </a:moveTo>
                    <a:lnTo>
                      <a:pt x="21729" y="43421"/>
                    </a:lnTo>
                    <a:lnTo>
                      <a:pt x="16294" y="43421"/>
                    </a:lnTo>
                    <a:lnTo>
                      <a:pt x="10858" y="41249"/>
                    </a:lnTo>
                    <a:lnTo>
                      <a:pt x="2717" y="33108"/>
                    </a:lnTo>
                    <a:lnTo>
                      <a:pt x="0" y="27673"/>
                    </a:lnTo>
                    <a:lnTo>
                      <a:pt x="0" y="15735"/>
                    </a:lnTo>
                    <a:lnTo>
                      <a:pt x="2717" y="10312"/>
                    </a:lnTo>
                    <a:lnTo>
                      <a:pt x="10858" y="2171"/>
                    </a:lnTo>
                    <a:lnTo>
                      <a:pt x="16294" y="0"/>
                    </a:lnTo>
                    <a:lnTo>
                      <a:pt x="27698" y="0"/>
                    </a:lnTo>
                    <a:lnTo>
                      <a:pt x="33134" y="2171"/>
                    </a:lnTo>
                    <a:lnTo>
                      <a:pt x="41275" y="10312"/>
                    </a:lnTo>
                    <a:lnTo>
                      <a:pt x="43446" y="15735"/>
                    </a:lnTo>
                    <a:lnTo>
                      <a:pt x="43446" y="27673"/>
                    </a:lnTo>
                    <a:lnTo>
                      <a:pt x="41275" y="33108"/>
                    </a:lnTo>
                    <a:lnTo>
                      <a:pt x="33134" y="41249"/>
                    </a:lnTo>
                    <a:lnTo>
                      <a:pt x="27698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4" name="object 193">
                <a:extLst>
                  <a:ext uri="{FF2B5EF4-FFF2-40B4-BE49-F238E27FC236}">
                    <a16:creationId xmlns:a16="http://schemas.microsoft.com/office/drawing/2014/main" id="{947666B6-309E-41BB-8354-7C40586D196B}"/>
                  </a:ext>
                </a:extLst>
              </p:cNvPr>
              <p:cNvSpPr/>
              <p:nvPr/>
            </p:nvSpPr>
            <p:spPr>
              <a:xfrm>
                <a:off x="6272961" y="3018193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27698" y="43421"/>
                    </a:lnTo>
                    <a:lnTo>
                      <a:pt x="33134" y="41249"/>
                    </a:lnTo>
                    <a:lnTo>
                      <a:pt x="37477" y="36906"/>
                    </a:lnTo>
                    <a:lnTo>
                      <a:pt x="41275" y="33108"/>
                    </a:lnTo>
                    <a:lnTo>
                      <a:pt x="43446" y="27673"/>
                    </a:lnTo>
                    <a:lnTo>
                      <a:pt x="43446" y="21704"/>
                    </a:lnTo>
                    <a:lnTo>
                      <a:pt x="43446" y="15735"/>
                    </a:lnTo>
                    <a:lnTo>
                      <a:pt x="41275" y="10312"/>
                    </a:lnTo>
                    <a:lnTo>
                      <a:pt x="37477" y="6515"/>
                    </a:lnTo>
                    <a:lnTo>
                      <a:pt x="33134" y="2171"/>
                    </a:lnTo>
                    <a:lnTo>
                      <a:pt x="27698" y="0"/>
                    </a:lnTo>
                    <a:lnTo>
                      <a:pt x="21729" y="0"/>
                    </a:lnTo>
                    <a:lnTo>
                      <a:pt x="16294" y="0"/>
                    </a:lnTo>
                    <a:lnTo>
                      <a:pt x="10858" y="2171"/>
                    </a:lnTo>
                    <a:lnTo>
                      <a:pt x="6515" y="6515"/>
                    </a:lnTo>
                    <a:lnTo>
                      <a:pt x="2717" y="10312"/>
                    </a:lnTo>
                    <a:lnTo>
                      <a:pt x="0" y="15735"/>
                    </a:lnTo>
                    <a:lnTo>
                      <a:pt x="0" y="21704"/>
                    </a:lnTo>
                    <a:lnTo>
                      <a:pt x="0" y="27673"/>
                    </a:lnTo>
                    <a:lnTo>
                      <a:pt x="2717" y="33108"/>
                    </a:lnTo>
                    <a:lnTo>
                      <a:pt x="6515" y="36906"/>
                    </a:lnTo>
                    <a:lnTo>
                      <a:pt x="10858" y="41249"/>
                    </a:lnTo>
                    <a:lnTo>
                      <a:pt x="16294" y="43421"/>
                    </a:lnTo>
                    <a:lnTo>
                      <a:pt x="21729" y="43421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5" name="object 194">
                <a:extLst>
                  <a:ext uri="{FF2B5EF4-FFF2-40B4-BE49-F238E27FC236}">
                    <a16:creationId xmlns:a16="http://schemas.microsoft.com/office/drawing/2014/main" id="{D79617A7-4A86-413F-B08E-DFB7F8A48D13}"/>
                  </a:ext>
                </a:extLst>
              </p:cNvPr>
              <p:cNvSpPr/>
              <p:nvPr/>
            </p:nvSpPr>
            <p:spPr>
              <a:xfrm>
                <a:off x="6635762" y="2914523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43814">
                    <a:moveTo>
                      <a:pt x="27698" y="43421"/>
                    </a:moveTo>
                    <a:lnTo>
                      <a:pt x="21717" y="43421"/>
                    </a:lnTo>
                    <a:lnTo>
                      <a:pt x="16281" y="43421"/>
                    </a:lnTo>
                    <a:lnTo>
                      <a:pt x="10312" y="41249"/>
                    </a:lnTo>
                    <a:lnTo>
                      <a:pt x="6515" y="36906"/>
                    </a:lnTo>
                    <a:lnTo>
                      <a:pt x="2171" y="33108"/>
                    </a:lnTo>
                    <a:lnTo>
                      <a:pt x="0" y="27685"/>
                    </a:lnTo>
                    <a:lnTo>
                      <a:pt x="0" y="16281"/>
                    </a:lnTo>
                    <a:lnTo>
                      <a:pt x="2171" y="10312"/>
                    </a:lnTo>
                    <a:lnTo>
                      <a:pt x="6515" y="6515"/>
                    </a:lnTo>
                    <a:lnTo>
                      <a:pt x="10312" y="2171"/>
                    </a:lnTo>
                    <a:lnTo>
                      <a:pt x="16281" y="0"/>
                    </a:lnTo>
                    <a:lnTo>
                      <a:pt x="27698" y="0"/>
                    </a:lnTo>
                    <a:lnTo>
                      <a:pt x="33121" y="2171"/>
                    </a:lnTo>
                    <a:lnTo>
                      <a:pt x="41275" y="10312"/>
                    </a:lnTo>
                    <a:lnTo>
                      <a:pt x="43446" y="16281"/>
                    </a:lnTo>
                    <a:lnTo>
                      <a:pt x="43446" y="27685"/>
                    </a:lnTo>
                    <a:lnTo>
                      <a:pt x="41275" y="33108"/>
                    </a:lnTo>
                    <a:lnTo>
                      <a:pt x="33121" y="41249"/>
                    </a:lnTo>
                    <a:lnTo>
                      <a:pt x="27698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6" name="object 195">
                <a:extLst>
                  <a:ext uri="{FF2B5EF4-FFF2-40B4-BE49-F238E27FC236}">
                    <a16:creationId xmlns:a16="http://schemas.microsoft.com/office/drawing/2014/main" id="{F82C4BDF-78AD-4AD2-87D0-906B54959880}"/>
                  </a:ext>
                </a:extLst>
              </p:cNvPr>
              <p:cNvSpPr/>
              <p:nvPr/>
            </p:nvSpPr>
            <p:spPr>
              <a:xfrm>
                <a:off x="6635762" y="2914523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43814">
                    <a:moveTo>
                      <a:pt x="21717" y="43421"/>
                    </a:moveTo>
                    <a:lnTo>
                      <a:pt x="27698" y="43421"/>
                    </a:lnTo>
                    <a:lnTo>
                      <a:pt x="33121" y="41249"/>
                    </a:lnTo>
                    <a:lnTo>
                      <a:pt x="37465" y="36906"/>
                    </a:lnTo>
                    <a:lnTo>
                      <a:pt x="41275" y="33108"/>
                    </a:lnTo>
                    <a:lnTo>
                      <a:pt x="43446" y="27685"/>
                    </a:lnTo>
                    <a:lnTo>
                      <a:pt x="43446" y="21704"/>
                    </a:lnTo>
                    <a:lnTo>
                      <a:pt x="43446" y="16281"/>
                    </a:lnTo>
                    <a:lnTo>
                      <a:pt x="41275" y="10312"/>
                    </a:lnTo>
                    <a:lnTo>
                      <a:pt x="37465" y="6515"/>
                    </a:lnTo>
                    <a:lnTo>
                      <a:pt x="33121" y="2171"/>
                    </a:lnTo>
                    <a:lnTo>
                      <a:pt x="27698" y="0"/>
                    </a:lnTo>
                    <a:lnTo>
                      <a:pt x="21717" y="0"/>
                    </a:lnTo>
                    <a:lnTo>
                      <a:pt x="16281" y="0"/>
                    </a:lnTo>
                    <a:lnTo>
                      <a:pt x="10312" y="2171"/>
                    </a:lnTo>
                    <a:lnTo>
                      <a:pt x="6515" y="6515"/>
                    </a:lnTo>
                    <a:lnTo>
                      <a:pt x="2171" y="10312"/>
                    </a:lnTo>
                    <a:lnTo>
                      <a:pt x="0" y="16281"/>
                    </a:lnTo>
                    <a:lnTo>
                      <a:pt x="0" y="21704"/>
                    </a:lnTo>
                    <a:lnTo>
                      <a:pt x="0" y="27685"/>
                    </a:lnTo>
                    <a:lnTo>
                      <a:pt x="2171" y="33108"/>
                    </a:lnTo>
                    <a:lnTo>
                      <a:pt x="6515" y="36906"/>
                    </a:lnTo>
                    <a:lnTo>
                      <a:pt x="10312" y="41249"/>
                    </a:lnTo>
                    <a:lnTo>
                      <a:pt x="16281" y="43421"/>
                    </a:lnTo>
                    <a:lnTo>
                      <a:pt x="21717" y="43421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7" name="object 196">
                <a:extLst>
                  <a:ext uri="{FF2B5EF4-FFF2-40B4-BE49-F238E27FC236}">
                    <a16:creationId xmlns:a16="http://schemas.microsoft.com/office/drawing/2014/main" id="{571017C8-4E79-4C2A-899D-320ADC364363}"/>
                  </a:ext>
                </a:extLst>
              </p:cNvPr>
              <p:cNvSpPr/>
              <p:nvPr/>
            </p:nvSpPr>
            <p:spPr>
              <a:xfrm>
                <a:off x="6998551" y="2824962"/>
                <a:ext cx="2667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43814">
                    <a:moveTo>
                      <a:pt x="26060" y="43421"/>
                    </a:moveTo>
                    <a:lnTo>
                      <a:pt x="15748" y="43421"/>
                    </a:lnTo>
                    <a:lnTo>
                      <a:pt x="10325" y="41249"/>
                    </a:lnTo>
                    <a:lnTo>
                      <a:pt x="6515" y="36918"/>
                    </a:lnTo>
                    <a:lnTo>
                      <a:pt x="2171" y="33108"/>
                    </a:lnTo>
                    <a:lnTo>
                      <a:pt x="0" y="27686"/>
                    </a:lnTo>
                    <a:lnTo>
                      <a:pt x="0" y="15748"/>
                    </a:lnTo>
                    <a:lnTo>
                      <a:pt x="2171" y="10312"/>
                    </a:lnTo>
                    <a:lnTo>
                      <a:pt x="6515" y="6515"/>
                    </a:lnTo>
                    <a:lnTo>
                      <a:pt x="10325" y="2171"/>
                    </a:lnTo>
                    <a:lnTo>
                      <a:pt x="15748" y="0"/>
                    </a:lnTo>
                    <a:lnTo>
                      <a:pt x="26060" y="0"/>
                    </a:lnTo>
                    <a:lnTo>
                      <a:pt x="26060" y="43421"/>
                    </a:lnTo>
                    <a:close/>
                  </a:path>
                </a:pathLst>
              </a:custGeom>
              <a:solidFill>
                <a:srgbClr val="D2086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8" name="object 197">
                <a:extLst>
                  <a:ext uri="{FF2B5EF4-FFF2-40B4-BE49-F238E27FC236}">
                    <a16:creationId xmlns:a16="http://schemas.microsoft.com/office/drawing/2014/main" id="{7B840DFE-84A5-47B0-862A-7808BCB93DBB}"/>
                  </a:ext>
                </a:extLst>
              </p:cNvPr>
              <p:cNvSpPr/>
              <p:nvPr/>
            </p:nvSpPr>
            <p:spPr>
              <a:xfrm>
                <a:off x="6998551" y="2824962"/>
                <a:ext cx="2667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43814">
                    <a:moveTo>
                      <a:pt x="26060" y="0"/>
                    </a:moveTo>
                    <a:lnTo>
                      <a:pt x="21729" y="0"/>
                    </a:lnTo>
                    <a:lnTo>
                      <a:pt x="15748" y="0"/>
                    </a:lnTo>
                    <a:lnTo>
                      <a:pt x="10325" y="2171"/>
                    </a:lnTo>
                    <a:lnTo>
                      <a:pt x="6515" y="6515"/>
                    </a:lnTo>
                    <a:lnTo>
                      <a:pt x="2171" y="10312"/>
                    </a:lnTo>
                    <a:lnTo>
                      <a:pt x="0" y="15748"/>
                    </a:lnTo>
                    <a:lnTo>
                      <a:pt x="0" y="21717"/>
                    </a:lnTo>
                    <a:lnTo>
                      <a:pt x="0" y="27686"/>
                    </a:lnTo>
                    <a:lnTo>
                      <a:pt x="2171" y="33108"/>
                    </a:lnTo>
                    <a:lnTo>
                      <a:pt x="6515" y="36918"/>
                    </a:lnTo>
                    <a:lnTo>
                      <a:pt x="10325" y="41249"/>
                    </a:lnTo>
                    <a:lnTo>
                      <a:pt x="15748" y="43421"/>
                    </a:lnTo>
                    <a:lnTo>
                      <a:pt x="21729" y="43421"/>
                    </a:lnTo>
                    <a:lnTo>
                      <a:pt x="26060" y="43421"/>
                    </a:lnTo>
                  </a:path>
                </a:pathLst>
              </a:custGeom>
              <a:ln w="7061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9" name="object 198">
                <a:extLst>
                  <a:ext uri="{FF2B5EF4-FFF2-40B4-BE49-F238E27FC236}">
                    <a16:creationId xmlns:a16="http://schemas.microsoft.com/office/drawing/2014/main" id="{0394B475-6E9F-4C3C-AC81-3E7A8F57A95F}"/>
                  </a:ext>
                </a:extLst>
              </p:cNvPr>
              <p:cNvSpPr/>
              <p:nvPr/>
            </p:nvSpPr>
            <p:spPr>
              <a:xfrm>
                <a:off x="4481258" y="3527844"/>
                <a:ext cx="2539365" cy="803275"/>
              </a:xfrm>
              <a:custGeom>
                <a:avLst/>
                <a:gdLst/>
                <a:ahLst/>
                <a:cxnLst/>
                <a:rect l="l" t="t" r="r" b="b"/>
                <a:pathLst>
                  <a:path w="2539365" h="803275">
                    <a:moveTo>
                      <a:pt x="0" y="802728"/>
                    </a:moveTo>
                    <a:lnTo>
                      <a:pt x="362800" y="358216"/>
                    </a:lnTo>
                    <a:lnTo>
                      <a:pt x="725589" y="30937"/>
                    </a:lnTo>
                    <a:lnTo>
                      <a:pt x="1088389" y="122656"/>
                    </a:lnTo>
                    <a:lnTo>
                      <a:pt x="1451178" y="19532"/>
                    </a:lnTo>
                    <a:lnTo>
                      <a:pt x="1813432" y="10312"/>
                    </a:lnTo>
                    <a:lnTo>
                      <a:pt x="2176221" y="0"/>
                    </a:lnTo>
                    <a:lnTo>
                      <a:pt x="2539022" y="2705"/>
                    </a:lnTo>
                  </a:path>
                </a:pathLst>
              </a:custGeom>
              <a:ln w="21716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0" name="object 199">
                <a:extLst>
                  <a:ext uri="{FF2B5EF4-FFF2-40B4-BE49-F238E27FC236}">
                    <a16:creationId xmlns:a16="http://schemas.microsoft.com/office/drawing/2014/main" id="{F3FFEE7C-73FE-42B7-83F6-98CAD7486A09}"/>
                  </a:ext>
                </a:extLst>
              </p:cNvPr>
              <p:cNvSpPr/>
              <p:nvPr/>
            </p:nvSpPr>
            <p:spPr>
              <a:xfrm>
                <a:off x="4481258" y="4308868"/>
                <a:ext cx="2222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3814">
                    <a:moveTo>
                      <a:pt x="21729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21729" y="0"/>
                    </a:lnTo>
                    <a:lnTo>
                      <a:pt x="21729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1" name="object 200">
                <a:extLst>
                  <a:ext uri="{FF2B5EF4-FFF2-40B4-BE49-F238E27FC236}">
                    <a16:creationId xmlns:a16="http://schemas.microsoft.com/office/drawing/2014/main" id="{30E98591-82D5-4164-85B2-DB2B944D5F7F}"/>
                  </a:ext>
                </a:extLst>
              </p:cNvPr>
              <p:cNvSpPr/>
              <p:nvPr/>
            </p:nvSpPr>
            <p:spPr>
              <a:xfrm>
                <a:off x="4481258" y="4308868"/>
                <a:ext cx="2222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3814">
                    <a:moveTo>
                      <a:pt x="0" y="43421"/>
                    </a:moveTo>
                    <a:lnTo>
                      <a:pt x="21729" y="43421"/>
                    </a:lnTo>
                    <a:lnTo>
                      <a:pt x="21729" y="0"/>
                    </a:lnTo>
                    <a:lnTo>
                      <a:pt x="0" y="0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2" name="object 201">
                <a:extLst>
                  <a:ext uri="{FF2B5EF4-FFF2-40B4-BE49-F238E27FC236}">
                    <a16:creationId xmlns:a16="http://schemas.microsoft.com/office/drawing/2014/main" id="{7857F5B7-6378-410C-8FCD-4F5959E00E82}"/>
                  </a:ext>
                </a:extLst>
              </p:cNvPr>
              <p:cNvSpPr/>
              <p:nvPr/>
            </p:nvSpPr>
            <p:spPr>
              <a:xfrm>
                <a:off x="4822329" y="3864343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43446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43446" y="0"/>
                    </a:lnTo>
                    <a:lnTo>
                      <a:pt x="43446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3" name="object 202">
                <a:extLst>
                  <a:ext uri="{FF2B5EF4-FFF2-40B4-BE49-F238E27FC236}">
                    <a16:creationId xmlns:a16="http://schemas.microsoft.com/office/drawing/2014/main" id="{B409F4E4-1CA8-49C3-95A7-B4037FEC6D3B}"/>
                  </a:ext>
                </a:extLst>
              </p:cNvPr>
              <p:cNvSpPr/>
              <p:nvPr/>
            </p:nvSpPr>
            <p:spPr>
              <a:xfrm>
                <a:off x="4822329" y="3864343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0" y="43421"/>
                    </a:moveTo>
                    <a:lnTo>
                      <a:pt x="43446" y="43421"/>
                    </a:lnTo>
                    <a:lnTo>
                      <a:pt x="43446" y="0"/>
                    </a:lnTo>
                    <a:lnTo>
                      <a:pt x="0" y="0"/>
                    </a:lnTo>
                    <a:lnTo>
                      <a:pt x="0" y="43421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4" name="object 203">
                <a:extLst>
                  <a:ext uri="{FF2B5EF4-FFF2-40B4-BE49-F238E27FC236}">
                    <a16:creationId xmlns:a16="http://schemas.microsoft.com/office/drawing/2014/main" id="{386E34B2-E3F5-4279-83D4-8B83B99BD9A3}"/>
                  </a:ext>
                </a:extLst>
              </p:cNvPr>
              <p:cNvSpPr/>
              <p:nvPr/>
            </p:nvSpPr>
            <p:spPr>
              <a:xfrm>
                <a:off x="5185130" y="3537064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43446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43446" y="0"/>
                    </a:lnTo>
                    <a:lnTo>
                      <a:pt x="43446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5" name="object 204">
                <a:extLst>
                  <a:ext uri="{FF2B5EF4-FFF2-40B4-BE49-F238E27FC236}">
                    <a16:creationId xmlns:a16="http://schemas.microsoft.com/office/drawing/2014/main" id="{58898547-6824-49A3-AB04-BFF53E81BB53}"/>
                  </a:ext>
                </a:extLst>
              </p:cNvPr>
              <p:cNvSpPr/>
              <p:nvPr/>
            </p:nvSpPr>
            <p:spPr>
              <a:xfrm>
                <a:off x="5185130" y="3537064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0" y="43421"/>
                    </a:moveTo>
                    <a:lnTo>
                      <a:pt x="43446" y="43421"/>
                    </a:lnTo>
                    <a:lnTo>
                      <a:pt x="43446" y="0"/>
                    </a:lnTo>
                    <a:lnTo>
                      <a:pt x="0" y="0"/>
                    </a:lnTo>
                    <a:lnTo>
                      <a:pt x="0" y="43421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6" name="object 205">
                <a:extLst>
                  <a:ext uri="{FF2B5EF4-FFF2-40B4-BE49-F238E27FC236}">
                    <a16:creationId xmlns:a16="http://schemas.microsoft.com/office/drawing/2014/main" id="{6F284523-2AE4-4864-AB5C-F1DAEB3039E8}"/>
                  </a:ext>
                </a:extLst>
              </p:cNvPr>
              <p:cNvSpPr/>
              <p:nvPr/>
            </p:nvSpPr>
            <p:spPr>
              <a:xfrm>
                <a:off x="5547918" y="3628796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43446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43446" y="0"/>
                    </a:lnTo>
                    <a:lnTo>
                      <a:pt x="43446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7" name="object 206">
                <a:extLst>
                  <a:ext uri="{FF2B5EF4-FFF2-40B4-BE49-F238E27FC236}">
                    <a16:creationId xmlns:a16="http://schemas.microsoft.com/office/drawing/2014/main" id="{A6D525B3-9805-43C3-A186-AFAAF7B270AF}"/>
                  </a:ext>
                </a:extLst>
              </p:cNvPr>
              <p:cNvSpPr/>
              <p:nvPr/>
            </p:nvSpPr>
            <p:spPr>
              <a:xfrm>
                <a:off x="5547918" y="3628796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0" y="43421"/>
                    </a:moveTo>
                    <a:lnTo>
                      <a:pt x="43446" y="43421"/>
                    </a:lnTo>
                    <a:lnTo>
                      <a:pt x="43446" y="0"/>
                    </a:lnTo>
                    <a:lnTo>
                      <a:pt x="0" y="0"/>
                    </a:lnTo>
                    <a:lnTo>
                      <a:pt x="0" y="43421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8" name="object 207">
                <a:extLst>
                  <a:ext uri="{FF2B5EF4-FFF2-40B4-BE49-F238E27FC236}">
                    <a16:creationId xmlns:a16="http://schemas.microsoft.com/office/drawing/2014/main" id="{3C8F4DA1-8CBE-43FC-A1E9-4847D44D765C}"/>
                  </a:ext>
                </a:extLst>
              </p:cNvPr>
              <p:cNvSpPr/>
              <p:nvPr/>
            </p:nvSpPr>
            <p:spPr>
              <a:xfrm>
                <a:off x="5910707" y="3525672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43459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43459" y="0"/>
                    </a:lnTo>
                    <a:lnTo>
                      <a:pt x="43459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9" name="object 208">
                <a:extLst>
                  <a:ext uri="{FF2B5EF4-FFF2-40B4-BE49-F238E27FC236}">
                    <a16:creationId xmlns:a16="http://schemas.microsoft.com/office/drawing/2014/main" id="{D2FA82C9-251C-4CFD-AD25-A086F9833039}"/>
                  </a:ext>
                </a:extLst>
              </p:cNvPr>
              <p:cNvSpPr/>
              <p:nvPr/>
            </p:nvSpPr>
            <p:spPr>
              <a:xfrm>
                <a:off x="5910707" y="3525672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0" y="43421"/>
                    </a:moveTo>
                    <a:lnTo>
                      <a:pt x="43459" y="43421"/>
                    </a:lnTo>
                    <a:lnTo>
                      <a:pt x="43459" y="0"/>
                    </a:lnTo>
                    <a:lnTo>
                      <a:pt x="0" y="0"/>
                    </a:lnTo>
                    <a:lnTo>
                      <a:pt x="0" y="43421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0" name="object 209">
                <a:extLst>
                  <a:ext uri="{FF2B5EF4-FFF2-40B4-BE49-F238E27FC236}">
                    <a16:creationId xmlns:a16="http://schemas.microsoft.com/office/drawing/2014/main" id="{DD1F9981-6394-4742-AA4D-78C46815E120}"/>
                  </a:ext>
                </a:extLst>
              </p:cNvPr>
              <p:cNvSpPr/>
              <p:nvPr/>
            </p:nvSpPr>
            <p:spPr>
              <a:xfrm>
                <a:off x="6272961" y="3516439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43446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43446" y="0"/>
                    </a:lnTo>
                    <a:lnTo>
                      <a:pt x="43446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1" name="object 210">
                <a:extLst>
                  <a:ext uri="{FF2B5EF4-FFF2-40B4-BE49-F238E27FC236}">
                    <a16:creationId xmlns:a16="http://schemas.microsoft.com/office/drawing/2014/main" id="{E78CFDBE-3047-470B-BEE2-3170D29C2F2B}"/>
                  </a:ext>
                </a:extLst>
              </p:cNvPr>
              <p:cNvSpPr/>
              <p:nvPr/>
            </p:nvSpPr>
            <p:spPr>
              <a:xfrm>
                <a:off x="6272961" y="3516439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0" y="43421"/>
                    </a:moveTo>
                    <a:lnTo>
                      <a:pt x="43446" y="43421"/>
                    </a:lnTo>
                    <a:lnTo>
                      <a:pt x="43446" y="0"/>
                    </a:lnTo>
                    <a:lnTo>
                      <a:pt x="0" y="0"/>
                    </a:lnTo>
                    <a:lnTo>
                      <a:pt x="0" y="43421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2" name="object 211">
                <a:extLst>
                  <a:ext uri="{FF2B5EF4-FFF2-40B4-BE49-F238E27FC236}">
                    <a16:creationId xmlns:a16="http://schemas.microsoft.com/office/drawing/2014/main" id="{637BCA34-5464-4CF3-92E8-FAA2664E6741}"/>
                  </a:ext>
                </a:extLst>
              </p:cNvPr>
              <p:cNvSpPr/>
              <p:nvPr/>
            </p:nvSpPr>
            <p:spPr>
              <a:xfrm>
                <a:off x="6635762" y="3506127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43814">
                    <a:moveTo>
                      <a:pt x="43446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43446" y="0"/>
                    </a:lnTo>
                    <a:lnTo>
                      <a:pt x="43446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3" name="object 212">
                <a:extLst>
                  <a:ext uri="{FF2B5EF4-FFF2-40B4-BE49-F238E27FC236}">
                    <a16:creationId xmlns:a16="http://schemas.microsoft.com/office/drawing/2014/main" id="{D1F3D062-D187-44AC-9FBA-56AC7CB1376B}"/>
                  </a:ext>
                </a:extLst>
              </p:cNvPr>
              <p:cNvSpPr/>
              <p:nvPr/>
            </p:nvSpPr>
            <p:spPr>
              <a:xfrm>
                <a:off x="6635762" y="3506127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43814">
                    <a:moveTo>
                      <a:pt x="0" y="43421"/>
                    </a:moveTo>
                    <a:lnTo>
                      <a:pt x="43446" y="43421"/>
                    </a:lnTo>
                    <a:lnTo>
                      <a:pt x="43446" y="0"/>
                    </a:lnTo>
                    <a:lnTo>
                      <a:pt x="0" y="0"/>
                    </a:lnTo>
                    <a:lnTo>
                      <a:pt x="0" y="43421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4" name="object 213">
                <a:extLst>
                  <a:ext uri="{FF2B5EF4-FFF2-40B4-BE49-F238E27FC236}">
                    <a16:creationId xmlns:a16="http://schemas.microsoft.com/office/drawing/2014/main" id="{2A1F12E0-CF10-4C7B-AAE0-258629CDEC16}"/>
                  </a:ext>
                </a:extLst>
              </p:cNvPr>
              <p:cNvSpPr/>
              <p:nvPr/>
            </p:nvSpPr>
            <p:spPr>
              <a:xfrm>
                <a:off x="6998551" y="3508844"/>
                <a:ext cx="2667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43814">
                    <a:moveTo>
                      <a:pt x="26060" y="43421"/>
                    </a:moveTo>
                    <a:lnTo>
                      <a:pt x="0" y="43421"/>
                    </a:lnTo>
                    <a:lnTo>
                      <a:pt x="0" y="0"/>
                    </a:lnTo>
                    <a:lnTo>
                      <a:pt x="26060" y="0"/>
                    </a:lnTo>
                    <a:lnTo>
                      <a:pt x="26060" y="43421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5" name="object 214">
                <a:extLst>
                  <a:ext uri="{FF2B5EF4-FFF2-40B4-BE49-F238E27FC236}">
                    <a16:creationId xmlns:a16="http://schemas.microsoft.com/office/drawing/2014/main" id="{CD8BCDC9-DB5A-4553-9754-B33679BC4BA4}"/>
                  </a:ext>
                </a:extLst>
              </p:cNvPr>
              <p:cNvSpPr/>
              <p:nvPr/>
            </p:nvSpPr>
            <p:spPr>
              <a:xfrm>
                <a:off x="6998551" y="3508844"/>
                <a:ext cx="2667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43814">
                    <a:moveTo>
                      <a:pt x="26060" y="0"/>
                    </a:moveTo>
                    <a:lnTo>
                      <a:pt x="0" y="0"/>
                    </a:lnTo>
                    <a:lnTo>
                      <a:pt x="0" y="43421"/>
                    </a:lnTo>
                    <a:lnTo>
                      <a:pt x="26060" y="43421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6" name="object 215">
                <a:extLst>
                  <a:ext uri="{FF2B5EF4-FFF2-40B4-BE49-F238E27FC236}">
                    <a16:creationId xmlns:a16="http://schemas.microsoft.com/office/drawing/2014/main" id="{A835441F-6167-4F5F-9A83-3654257DBF69}"/>
                  </a:ext>
                </a:extLst>
              </p:cNvPr>
              <p:cNvSpPr/>
              <p:nvPr/>
            </p:nvSpPr>
            <p:spPr>
              <a:xfrm>
                <a:off x="4481258" y="3267862"/>
                <a:ext cx="2539365" cy="1043305"/>
              </a:xfrm>
              <a:custGeom>
                <a:avLst/>
                <a:gdLst/>
                <a:ahLst/>
                <a:cxnLst/>
                <a:rect l="l" t="t" r="r" b="b"/>
                <a:pathLst>
                  <a:path w="2539365" h="1043304">
                    <a:moveTo>
                      <a:pt x="0" y="1043177"/>
                    </a:moveTo>
                    <a:lnTo>
                      <a:pt x="362800" y="553605"/>
                    </a:lnTo>
                    <a:lnTo>
                      <a:pt x="725589" y="320217"/>
                    </a:lnTo>
                    <a:lnTo>
                      <a:pt x="1088389" y="294716"/>
                    </a:lnTo>
                    <a:lnTo>
                      <a:pt x="1451178" y="86842"/>
                    </a:lnTo>
                    <a:lnTo>
                      <a:pt x="1813432" y="1079"/>
                    </a:lnTo>
                    <a:lnTo>
                      <a:pt x="2176221" y="0"/>
                    </a:lnTo>
                    <a:lnTo>
                      <a:pt x="2539022" y="6502"/>
                    </a:lnTo>
                  </a:path>
                </a:pathLst>
              </a:custGeom>
              <a:ln w="21717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7" name="object 216">
                <a:extLst>
                  <a:ext uri="{FF2B5EF4-FFF2-40B4-BE49-F238E27FC236}">
                    <a16:creationId xmlns:a16="http://schemas.microsoft.com/office/drawing/2014/main" id="{B7585F6D-FAD6-484F-A2D9-297874849114}"/>
                  </a:ext>
                </a:extLst>
              </p:cNvPr>
              <p:cNvSpPr/>
              <p:nvPr/>
            </p:nvSpPr>
            <p:spPr>
              <a:xfrm>
                <a:off x="4481258" y="4280636"/>
                <a:ext cx="31115" cy="61594"/>
              </a:xfrm>
              <a:custGeom>
                <a:avLst/>
                <a:gdLst/>
                <a:ahLst/>
                <a:cxnLst/>
                <a:rect l="l" t="t" r="r" b="b"/>
                <a:pathLst>
                  <a:path w="31114" h="61595">
                    <a:moveTo>
                      <a:pt x="0" y="61341"/>
                    </a:moveTo>
                    <a:lnTo>
                      <a:pt x="0" y="0"/>
                    </a:lnTo>
                    <a:lnTo>
                      <a:pt x="30962" y="30403"/>
                    </a:lnTo>
                    <a:lnTo>
                      <a:pt x="0" y="61341"/>
                    </a:lnTo>
                    <a:close/>
                  </a:path>
                </a:pathLst>
              </a:custGeom>
              <a:solidFill>
                <a:srgbClr val="79C14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8" name="object 217">
                <a:extLst>
                  <a:ext uri="{FF2B5EF4-FFF2-40B4-BE49-F238E27FC236}">
                    <a16:creationId xmlns:a16="http://schemas.microsoft.com/office/drawing/2014/main" id="{F887E30D-5F0C-49E4-B5E8-CE868DABCE81}"/>
                  </a:ext>
                </a:extLst>
              </p:cNvPr>
              <p:cNvSpPr/>
              <p:nvPr/>
            </p:nvSpPr>
            <p:spPr>
              <a:xfrm>
                <a:off x="4481258" y="4280636"/>
                <a:ext cx="31115" cy="61594"/>
              </a:xfrm>
              <a:custGeom>
                <a:avLst/>
                <a:gdLst/>
                <a:ahLst/>
                <a:cxnLst/>
                <a:rect l="l" t="t" r="r" b="b"/>
                <a:pathLst>
                  <a:path w="31114" h="61595">
                    <a:moveTo>
                      <a:pt x="0" y="61341"/>
                    </a:moveTo>
                    <a:lnTo>
                      <a:pt x="30962" y="30403"/>
                    </a:lnTo>
                    <a:lnTo>
                      <a:pt x="0" y="0"/>
                    </a:lnTo>
                  </a:path>
                </a:pathLst>
              </a:custGeom>
              <a:ln w="7061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69" name="object 218">
                <a:extLst>
                  <a:ext uri="{FF2B5EF4-FFF2-40B4-BE49-F238E27FC236}">
                    <a16:creationId xmlns:a16="http://schemas.microsoft.com/office/drawing/2014/main" id="{39ECD868-9A3E-4FE7-9CFE-CFBF0EB95D19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4810112" y="3787546"/>
                <a:ext cx="68427" cy="68389"/>
              </a:xfrm>
              <a:prstGeom prst="rect">
                <a:avLst/>
              </a:prstGeom>
            </p:spPr>
          </p:pic>
          <p:pic>
            <p:nvPicPr>
              <p:cNvPr id="170" name="object 219">
                <a:extLst>
                  <a:ext uri="{FF2B5EF4-FFF2-40B4-BE49-F238E27FC236}">
                    <a16:creationId xmlns:a16="http://schemas.microsoft.com/office/drawing/2014/main" id="{4A6707DE-6FEA-43F2-B60C-A71BE0BAEBF1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5172367" y="3553612"/>
                <a:ext cx="68427" cy="68935"/>
              </a:xfrm>
              <a:prstGeom prst="rect">
                <a:avLst/>
              </a:prstGeom>
            </p:spPr>
          </p:pic>
          <p:pic>
            <p:nvPicPr>
              <p:cNvPr id="171" name="object 220">
                <a:extLst>
                  <a:ext uri="{FF2B5EF4-FFF2-40B4-BE49-F238E27FC236}">
                    <a16:creationId xmlns:a16="http://schemas.microsoft.com/office/drawing/2014/main" id="{1B37D1BC-5789-4420-A063-8DFC06616354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5535155" y="3528644"/>
                <a:ext cx="68427" cy="68402"/>
              </a:xfrm>
              <a:prstGeom prst="rect">
                <a:avLst/>
              </a:prstGeom>
            </p:spPr>
          </p:pic>
          <p:pic>
            <p:nvPicPr>
              <p:cNvPr id="172" name="object 221">
                <a:extLst>
                  <a:ext uri="{FF2B5EF4-FFF2-40B4-BE49-F238E27FC236}">
                    <a16:creationId xmlns:a16="http://schemas.microsoft.com/office/drawing/2014/main" id="{FF596E93-1B62-400F-8828-9AD8EFCF2F24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5897956" y="3320237"/>
                <a:ext cx="68427" cy="68389"/>
              </a:xfrm>
              <a:prstGeom prst="rect">
                <a:avLst/>
              </a:prstGeom>
            </p:spPr>
          </p:pic>
          <p:pic>
            <p:nvPicPr>
              <p:cNvPr id="173" name="object 222">
                <a:extLst>
                  <a:ext uri="{FF2B5EF4-FFF2-40B4-BE49-F238E27FC236}">
                    <a16:creationId xmlns:a16="http://schemas.microsoft.com/office/drawing/2014/main" id="{B3694D6C-52D2-47C4-BEE3-BD1389D562D2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6260744" y="3235020"/>
                <a:ext cx="68427" cy="68389"/>
              </a:xfrm>
              <a:prstGeom prst="rect">
                <a:avLst/>
              </a:prstGeom>
            </p:spPr>
          </p:pic>
          <p:pic>
            <p:nvPicPr>
              <p:cNvPr id="174" name="object 223">
                <a:extLst>
                  <a:ext uri="{FF2B5EF4-FFF2-40B4-BE49-F238E27FC236}">
                    <a16:creationId xmlns:a16="http://schemas.microsoft.com/office/drawing/2014/main" id="{B38E261C-1074-42DC-A319-860B2202E209}"/>
                  </a:ext>
                </a:extLst>
              </p:cNvPr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6623532" y="3233394"/>
                <a:ext cx="68440" cy="68389"/>
              </a:xfrm>
              <a:prstGeom prst="rect">
                <a:avLst/>
              </a:prstGeom>
            </p:spPr>
          </p:pic>
          <p:sp>
            <p:nvSpPr>
              <p:cNvPr id="175" name="object 224">
                <a:extLst>
                  <a:ext uri="{FF2B5EF4-FFF2-40B4-BE49-F238E27FC236}">
                    <a16:creationId xmlns:a16="http://schemas.microsoft.com/office/drawing/2014/main" id="{F7729448-B33E-43EC-B103-CCA06B0880E0}"/>
                  </a:ext>
                </a:extLst>
              </p:cNvPr>
              <p:cNvSpPr/>
              <p:nvPr/>
            </p:nvSpPr>
            <p:spPr>
              <a:xfrm>
                <a:off x="6989318" y="3243427"/>
                <a:ext cx="35560" cy="61594"/>
              </a:xfrm>
              <a:custGeom>
                <a:avLst/>
                <a:gdLst/>
                <a:ahLst/>
                <a:cxnLst/>
                <a:rect l="l" t="t" r="r" b="b"/>
                <a:pathLst>
                  <a:path w="35559" h="61595">
                    <a:moveTo>
                      <a:pt x="30962" y="61340"/>
                    </a:moveTo>
                    <a:lnTo>
                      <a:pt x="0" y="30937"/>
                    </a:lnTo>
                    <a:lnTo>
                      <a:pt x="30962" y="0"/>
                    </a:lnTo>
                    <a:lnTo>
                      <a:pt x="35293" y="4328"/>
                    </a:lnTo>
                    <a:lnTo>
                      <a:pt x="35293" y="57086"/>
                    </a:lnTo>
                    <a:lnTo>
                      <a:pt x="30962" y="61340"/>
                    </a:lnTo>
                    <a:close/>
                  </a:path>
                </a:pathLst>
              </a:custGeom>
              <a:solidFill>
                <a:srgbClr val="79C14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6" name="object 225">
                <a:extLst>
                  <a:ext uri="{FF2B5EF4-FFF2-40B4-BE49-F238E27FC236}">
                    <a16:creationId xmlns:a16="http://schemas.microsoft.com/office/drawing/2014/main" id="{DB0FF877-9A40-47E5-81D7-F3C8D9035D9D}"/>
                  </a:ext>
                </a:extLst>
              </p:cNvPr>
              <p:cNvSpPr/>
              <p:nvPr/>
            </p:nvSpPr>
            <p:spPr>
              <a:xfrm>
                <a:off x="6989318" y="3243427"/>
                <a:ext cx="35560" cy="61594"/>
              </a:xfrm>
              <a:custGeom>
                <a:avLst/>
                <a:gdLst/>
                <a:ahLst/>
                <a:cxnLst/>
                <a:rect l="l" t="t" r="r" b="b"/>
                <a:pathLst>
                  <a:path w="35559" h="61595">
                    <a:moveTo>
                      <a:pt x="35293" y="4328"/>
                    </a:moveTo>
                    <a:lnTo>
                      <a:pt x="30962" y="0"/>
                    </a:lnTo>
                    <a:lnTo>
                      <a:pt x="0" y="30937"/>
                    </a:lnTo>
                    <a:lnTo>
                      <a:pt x="30962" y="61340"/>
                    </a:lnTo>
                    <a:lnTo>
                      <a:pt x="35293" y="57086"/>
                    </a:lnTo>
                  </a:path>
                </a:pathLst>
              </a:custGeom>
              <a:ln w="7061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7" name="object 226">
                <a:extLst>
                  <a:ext uri="{FF2B5EF4-FFF2-40B4-BE49-F238E27FC236}">
                    <a16:creationId xmlns:a16="http://schemas.microsoft.com/office/drawing/2014/main" id="{598E3A65-A352-43CE-8EB1-EDEDFD3704B9}"/>
                  </a:ext>
                </a:extLst>
              </p:cNvPr>
              <p:cNvSpPr/>
              <p:nvPr/>
            </p:nvSpPr>
            <p:spPr>
              <a:xfrm>
                <a:off x="4481258" y="3478987"/>
                <a:ext cx="2539365" cy="861060"/>
              </a:xfrm>
              <a:custGeom>
                <a:avLst/>
                <a:gdLst/>
                <a:ahLst/>
                <a:cxnLst/>
                <a:rect l="l" t="t" r="r" b="b"/>
                <a:pathLst>
                  <a:path w="2539365" h="861060">
                    <a:moveTo>
                      <a:pt x="0" y="860818"/>
                    </a:moveTo>
                    <a:lnTo>
                      <a:pt x="362800" y="383730"/>
                    </a:lnTo>
                    <a:lnTo>
                      <a:pt x="725589" y="83591"/>
                    </a:lnTo>
                    <a:lnTo>
                      <a:pt x="1088389" y="68389"/>
                    </a:lnTo>
                    <a:lnTo>
                      <a:pt x="1451178" y="34201"/>
                    </a:lnTo>
                    <a:lnTo>
                      <a:pt x="1813432" y="18999"/>
                    </a:lnTo>
                    <a:lnTo>
                      <a:pt x="2176221" y="4343"/>
                    </a:lnTo>
                    <a:lnTo>
                      <a:pt x="2539022" y="0"/>
                    </a:lnTo>
                  </a:path>
                </a:pathLst>
              </a:custGeom>
              <a:ln w="21716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8" name="object 227">
                <a:extLst>
                  <a:ext uri="{FF2B5EF4-FFF2-40B4-BE49-F238E27FC236}">
                    <a16:creationId xmlns:a16="http://schemas.microsoft.com/office/drawing/2014/main" id="{684A9AAF-F9CB-4687-9D2C-973FD65BE9FB}"/>
                  </a:ext>
                </a:extLst>
              </p:cNvPr>
              <p:cNvSpPr/>
              <p:nvPr/>
            </p:nvSpPr>
            <p:spPr>
              <a:xfrm>
                <a:off x="4481258" y="4318088"/>
                <a:ext cx="2222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3814">
                    <a:moveTo>
                      <a:pt x="0" y="43421"/>
                    </a:moveTo>
                    <a:lnTo>
                      <a:pt x="0" y="0"/>
                    </a:lnTo>
                    <a:lnTo>
                      <a:pt x="21729" y="0"/>
                    </a:lnTo>
                    <a:lnTo>
                      <a:pt x="0" y="4342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9" name="object 228">
                <a:extLst>
                  <a:ext uri="{FF2B5EF4-FFF2-40B4-BE49-F238E27FC236}">
                    <a16:creationId xmlns:a16="http://schemas.microsoft.com/office/drawing/2014/main" id="{280A459E-7626-4B7B-A0F4-33A9B7A26EBA}"/>
                  </a:ext>
                </a:extLst>
              </p:cNvPr>
              <p:cNvSpPr/>
              <p:nvPr/>
            </p:nvSpPr>
            <p:spPr>
              <a:xfrm>
                <a:off x="4481258" y="4318088"/>
                <a:ext cx="2222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3814">
                    <a:moveTo>
                      <a:pt x="0" y="43421"/>
                    </a:moveTo>
                    <a:lnTo>
                      <a:pt x="21729" y="0"/>
                    </a:lnTo>
                    <a:lnTo>
                      <a:pt x="0" y="0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0" name="object 229">
                <a:extLst>
                  <a:ext uri="{FF2B5EF4-FFF2-40B4-BE49-F238E27FC236}">
                    <a16:creationId xmlns:a16="http://schemas.microsoft.com/office/drawing/2014/main" id="{CB4CED8D-2C1F-43B4-AAA3-5F2F716F939A}"/>
                  </a:ext>
                </a:extLst>
              </p:cNvPr>
              <p:cNvSpPr/>
              <p:nvPr/>
            </p:nvSpPr>
            <p:spPr>
              <a:xfrm>
                <a:off x="4822329" y="3841013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0" y="0"/>
                    </a:lnTo>
                    <a:lnTo>
                      <a:pt x="43446" y="0"/>
                    </a:lnTo>
                    <a:lnTo>
                      <a:pt x="21729" y="4342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" name="object 230">
                <a:extLst>
                  <a:ext uri="{FF2B5EF4-FFF2-40B4-BE49-F238E27FC236}">
                    <a16:creationId xmlns:a16="http://schemas.microsoft.com/office/drawing/2014/main" id="{595F8DE9-5C19-4FF2-B210-CEE11C8C7934}"/>
                  </a:ext>
                </a:extLst>
              </p:cNvPr>
              <p:cNvSpPr/>
              <p:nvPr/>
            </p:nvSpPr>
            <p:spPr>
              <a:xfrm>
                <a:off x="4822329" y="3841013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43446" y="0"/>
                    </a:lnTo>
                    <a:lnTo>
                      <a:pt x="0" y="0"/>
                    </a:lnTo>
                    <a:lnTo>
                      <a:pt x="21729" y="43421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2" name="object 231">
                <a:extLst>
                  <a:ext uri="{FF2B5EF4-FFF2-40B4-BE49-F238E27FC236}">
                    <a16:creationId xmlns:a16="http://schemas.microsoft.com/office/drawing/2014/main" id="{D0978205-64D5-49A7-AE07-B5F7BD49D9E3}"/>
                  </a:ext>
                </a:extLst>
              </p:cNvPr>
              <p:cNvSpPr/>
              <p:nvPr/>
            </p:nvSpPr>
            <p:spPr>
              <a:xfrm>
                <a:off x="5185130" y="3540861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16" y="43421"/>
                    </a:moveTo>
                    <a:lnTo>
                      <a:pt x="0" y="0"/>
                    </a:lnTo>
                    <a:lnTo>
                      <a:pt x="43446" y="0"/>
                    </a:lnTo>
                    <a:lnTo>
                      <a:pt x="21716" y="4342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3" name="object 232">
                <a:extLst>
                  <a:ext uri="{FF2B5EF4-FFF2-40B4-BE49-F238E27FC236}">
                    <a16:creationId xmlns:a16="http://schemas.microsoft.com/office/drawing/2014/main" id="{5B10270E-564A-4952-A368-3E3A8085F054}"/>
                  </a:ext>
                </a:extLst>
              </p:cNvPr>
              <p:cNvSpPr/>
              <p:nvPr/>
            </p:nvSpPr>
            <p:spPr>
              <a:xfrm>
                <a:off x="5185130" y="3540861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16" y="43421"/>
                    </a:moveTo>
                    <a:lnTo>
                      <a:pt x="43446" y="0"/>
                    </a:lnTo>
                    <a:lnTo>
                      <a:pt x="0" y="0"/>
                    </a:lnTo>
                    <a:lnTo>
                      <a:pt x="21716" y="43421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4" name="object 233">
                <a:extLst>
                  <a:ext uri="{FF2B5EF4-FFF2-40B4-BE49-F238E27FC236}">
                    <a16:creationId xmlns:a16="http://schemas.microsoft.com/office/drawing/2014/main" id="{A99B57C4-85DC-4E1D-B803-70DE15CF5ABF}"/>
                  </a:ext>
                </a:extLst>
              </p:cNvPr>
              <p:cNvSpPr/>
              <p:nvPr/>
            </p:nvSpPr>
            <p:spPr>
              <a:xfrm>
                <a:off x="5547918" y="3525672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0" y="0"/>
                    </a:lnTo>
                    <a:lnTo>
                      <a:pt x="43446" y="0"/>
                    </a:lnTo>
                    <a:lnTo>
                      <a:pt x="21729" y="4342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5" name="object 234">
                <a:extLst>
                  <a:ext uri="{FF2B5EF4-FFF2-40B4-BE49-F238E27FC236}">
                    <a16:creationId xmlns:a16="http://schemas.microsoft.com/office/drawing/2014/main" id="{950C3BDD-5DD3-42DC-B2D5-30B63CD016F1}"/>
                  </a:ext>
                </a:extLst>
              </p:cNvPr>
              <p:cNvSpPr/>
              <p:nvPr/>
            </p:nvSpPr>
            <p:spPr>
              <a:xfrm>
                <a:off x="5547918" y="3525672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43446" y="0"/>
                    </a:lnTo>
                    <a:lnTo>
                      <a:pt x="0" y="0"/>
                    </a:lnTo>
                    <a:lnTo>
                      <a:pt x="21729" y="43421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" name="object 235">
                <a:extLst>
                  <a:ext uri="{FF2B5EF4-FFF2-40B4-BE49-F238E27FC236}">
                    <a16:creationId xmlns:a16="http://schemas.microsoft.com/office/drawing/2014/main" id="{B7F96166-BC97-4AAA-B12A-6511EA87095C}"/>
                  </a:ext>
                </a:extLst>
              </p:cNvPr>
              <p:cNvSpPr/>
              <p:nvPr/>
            </p:nvSpPr>
            <p:spPr>
              <a:xfrm>
                <a:off x="5910707" y="3491471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0" y="0"/>
                    </a:lnTo>
                    <a:lnTo>
                      <a:pt x="43459" y="0"/>
                    </a:lnTo>
                    <a:lnTo>
                      <a:pt x="21729" y="4342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7" name="object 236">
                <a:extLst>
                  <a:ext uri="{FF2B5EF4-FFF2-40B4-BE49-F238E27FC236}">
                    <a16:creationId xmlns:a16="http://schemas.microsoft.com/office/drawing/2014/main" id="{417E3A9D-AC6E-435B-9702-154FA0CD99ED}"/>
                  </a:ext>
                </a:extLst>
              </p:cNvPr>
              <p:cNvSpPr/>
              <p:nvPr/>
            </p:nvSpPr>
            <p:spPr>
              <a:xfrm>
                <a:off x="5910707" y="3491471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21"/>
                    </a:moveTo>
                    <a:lnTo>
                      <a:pt x="43459" y="0"/>
                    </a:lnTo>
                    <a:lnTo>
                      <a:pt x="0" y="0"/>
                    </a:lnTo>
                    <a:lnTo>
                      <a:pt x="21729" y="43421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8" name="object 237">
                <a:extLst>
                  <a:ext uri="{FF2B5EF4-FFF2-40B4-BE49-F238E27FC236}">
                    <a16:creationId xmlns:a16="http://schemas.microsoft.com/office/drawing/2014/main" id="{A9BF0096-9DD3-48B9-8444-F2C8516A59E0}"/>
                  </a:ext>
                </a:extLst>
              </p:cNvPr>
              <p:cNvSpPr/>
              <p:nvPr/>
            </p:nvSpPr>
            <p:spPr>
              <a:xfrm>
                <a:off x="6272961" y="3476282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08"/>
                    </a:moveTo>
                    <a:lnTo>
                      <a:pt x="0" y="0"/>
                    </a:lnTo>
                    <a:lnTo>
                      <a:pt x="43446" y="0"/>
                    </a:lnTo>
                    <a:lnTo>
                      <a:pt x="21729" y="43408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9" name="object 238">
                <a:extLst>
                  <a:ext uri="{FF2B5EF4-FFF2-40B4-BE49-F238E27FC236}">
                    <a16:creationId xmlns:a16="http://schemas.microsoft.com/office/drawing/2014/main" id="{0E5E6A81-8C0F-4CE7-8EFC-A0039B8681DE}"/>
                  </a:ext>
                </a:extLst>
              </p:cNvPr>
              <p:cNvSpPr/>
              <p:nvPr/>
            </p:nvSpPr>
            <p:spPr>
              <a:xfrm>
                <a:off x="6272961" y="3476282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43814">
                    <a:moveTo>
                      <a:pt x="21729" y="43408"/>
                    </a:moveTo>
                    <a:lnTo>
                      <a:pt x="43446" y="0"/>
                    </a:lnTo>
                    <a:lnTo>
                      <a:pt x="0" y="0"/>
                    </a:lnTo>
                    <a:lnTo>
                      <a:pt x="21729" y="43408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0" name="object 239">
                <a:extLst>
                  <a:ext uri="{FF2B5EF4-FFF2-40B4-BE49-F238E27FC236}">
                    <a16:creationId xmlns:a16="http://schemas.microsoft.com/office/drawing/2014/main" id="{24AEDD2C-CE44-442E-862C-225BA5DB9FAB}"/>
                  </a:ext>
                </a:extLst>
              </p:cNvPr>
              <p:cNvSpPr/>
              <p:nvPr/>
            </p:nvSpPr>
            <p:spPr>
              <a:xfrm>
                <a:off x="6635762" y="3461626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43814">
                    <a:moveTo>
                      <a:pt x="21717" y="43421"/>
                    </a:moveTo>
                    <a:lnTo>
                      <a:pt x="0" y="0"/>
                    </a:lnTo>
                    <a:lnTo>
                      <a:pt x="43446" y="0"/>
                    </a:lnTo>
                    <a:lnTo>
                      <a:pt x="21717" y="4342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" name="object 240">
                <a:extLst>
                  <a:ext uri="{FF2B5EF4-FFF2-40B4-BE49-F238E27FC236}">
                    <a16:creationId xmlns:a16="http://schemas.microsoft.com/office/drawing/2014/main" id="{D6AEF6DA-76F8-40BC-B88E-F2A52383258C}"/>
                  </a:ext>
                </a:extLst>
              </p:cNvPr>
              <p:cNvSpPr/>
              <p:nvPr/>
            </p:nvSpPr>
            <p:spPr>
              <a:xfrm>
                <a:off x="6635762" y="3461626"/>
                <a:ext cx="4381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43814">
                    <a:moveTo>
                      <a:pt x="21717" y="43421"/>
                    </a:moveTo>
                    <a:lnTo>
                      <a:pt x="43446" y="0"/>
                    </a:lnTo>
                    <a:lnTo>
                      <a:pt x="0" y="0"/>
                    </a:lnTo>
                    <a:lnTo>
                      <a:pt x="21717" y="43421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" name="object 241">
                <a:extLst>
                  <a:ext uri="{FF2B5EF4-FFF2-40B4-BE49-F238E27FC236}">
                    <a16:creationId xmlns:a16="http://schemas.microsoft.com/office/drawing/2014/main" id="{39428763-A4E0-49E0-A063-91DDBDFD1AFF}"/>
                  </a:ext>
                </a:extLst>
              </p:cNvPr>
              <p:cNvSpPr/>
              <p:nvPr/>
            </p:nvSpPr>
            <p:spPr>
              <a:xfrm>
                <a:off x="6998551" y="3457282"/>
                <a:ext cx="2667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43814">
                    <a:moveTo>
                      <a:pt x="21729" y="43421"/>
                    </a:moveTo>
                    <a:lnTo>
                      <a:pt x="0" y="0"/>
                    </a:lnTo>
                    <a:lnTo>
                      <a:pt x="26060" y="0"/>
                    </a:lnTo>
                    <a:lnTo>
                      <a:pt x="26060" y="34762"/>
                    </a:lnTo>
                    <a:lnTo>
                      <a:pt x="21729" y="43421"/>
                    </a:lnTo>
                    <a:close/>
                  </a:path>
                </a:pathLst>
              </a:custGeom>
              <a:solidFill>
                <a:srgbClr val="00BB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" name="object 242">
                <a:extLst>
                  <a:ext uri="{FF2B5EF4-FFF2-40B4-BE49-F238E27FC236}">
                    <a16:creationId xmlns:a16="http://schemas.microsoft.com/office/drawing/2014/main" id="{6D416641-46C5-47EC-B8D6-06A465D4F7B6}"/>
                  </a:ext>
                </a:extLst>
              </p:cNvPr>
              <p:cNvSpPr/>
              <p:nvPr/>
            </p:nvSpPr>
            <p:spPr>
              <a:xfrm>
                <a:off x="6998551" y="3457282"/>
                <a:ext cx="2667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43814">
                    <a:moveTo>
                      <a:pt x="26060" y="0"/>
                    </a:moveTo>
                    <a:lnTo>
                      <a:pt x="0" y="0"/>
                    </a:lnTo>
                    <a:lnTo>
                      <a:pt x="21729" y="43421"/>
                    </a:lnTo>
                    <a:lnTo>
                      <a:pt x="26060" y="34762"/>
                    </a:lnTo>
                  </a:path>
                </a:pathLst>
              </a:custGeom>
              <a:ln w="7061">
                <a:solidFill>
                  <a:srgbClr val="00BBE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4" name="object 243">
                <a:extLst>
                  <a:ext uri="{FF2B5EF4-FFF2-40B4-BE49-F238E27FC236}">
                    <a16:creationId xmlns:a16="http://schemas.microsoft.com/office/drawing/2014/main" id="{EED7B38D-3F3B-4EA9-A087-078A80B3C7EA}"/>
                  </a:ext>
                </a:extLst>
              </p:cNvPr>
              <p:cNvSpPr/>
              <p:nvPr/>
            </p:nvSpPr>
            <p:spPr>
              <a:xfrm>
                <a:off x="4481258" y="2771775"/>
                <a:ext cx="2539365" cy="1643380"/>
              </a:xfrm>
              <a:custGeom>
                <a:avLst/>
                <a:gdLst/>
                <a:ahLst/>
                <a:cxnLst/>
                <a:rect l="l" t="t" r="r" b="b"/>
                <a:pathLst>
                  <a:path w="2539365" h="1643379">
                    <a:moveTo>
                      <a:pt x="0" y="1642922"/>
                    </a:moveTo>
                    <a:lnTo>
                      <a:pt x="0" y="0"/>
                    </a:lnTo>
                  </a:path>
                  <a:path w="2539365" h="1643379">
                    <a:moveTo>
                      <a:pt x="2539022" y="1642922"/>
                    </a:moveTo>
                    <a:lnTo>
                      <a:pt x="2539022" y="0"/>
                    </a:lnTo>
                  </a:path>
                  <a:path w="2539365" h="1643379">
                    <a:moveTo>
                      <a:pt x="0" y="1642922"/>
                    </a:moveTo>
                    <a:lnTo>
                      <a:pt x="2539022" y="1642922"/>
                    </a:lnTo>
                  </a:path>
                  <a:path w="2539365" h="1643379">
                    <a:moveTo>
                      <a:pt x="0" y="0"/>
                    </a:moveTo>
                    <a:lnTo>
                      <a:pt x="2539022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95" name="object 373">
              <a:extLst>
                <a:ext uri="{FF2B5EF4-FFF2-40B4-BE49-F238E27FC236}">
                  <a16:creationId xmlns:a16="http://schemas.microsoft.com/office/drawing/2014/main" id="{9C8CAAA0-A793-4712-915B-36DF5F5967D0}"/>
                </a:ext>
              </a:extLst>
            </p:cNvPr>
            <p:cNvGrpSpPr/>
            <p:nvPr/>
          </p:nvGrpSpPr>
          <p:grpSpPr>
            <a:xfrm>
              <a:off x="7437640" y="2893923"/>
              <a:ext cx="176530" cy="410209"/>
              <a:chOff x="7437640" y="2893923"/>
              <a:chExt cx="176530" cy="410209"/>
            </a:xfrm>
          </p:grpSpPr>
        </p:grpSp>
        <p:grpSp>
          <p:nvGrpSpPr>
            <p:cNvPr id="196" name="object 361">
              <a:extLst>
                <a:ext uri="{FF2B5EF4-FFF2-40B4-BE49-F238E27FC236}">
                  <a16:creationId xmlns:a16="http://schemas.microsoft.com/office/drawing/2014/main" id="{81FE5AC1-54F8-40EE-ABE8-CA7AEFE60FEF}"/>
                </a:ext>
              </a:extLst>
            </p:cNvPr>
            <p:cNvGrpSpPr/>
            <p:nvPr/>
          </p:nvGrpSpPr>
          <p:grpSpPr>
            <a:xfrm>
              <a:off x="7673555" y="3075368"/>
              <a:ext cx="331470" cy="120014"/>
              <a:chOff x="7673555" y="3075368"/>
              <a:chExt cx="331470" cy="120014"/>
            </a:xfrm>
          </p:grpSpPr>
          <p:sp>
            <p:nvSpPr>
              <p:cNvPr id="197" name="object 362">
                <a:extLst>
                  <a:ext uri="{FF2B5EF4-FFF2-40B4-BE49-F238E27FC236}">
                    <a16:creationId xmlns:a16="http://schemas.microsoft.com/office/drawing/2014/main" id="{96F737D7-B0EA-4182-9114-A8102E4BB91C}"/>
                  </a:ext>
                </a:extLst>
              </p:cNvPr>
              <p:cNvSpPr/>
              <p:nvPr/>
            </p:nvSpPr>
            <p:spPr>
              <a:xfrm>
                <a:off x="7981848" y="3132874"/>
                <a:ext cx="228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2859">
                    <a:moveTo>
                      <a:pt x="22809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8" name="object 363">
                <a:extLst>
                  <a:ext uri="{FF2B5EF4-FFF2-40B4-BE49-F238E27FC236}">
                    <a16:creationId xmlns:a16="http://schemas.microsoft.com/office/drawing/2014/main" id="{867621D7-147D-4B3B-9A99-BA4F37D56CA6}"/>
                  </a:ext>
                </a:extLst>
              </p:cNvPr>
              <p:cNvSpPr/>
              <p:nvPr/>
            </p:nvSpPr>
            <p:spPr>
              <a:xfrm>
                <a:off x="7981848" y="3132874"/>
                <a:ext cx="228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2859">
                    <a:moveTo>
                      <a:pt x="22809" y="0"/>
                    </a:moveTo>
                    <a:lnTo>
                      <a:pt x="0" y="0"/>
                    </a:lnTo>
                  </a:path>
                </a:pathLst>
              </a:custGeom>
              <a:ln w="457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99" name="object 367">
              <a:extLst>
                <a:ext uri="{FF2B5EF4-FFF2-40B4-BE49-F238E27FC236}">
                  <a16:creationId xmlns:a16="http://schemas.microsoft.com/office/drawing/2014/main" id="{0173F84E-A8C9-499C-BC10-C1FD149048F8}"/>
                </a:ext>
              </a:extLst>
            </p:cNvPr>
            <p:cNvGrpSpPr/>
            <p:nvPr/>
          </p:nvGrpSpPr>
          <p:grpSpPr>
            <a:xfrm>
              <a:off x="7443584" y="3390150"/>
              <a:ext cx="186055" cy="781050"/>
              <a:chOff x="7443584" y="3390150"/>
              <a:chExt cx="186055" cy="781050"/>
            </a:xfrm>
          </p:grpSpPr>
        </p:grpSp>
        <p:grpSp>
          <p:nvGrpSpPr>
            <p:cNvPr id="200" name="object 356">
              <a:extLst>
                <a:ext uri="{FF2B5EF4-FFF2-40B4-BE49-F238E27FC236}">
                  <a16:creationId xmlns:a16="http://schemas.microsoft.com/office/drawing/2014/main" id="{61FE00DC-AEBA-44D3-B796-C0DD1D8A5293}"/>
                </a:ext>
              </a:extLst>
            </p:cNvPr>
            <p:cNvGrpSpPr/>
            <p:nvPr/>
          </p:nvGrpSpPr>
          <p:grpSpPr>
            <a:xfrm>
              <a:off x="7769225" y="3686111"/>
              <a:ext cx="235585" cy="120014"/>
              <a:chOff x="7769225" y="3686111"/>
              <a:chExt cx="235585" cy="120014"/>
            </a:xfrm>
          </p:grpSpPr>
          <p:sp>
            <p:nvSpPr>
              <p:cNvPr id="201" name="object 357">
                <a:extLst>
                  <a:ext uri="{FF2B5EF4-FFF2-40B4-BE49-F238E27FC236}">
                    <a16:creationId xmlns:a16="http://schemas.microsoft.com/office/drawing/2014/main" id="{9B52071B-7F83-49B5-AE7B-B38B1F584788}"/>
                  </a:ext>
                </a:extLst>
              </p:cNvPr>
              <p:cNvSpPr/>
              <p:nvPr/>
            </p:nvSpPr>
            <p:spPr>
              <a:xfrm>
                <a:off x="7981848" y="3743617"/>
                <a:ext cx="228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2859">
                    <a:moveTo>
                      <a:pt x="22809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2" name="object 358">
                <a:extLst>
                  <a:ext uri="{FF2B5EF4-FFF2-40B4-BE49-F238E27FC236}">
                    <a16:creationId xmlns:a16="http://schemas.microsoft.com/office/drawing/2014/main" id="{71C0D6BA-2007-4DE7-AEF0-2EF31E3C4F8D}"/>
                  </a:ext>
                </a:extLst>
              </p:cNvPr>
              <p:cNvSpPr/>
              <p:nvPr/>
            </p:nvSpPr>
            <p:spPr>
              <a:xfrm>
                <a:off x="7981848" y="3743617"/>
                <a:ext cx="228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2859">
                    <a:moveTo>
                      <a:pt x="22809" y="0"/>
                    </a:moveTo>
                    <a:lnTo>
                      <a:pt x="0" y="0"/>
                    </a:lnTo>
                  </a:path>
                </a:pathLst>
              </a:custGeom>
              <a:ln w="457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03" name="object 320">
              <a:extLst>
                <a:ext uri="{FF2B5EF4-FFF2-40B4-BE49-F238E27FC236}">
                  <a16:creationId xmlns:a16="http://schemas.microsoft.com/office/drawing/2014/main" id="{8CF62EAB-F34F-402F-B1B7-3A46C80DF285}"/>
                </a:ext>
              </a:extLst>
            </p:cNvPr>
            <p:cNvGrpSpPr/>
            <p:nvPr/>
          </p:nvGrpSpPr>
          <p:grpSpPr>
            <a:xfrm>
              <a:off x="8110232" y="2764301"/>
              <a:ext cx="2108200" cy="1759585"/>
              <a:chOff x="8110232" y="2764301"/>
              <a:chExt cx="2108200" cy="1759585"/>
            </a:xfrm>
          </p:grpSpPr>
          <p:sp>
            <p:nvSpPr>
              <p:cNvPr id="204" name="object 321">
                <a:extLst>
                  <a:ext uri="{FF2B5EF4-FFF2-40B4-BE49-F238E27FC236}">
                    <a16:creationId xmlns:a16="http://schemas.microsoft.com/office/drawing/2014/main" id="{74565FBC-71AC-4155-867C-CAF6D629E9CA}"/>
                  </a:ext>
                </a:extLst>
              </p:cNvPr>
              <p:cNvSpPr/>
              <p:nvPr/>
            </p:nvSpPr>
            <p:spPr>
              <a:xfrm>
                <a:off x="8110233" y="2790812"/>
                <a:ext cx="2108200" cy="1564640"/>
              </a:xfrm>
              <a:custGeom>
                <a:avLst/>
                <a:gdLst/>
                <a:ahLst/>
                <a:cxnLst/>
                <a:rect l="l" t="t" r="r" b="b"/>
                <a:pathLst>
                  <a:path w="2108200" h="1564639">
                    <a:moveTo>
                      <a:pt x="351409" y="1266596"/>
                    </a:moveTo>
                    <a:lnTo>
                      <a:pt x="0" y="1266596"/>
                    </a:lnTo>
                    <a:lnTo>
                      <a:pt x="0" y="1564043"/>
                    </a:lnTo>
                    <a:lnTo>
                      <a:pt x="351409" y="1564043"/>
                    </a:lnTo>
                    <a:lnTo>
                      <a:pt x="351409" y="1266596"/>
                    </a:lnTo>
                    <a:close/>
                  </a:path>
                  <a:path w="2108200" h="1564639">
                    <a:moveTo>
                      <a:pt x="1229690" y="1029144"/>
                    </a:moveTo>
                    <a:lnTo>
                      <a:pt x="878281" y="1029144"/>
                    </a:lnTo>
                    <a:lnTo>
                      <a:pt x="878281" y="1564043"/>
                    </a:lnTo>
                    <a:lnTo>
                      <a:pt x="1229690" y="1564043"/>
                    </a:lnTo>
                    <a:lnTo>
                      <a:pt x="1229690" y="1029144"/>
                    </a:lnTo>
                    <a:close/>
                  </a:path>
                  <a:path w="2108200" h="1564639">
                    <a:moveTo>
                      <a:pt x="2107984" y="0"/>
                    </a:moveTo>
                    <a:lnTo>
                      <a:pt x="1756562" y="0"/>
                    </a:lnTo>
                    <a:lnTo>
                      <a:pt x="1756562" y="1564043"/>
                    </a:lnTo>
                    <a:lnTo>
                      <a:pt x="2107984" y="1564043"/>
                    </a:lnTo>
                    <a:lnTo>
                      <a:pt x="2107984" y="0"/>
                    </a:lnTo>
                    <a:close/>
                  </a:path>
                </a:pathLst>
              </a:custGeom>
              <a:solidFill>
                <a:srgbClr val="7C3E9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" name="object 322">
                <a:extLst>
                  <a:ext uri="{FF2B5EF4-FFF2-40B4-BE49-F238E27FC236}">
                    <a16:creationId xmlns:a16="http://schemas.microsoft.com/office/drawing/2014/main" id="{93D5B4A5-5265-4C42-984B-1F7515D09BE0}"/>
                  </a:ext>
                </a:extLst>
              </p:cNvPr>
              <p:cNvSpPr/>
              <p:nvPr/>
            </p:nvSpPr>
            <p:spPr>
              <a:xfrm>
                <a:off x="8286178" y="4354855"/>
                <a:ext cx="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h="22860">
                    <a:moveTo>
                      <a:pt x="0" y="22796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" name="object 323">
                <a:extLst>
                  <a:ext uri="{FF2B5EF4-FFF2-40B4-BE49-F238E27FC236}">
                    <a16:creationId xmlns:a16="http://schemas.microsoft.com/office/drawing/2014/main" id="{69C5C4F9-A542-461C-8576-7518CFEA85B6}"/>
                  </a:ext>
                </a:extLst>
              </p:cNvPr>
              <p:cNvSpPr/>
              <p:nvPr/>
            </p:nvSpPr>
            <p:spPr>
              <a:xfrm>
                <a:off x="8286178" y="4354855"/>
                <a:ext cx="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h="22860">
                    <a:moveTo>
                      <a:pt x="0" y="0"/>
                    </a:moveTo>
                    <a:lnTo>
                      <a:pt x="0" y="22796"/>
                    </a:lnTo>
                  </a:path>
                </a:pathLst>
              </a:custGeom>
              <a:ln w="457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" name="object 326">
                <a:extLst>
                  <a:ext uri="{FF2B5EF4-FFF2-40B4-BE49-F238E27FC236}">
                    <a16:creationId xmlns:a16="http://schemas.microsoft.com/office/drawing/2014/main" id="{A19D12E7-FC8F-409D-8EDB-65678D9DF7C5}"/>
                  </a:ext>
                </a:extLst>
              </p:cNvPr>
              <p:cNvSpPr/>
              <p:nvPr/>
            </p:nvSpPr>
            <p:spPr>
              <a:xfrm>
                <a:off x="9164472" y="4354855"/>
                <a:ext cx="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h="22860">
                    <a:moveTo>
                      <a:pt x="0" y="22796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8" name="object 327">
                <a:extLst>
                  <a:ext uri="{FF2B5EF4-FFF2-40B4-BE49-F238E27FC236}">
                    <a16:creationId xmlns:a16="http://schemas.microsoft.com/office/drawing/2014/main" id="{EFFD4B83-080E-4D5A-809E-9BE12C274A7F}"/>
                  </a:ext>
                </a:extLst>
              </p:cNvPr>
              <p:cNvSpPr/>
              <p:nvPr/>
            </p:nvSpPr>
            <p:spPr>
              <a:xfrm>
                <a:off x="9164472" y="4354855"/>
                <a:ext cx="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h="22860">
                    <a:moveTo>
                      <a:pt x="0" y="0"/>
                    </a:moveTo>
                    <a:lnTo>
                      <a:pt x="0" y="22796"/>
                    </a:lnTo>
                  </a:path>
                </a:pathLst>
              </a:custGeom>
              <a:ln w="457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9" name="object 331">
                <a:extLst>
                  <a:ext uri="{FF2B5EF4-FFF2-40B4-BE49-F238E27FC236}">
                    <a16:creationId xmlns:a16="http://schemas.microsoft.com/office/drawing/2014/main" id="{25B22F33-2F4E-4419-92D0-DAB9DFBB1026}"/>
                  </a:ext>
                </a:extLst>
              </p:cNvPr>
              <p:cNvSpPr/>
              <p:nvPr/>
            </p:nvSpPr>
            <p:spPr>
              <a:xfrm>
                <a:off x="10042753" y="4354855"/>
                <a:ext cx="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h="22860">
                    <a:moveTo>
                      <a:pt x="0" y="22796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0" name="object 332">
                <a:extLst>
                  <a:ext uri="{FF2B5EF4-FFF2-40B4-BE49-F238E27FC236}">
                    <a16:creationId xmlns:a16="http://schemas.microsoft.com/office/drawing/2014/main" id="{8C90FABE-A462-462A-9E4C-6D73DEF3904B}"/>
                  </a:ext>
                </a:extLst>
              </p:cNvPr>
              <p:cNvSpPr/>
              <p:nvPr/>
            </p:nvSpPr>
            <p:spPr>
              <a:xfrm>
                <a:off x="10042753" y="4354855"/>
                <a:ext cx="0" cy="22860"/>
              </a:xfrm>
              <a:custGeom>
                <a:avLst/>
                <a:gdLst/>
                <a:ahLst/>
                <a:cxnLst/>
                <a:rect l="l" t="t" r="r" b="b"/>
                <a:pathLst>
                  <a:path h="22860">
                    <a:moveTo>
                      <a:pt x="0" y="0"/>
                    </a:moveTo>
                    <a:lnTo>
                      <a:pt x="0" y="22796"/>
                    </a:lnTo>
                  </a:path>
                </a:pathLst>
              </a:custGeom>
              <a:ln w="457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1" name="object 336">
                <a:extLst>
                  <a:ext uri="{FF2B5EF4-FFF2-40B4-BE49-F238E27FC236}">
                    <a16:creationId xmlns:a16="http://schemas.microsoft.com/office/drawing/2014/main" id="{09C4E84A-E97E-441E-A800-018295B1771B}"/>
                  </a:ext>
                </a:extLst>
              </p:cNvPr>
              <p:cNvSpPr/>
              <p:nvPr/>
            </p:nvSpPr>
            <p:spPr>
              <a:xfrm>
                <a:off x="8286178" y="2787345"/>
                <a:ext cx="1757045" cy="1492885"/>
              </a:xfrm>
              <a:custGeom>
                <a:avLst/>
                <a:gdLst/>
                <a:ahLst/>
                <a:cxnLst/>
                <a:rect l="l" t="t" r="r" b="b"/>
                <a:pathLst>
                  <a:path w="1757045" h="1492885">
                    <a:moveTo>
                      <a:pt x="0" y="1492656"/>
                    </a:moveTo>
                    <a:lnTo>
                      <a:pt x="878293" y="238937"/>
                    </a:lnTo>
                    <a:lnTo>
                      <a:pt x="1756575" y="0"/>
                    </a:lnTo>
                  </a:path>
                </a:pathLst>
              </a:custGeom>
              <a:ln w="1289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2" name="object 337">
                <a:extLst>
                  <a:ext uri="{FF2B5EF4-FFF2-40B4-BE49-F238E27FC236}">
                    <a16:creationId xmlns:a16="http://schemas.microsoft.com/office/drawing/2014/main" id="{D08D2D6B-5C48-48E3-A7E9-65854129FA11}"/>
                  </a:ext>
                </a:extLst>
              </p:cNvPr>
              <p:cNvSpPr/>
              <p:nvPr/>
            </p:nvSpPr>
            <p:spPr>
              <a:xfrm>
                <a:off x="8266353" y="4260164"/>
                <a:ext cx="40005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40004">
                    <a:moveTo>
                      <a:pt x="24790" y="39662"/>
                    </a:moveTo>
                    <a:lnTo>
                      <a:pt x="19824" y="39662"/>
                    </a:lnTo>
                    <a:lnTo>
                      <a:pt x="14376" y="39662"/>
                    </a:lnTo>
                    <a:lnTo>
                      <a:pt x="9423" y="37680"/>
                    </a:lnTo>
                    <a:lnTo>
                      <a:pt x="1981" y="30238"/>
                    </a:lnTo>
                    <a:lnTo>
                      <a:pt x="0" y="25285"/>
                    </a:lnTo>
                    <a:lnTo>
                      <a:pt x="0" y="14376"/>
                    </a:lnTo>
                    <a:lnTo>
                      <a:pt x="1981" y="9423"/>
                    </a:lnTo>
                    <a:lnTo>
                      <a:pt x="9423" y="1981"/>
                    </a:lnTo>
                    <a:lnTo>
                      <a:pt x="14376" y="0"/>
                    </a:lnTo>
                    <a:lnTo>
                      <a:pt x="24790" y="0"/>
                    </a:lnTo>
                    <a:lnTo>
                      <a:pt x="29743" y="1981"/>
                    </a:lnTo>
                    <a:lnTo>
                      <a:pt x="37172" y="9423"/>
                    </a:lnTo>
                    <a:lnTo>
                      <a:pt x="39649" y="14376"/>
                    </a:lnTo>
                    <a:lnTo>
                      <a:pt x="39649" y="25285"/>
                    </a:lnTo>
                    <a:lnTo>
                      <a:pt x="37172" y="30238"/>
                    </a:lnTo>
                    <a:lnTo>
                      <a:pt x="29743" y="37680"/>
                    </a:lnTo>
                    <a:lnTo>
                      <a:pt x="24790" y="3966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3" name="object 338">
                <a:extLst>
                  <a:ext uri="{FF2B5EF4-FFF2-40B4-BE49-F238E27FC236}">
                    <a16:creationId xmlns:a16="http://schemas.microsoft.com/office/drawing/2014/main" id="{975C70E6-F9C3-4698-A038-98D9C30F392D}"/>
                  </a:ext>
                </a:extLst>
              </p:cNvPr>
              <p:cNvSpPr/>
              <p:nvPr/>
            </p:nvSpPr>
            <p:spPr>
              <a:xfrm>
                <a:off x="8266353" y="4260164"/>
                <a:ext cx="40005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40004">
                    <a:moveTo>
                      <a:pt x="19824" y="39662"/>
                    </a:moveTo>
                    <a:lnTo>
                      <a:pt x="24790" y="39662"/>
                    </a:lnTo>
                    <a:lnTo>
                      <a:pt x="29743" y="37680"/>
                    </a:lnTo>
                    <a:lnTo>
                      <a:pt x="33705" y="33718"/>
                    </a:lnTo>
                    <a:lnTo>
                      <a:pt x="37172" y="30238"/>
                    </a:lnTo>
                    <a:lnTo>
                      <a:pt x="39649" y="25285"/>
                    </a:lnTo>
                    <a:lnTo>
                      <a:pt x="39649" y="19837"/>
                    </a:lnTo>
                    <a:lnTo>
                      <a:pt x="39649" y="14376"/>
                    </a:lnTo>
                    <a:lnTo>
                      <a:pt x="37172" y="9423"/>
                    </a:lnTo>
                    <a:lnTo>
                      <a:pt x="33705" y="5956"/>
                    </a:lnTo>
                    <a:lnTo>
                      <a:pt x="29743" y="1981"/>
                    </a:lnTo>
                    <a:lnTo>
                      <a:pt x="24790" y="0"/>
                    </a:lnTo>
                    <a:lnTo>
                      <a:pt x="19824" y="0"/>
                    </a:lnTo>
                    <a:lnTo>
                      <a:pt x="14376" y="0"/>
                    </a:lnTo>
                    <a:lnTo>
                      <a:pt x="9423" y="1981"/>
                    </a:lnTo>
                    <a:lnTo>
                      <a:pt x="5448" y="5956"/>
                    </a:lnTo>
                    <a:lnTo>
                      <a:pt x="1981" y="9423"/>
                    </a:lnTo>
                    <a:lnTo>
                      <a:pt x="0" y="14376"/>
                    </a:lnTo>
                    <a:lnTo>
                      <a:pt x="0" y="19837"/>
                    </a:lnTo>
                    <a:lnTo>
                      <a:pt x="0" y="25285"/>
                    </a:lnTo>
                    <a:lnTo>
                      <a:pt x="1981" y="30238"/>
                    </a:lnTo>
                    <a:lnTo>
                      <a:pt x="5448" y="33718"/>
                    </a:lnTo>
                    <a:lnTo>
                      <a:pt x="9423" y="37680"/>
                    </a:lnTo>
                    <a:lnTo>
                      <a:pt x="14376" y="39662"/>
                    </a:lnTo>
                    <a:lnTo>
                      <a:pt x="19824" y="39662"/>
                    </a:lnTo>
                  </a:path>
                </a:pathLst>
              </a:custGeom>
              <a:ln w="643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4" name="object 339">
                <a:extLst>
                  <a:ext uri="{FF2B5EF4-FFF2-40B4-BE49-F238E27FC236}">
                    <a16:creationId xmlns:a16="http://schemas.microsoft.com/office/drawing/2014/main" id="{2CBBEC6C-B18A-40BC-BF64-FF2F867B3956}"/>
                  </a:ext>
                </a:extLst>
              </p:cNvPr>
              <p:cNvSpPr/>
              <p:nvPr/>
            </p:nvSpPr>
            <p:spPr>
              <a:xfrm>
                <a:off x="9144647" y="3006458"/>
                <a:ext cx="40005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40005">
                    <a:moveTo>
                      <a:pt x="24777" y="39662"/>
                    </a:moveTo>
                    <a:lnTo>
                      <a:pt x="19824" y="39662"/>
                    </a:lnTo>
                    <a:lnTo>
                      <a:pt x="14363" y="39662"/>
                    </a:lnTo>
                    <a:lnTo>
                      <a:pt x="9410" y="37185"/>
                    </a:lnTo>
                    <a:lnTo>
                      <a:pt x="5448" y="33705"/>
                    </a:lnTo>
                    <a:lnTo>
                      <a:pt x="1981" y="29743"/>
                    </a:lnTo>
                    <a:lnTo>
                      <a:pt x="0" y="24790"/>
                    </a:lnTo>
                    <a:lnTo>
                      <a:pt x="0" y="14376"/>
                    </a:lnTo>
                    <a:lnTo>
                      <a:pt x="1981" y="9423"/>
                    </a:lnTo>
                    <a:lnTo>
                      <a:pt x="5448" y="5448"/>
                    </a:lnTo>
                    <a:lnTo>
                      <a:pt x="9410" y="1981"/>
                    </a:lnTo>
                    <a:lnTo>
                      <a:pt x="14363" y="0"/>
                    </a:lnTo>
                    <a:lnTo>
                      <a:pt x="24777" y="0"/>
                    </a:lnTo>
                    <a:lnTo>
                      <a:pt x="29730" y="1981"/>
                    </a:lnTo>
                    <a:lnTo>
                      <a:pt x="33693" y="5448"/>
                    </a:lnTo>
                    <a:lnTo>
                      <a:pt x="37172" y="9423"/>
                    </a:lnTo>
                    <a:lnTo>
                      <a:pt x="39649" y="14376"/>
                    </a:lnTo>
                    <a:lnTo>
                      <a:pt x="39649" y="24790"/>
                    </a:lnTo>
                    <a:lnTo>
                      <a:pt x="37172" y="29743"/>
                    </a:lnTo>
                    <a:lnTo>
                      <a:pt x="33693" y="33705"/>
                    </a:lnTo>
                    <a:lnTo>
                      <a:pt x="29730" y="37185"/>
                    </a:lnTo>
                    <a:lnTo>
                      <a:pt x="24777" y="3966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5" name="object 340">
                <a:extLst>
                  <a:ext uri="{FF2B5EF4-FFF2-40B4-BE49-F238E27FC236}">
                    <a16:creationId xmlns:a16="http://schemas.microsoft.com/office/drawing/2014/main" id="{9BC4B1B5-A9BF-4960-BBFD-368E8BC6A590}"/>
                  </a:ext>
                </a:extLst>
              </p:cNvPr>
              <p:cNvSpPr/>
              <p:nvPr/>
            </p:nvSpPr>
            <p:spPr>
              <a:xfrm>
                <a:off x="9144647" y="3006458"/>
                <a:ext cx="40005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40005">
                    <a:moveTo>
                      <a:pt x="19824" y="39662"/>
                    </a:moveTo>
                    <a:lnTo>
                      <a:pt x="24777" y="39662"/>
                    </a:lnTo>
                    <a:lnTo>
                      <a:pt x="29730" y="37185"/>
                    </a:lnTo>
                    <a:lnTo>
                      <a:pt x="33693" y="33705"/>
                    </a:lnTo>
                    <a:lnTo>
                      <a:pt x="37172" y="29743"/>
                    </a:lnTo>
                    <a:lnTo>
                      <a:pt x="39649" y="24790"/>
                    </a:lnTo>
                    <a:lnTo>
                      <a:pt x="39649" y="19824"/>
                    </a:lnTo>
                    <a:lnTo>
                      <a:pt x="39649" y="14376"/>
                    </a:lnTo>
                    <a:lnTo>
                      <a:pt x="37172" y="9423"/>
                    </a:lnTo>
                    <a:lnTo>
                      <a:pt x="33693" y="5448"/>
                    </a:lnTo>
                    <a:lnTo>
                      <a:pt x="29730" y="1981"/>
                    </a:lnTo>
                    <a:lnTo>
                      <a:pt x="24777" y="0"/>
                    </a:lnTo>
                    <a:lnTo>
                      <a:pt x="19824" y="0"/>
                    </a:lnTo>
                    <a:lnTo>
                      <a:pt x="14363" y="0"/>
                    </a:lnTo>
                    <a:lnTo>
                      <a:pt x="9410" y="1981"/>
                    </a:lnTo>
                    <a:lnTo>
                      <a:pt x="5448" y="5448"/>
                    </a:lnTo>
                    <a:lnTo>
                      <a:pt x="1981" y="9423"/>
                    </a:lnTo>
                    <a:lnTo>
                      <a:pt x="0" y="14376"/>
                    </a:lnTo>
                    <a:lnTo>
                      <a:pt x="0" y="19824"/>
                    </a:lnTo>
                    <a:lnTo>
                      <a:pt x="0" y="24790"/>
                    </a:lnTo>
                    <a:lnTo>
                      <a:pt x="1981" y="29743"/>
                    </a:lnTo>
                    <a:lnTo>
                      <a:pt x="5448" y="33705"/>
                    </a:lnTo>
                    <a:lnTo>
                      <a:pt x="9410" y="37185"/>
                    </a:lnTo>
                    <a:lnTo>
                      <a:pt x="14363" y="39662"/>
                    </a:lnTo>
                    <a:lnTo>
                      <a:pt x="19824" y="39662"/>
                    </a:lnTo>
                  </a:path>
                </a:pathLst>
              </a:custGeom>
              <a:ln w="643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6" name="object 341">
                <a:extLst>
                  <a:ext uri="{FF2B5EF4-FFF2-40B4-BE49-F238E27FC236}">
                    <a16:creationId xmlns:a16="http://schemas.microsoft.com/office/drawing/2014/main" id="{92FA2AAA-37E3-4836-99F6-D14F0C007E15}"/>
                  </a:ext>
                </a:extLst>
              </p:cNvPr>
              <p:cNvSpPr/>
              <p:nvPr/>
            </p:nvSpPr>
            <p:spPr>
              <a:xfrm>
                <a:off x="10022929" y="2767520"/>
                <a:ext cx="40005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40005">
                    <a:moveTo>
                      <a:pt x="24777" y="39649"/>
                    </a:moveTo>
                    <a:lnTo>
                      <a:pt x="19824" y="39649"/>
                    </a:lnTo>
                    <a:lnTo>
                      <a:pt x="14376" y="39649"/>
                    </a:lnTo>
                    <a:lnTo>
                      <a:pt x="9423" y="37668"/>
                    </a:lnTo>
                    <a:lnTo>
                      <a:pt x="5943" y="33705"/>
                    </a:lnTo>
                    <a:lnTo>
                      <a:pt x="1981" y="30238"/>
                    </a:lnTo>
                    <a:lnTo>
                      <a:pt x="0" y="25273"/>
                    </a:lnTo>
                    <a:lnTo>
                      <a:pt x="0" y="14376"/>
                    </a:lnTo>
                    <a:lnTo>
                      <a:pt x="1981" y="9410"/>
                    </a:lnTo>
                    <a:lnTo>
                      <a:pt x="5943" y="5943"/>
                    </a:lnTo>
                    <a:lnTo>
                      <a:pt x="9423" y="1981"/>
                    </a:lnTo>
                    <a:lnTo>
                      <a:pt x="14376" y="0"/>
                    </a:lnTo>
                    <a:lnTo>
                      <a:pt x="24777" y="0"/>
                    </a:lnTo>
                    <a:lnTo>
                      <a:pt x="30238" y="1981"/>
                    </a:lnTo>
                    <a:lnTo>
                      <a:pt x="33705" y="5943"/>
                    </a:lnTo>
                    <a:lnTo>
                      <a:pt x="37668" y="9410"/>
                    </a:lnTo>
                    <a:lnTo>
                      <a:pt x="39649" y="14376"/>
                    </a:lnTo>
                    <a:lnTo>
                      <a:pt x="39649" y="25273"/>
                    </a:lnTo>
                    <a:lnTo>
                      <a:pt x="37668" y="30238"/>
                    </a:lnTo>
                    <a:lnTo>
                      <a:pt x="33705" y="33705"/>
                    </a:lnTo>
                    <a:lnTo>
                      <a:pt x="30238" y="37668"/>
                    </a:lnTo>
                    <a:lnTo>
                      <a:pt x="24777" y="3964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7" name="object 342">
                <a:extLst>
                  <a:ext uri="{FF2B5EF4-FFF2-40B4-BE49-F238E27FC236}">
                    <a16:creationId xmlns:a16="http://schemas.microsoft.com/office/drawing/2014/main" id="{0A7173D5-3D4C-4641-917C-B2355F02BD89}"/>
                  </a:ext>
                </a:extLst>
              </p:cNvPr>
              <p:cNvSpPr/>
              <p:nvPr/>
            </p:nvSpPr>
            <p:spPr>
              <a:xfrm>
                <a:off x="10022929" y="2767520"/>
                <a:ext cx="40005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40005">
                    <a:moveTo>
                      <a:pt x="19824" y="39649"/>
                    </a:moveTo>
                    <a:lnTo>
                      <a:pt x="24777" y="39649"/>
                    </a:lnTo>
                    <a:lnTo>
                      <a:pt x="30238" y="37668"/>
                    </a:lnTo>
                    <a:lnTo>
                      <a:pt x="33705" y="33705"/>
                    </a:lnTo>
                    <a:lnTo>
                      <a:pt x="37668" y="30238"/>
                    </a:lnTo>
                    <a:lnTo>
                      <a:pt x="39649" y="25273"/>
                    </a:lnTo>
                    <a:lnTo>
                      <a:pt x="39649" y="19824"/>
                    </a:lnTo>
                    <a:lnTo>
                      <a:pt x="39649" y="14376"/>
                    </a:lnTo>
                    <a:lnTo>
                      <a:pt x="37668" y="9410"/>
                    </a:lnTo>
                    <a:lnTo>
                      <a:pt x="33705" y="5943"/>
                    </a:lnTo>
                    <a:lnTo>
                      <a:pt x="30238" y="1981"/>
                    </a:lnTo>
                    <a:lnTo>
                      <a:pt x="24777" y="0"/>
                    </a:lnTo>
                    <a:lnTo>
                      <a:pt x="19824" y="0"/>
                    </a:lnTo>
                    <a:lnTo>
                      <a:pt x="14376" y="0"/>
                    </a:lnTo>
                    <a:lnTo>
                      <a:pt x="9423" y="1981"/>
                    </a:lnTo>
                    <a:lnTo>
                      <a:pt x="5943" y="5943"/>
                    </a:lnTo>
                    <a:lnTo>
                      <a:pt x="1981" y="9410"/>
                    </a:lnTo>
                    <a:lnTo>
                      <a:pt x="0" y="14376"/>
                    </a:lnTo>
                    <a:lnTo>
                      <a:pt x="0" y="19824"/>
                    </a:lnTo>
                    <a:lnTo>
                      <a:pt x="0" y="25273"/>
                    </a:lnTo>
                    <a:lnTo>
                      <a:pt x="1981" y="30238"/>
                    </a:lnTo>
                    <a:lnTo>
                      <a:pt x="5943" y="33705"/>
                    </a:lnTo>
                    <a:lnTo>
                      <a:pt x="9423" y="37668"/>
                    </a:lnTo>
                    <a:lnTo>
                      <a:pt x="14376" y="39649"/>
                    </a:lnTo>
                    <a:lnTo>
                      <a:pt x="19824" y="39649"/>
                    </a:lnTo>
                  </a:path>
                </a:pathLst>
              </a:custGeom>
              <a:ln w="643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8" name="object 343">
                <a:extLst>
                  <a:ext uri="{FF2B5EF4-FFF2-40B4-BE49-F238E27FC236}">
                    <a16:creationId xmlns:a16="http://schemas.microsoft.com/office/drawing/2014/main" id="{675EFD04-4C40-495C-B3AC-8BD9133A49BF}"/>
                  </a:ext>
                </a:extLst>
              </p:cNvPr>
              <p:cNvSpPr/>
              <p:nvPr/>
            </p:nvSpPr>
            <p:spPr>
              <a:xfrm>
                <a:off x="8268970" y="3301695"/>
                <a:ext cx="909319" cy="773430"/>
              </a:xfrm>
              <a:custGeom>
                <a:avLst/>
                <a:gdLst/>
                <a:ahLst/>
                <a:cxnLst/>
                <a:rect l="l" t="t" r="r" b="b"/>
                <a:pathLst>
                  <a:path w="909320" h="773429">
                    <a:moveTo>
                      <a:pt x="71032" y="673663"/>
                    </a:moveTo>
                    <a:lnTo>
                      <a:pt x="35524" y="659840"/>
                    </a:lnTo>
                    <a:lnTo>
                      <a:pt x="45516" y="634225"/>
                    </a:lnTo>
                    <a:lnTo>
                      <a:pt x="71323" y="569252"/>
                    </a:lnTo>
                    <a:lnTo>
                      <a:pt x="97205" y="505561"/>
                    </a:lnTo>
                    <a:lnTo>
                      <a:pt x="123164" y="443649"/>
                    </a:lnTo>
                    <a:lnTo>
                      <a:pt x="149225" y="383946"/>
                    </a:lnTo>
                    <a:lnTo>
                      <a:pt x="175412" y="326910"/>
                    </a:lnTo>
                    <a:lnTo>
                      <a:pt x="201752" y="272973"/>
                    </a:lnTo>
                    <a:lnTo>
                      <a:pt x="228282" y="222567"/>
                    </a:lnTo>
                    <a:lnTo>
                      <a:pt x="255054" y="176123"/>
                    </a:lnTo>
                    <a:lnTo>
                      <a:pt x="282117" y="134073"/>
                    </a:lnTo>
                    <a:lnTo>
                      <a:pt x="309587" y="96824"/>
                    </a:lnTo>
                    <a:lnTo>
                      <a:pt x="337604" y="64782"/>
                    </a:lnTo>
                    <a:lnTo>
                      <a:pt x="366440" y="38379"/>
                    </a:lnTo>
                    <a:lnTo>
                      <a:pt x="403999" y="14262"/>
                    </a:lnTo>
                    <a:lnTo>
                      <a:pt x="444179" y="1435"/>
                    </a:lnTo>
                    <a:lnTo>
                      <a:pt x="444420" y="1435"/>
                    </a:lnTo>
                    <a:lnTo>
                      <a:pt x="452004" y="482"/>
                    </a:lnTo>
                    <a:lnTo>
                      <a:pt x="459905" y="0"/>
                    </a:lnTo>
                    <a:lnTo>
                      <a:pt x="468007" y="0"/>
                    </a:lnTo>
                    <a:lnTo>
                      <a:pt x="508088" y="7010"/>
                    </a:lnTo>
                    <a:lnTo>
                      <a:pt x="547001" y="24409"/>
                    </a:lnTo>
                    <a:lnTo>
                      <a:pt x="568275" y="38061"/>
                    </a:lnTo>
                    <a:lnTo>
                      <a:pt x="461708" y="38061"/>
                    </a:lnTo>
                    <a:lnTo>
                      <a:pt x="456609" y="38379"/>
                    </a:lnTo>
                    <a:lnTo>
                      <a:pt x="456057" y="38379"/>
                    </a:lnTo>
                    <a:lnTo>
                      <a:pt x="450672" y="39052"/>
                    </a:lnTo>
                    <a:lnTo>
                      <a:pt x="450294" y="39052"/>
                    </a:lnTo>
                    <a:lnTo>
                      <a:pt x="444923" y="40081"/>
                    </a:lnTo>
                    <a:lnTo>
                      <a:pt x="444635" y="40081"/>
                    </a:lnTo>
                    <a:lnTo>
                      <a:pt x="439287" y="41452"/>
                    </a:lnTo>
                    <a:lnTo>
                      <a:pt x="439037" y="41452"/>
                    </a:lnTo>
                    <a:lnTo>
                      <a:pt x="433588" y="43205"/>
                    </a:lnTo>
                    <a:lnTo>
                      <a:pt x="433394" y="43205"/>
                    </a:lnTo>
                    <a:lnTo>
                      <a:pt x="406157" y="56743"/>
                    </a:lnTo>
                    <a:lnTo>
                      <a:pt x="402183" y="59309"/>
                    </a:lnTo>
                    <a:lnTo>
                      <a:pt x="376398" y="80124"/>
                    </a:lnTo>
                    <a:lnTo>
                      <a:pt x="371143" y="85091"/>
                    </a:lnTo>
                    <a:lnTo>
                      <a:pt x="339596" y="120302"/>
                    </a:lnTo>
                    <a:lnTo>
                      <a:pt x="313444" y="155762"/>
                    </a:lnTo>
                    <a:lnTo>
                      <a:pt x="287489" y="196113"/>
                    </a:lnTo>
                    <a:lnTo>
                      <a:pt x="261581" y="241084"/>
                    </a:lnTo>
                    <a:lnTo>
                      <a:pt x="236043" y="289592"/>
                    </a:lnTo>
                    <a:lnTo>
                      <a:pt x="209906" y="343088"/>
                    </a:lnTo>
                    <a:lnTo>
                      <a:pt x="183609" y="400382"/>
                    </a:lnTo>
                    <a:lnTo>
                      <a:pt x="158178" y="458673"/>
                    </a:lnTo>
                    <a:lnTo>
                      <a:pt x="132410" y="520128"/>
                    </a:lnTo>
                    <a:lnTo>
                      <a:pt x="106679" y="583463"/>
                    </a:lnTo>
                    <a:lnTo>
                      <a:pt x="80949" y="648246"/>
                    </a:lnTo>
                    <a:lnTo>
                      <a:pt x="71032" y="673663"/>
                    </a:lnTo>
                    <a:close/>
                  </a:path>
                  <a:path w="909320" h="773429">
                    <a:moveTo>
                      <a:pt x="576119" y="43764"/>
                    </a:moveTo>
                    <a:lnTo>
                      <a:pt x="497954" y="43764"/>
                    </a:lnTo>
                    <a:lnTo>
                      <a:pt x="490042" y="41452"/>
                    </a:lnTo>
                    <a:lnTo>
                      <a:pt x="489914" y="41452"/>
                    </a:lnTo>
                    <a:lnTo>
                      <a:pt x="484009" y="40081"/>
                    </a:lnTo>
                    <a:lnTo>
                      <a:pt x="483875" y="40081"/>
                    </a:lnTo>
                    <a:lnTo>
                      <a:pt x="478053" y="39052"/>
                    </a:lnTo>
                    <a:lnTo>
                      <a:pt x="477835" y="39052"/>
                    </a:lnTo>
                    <a:lnTo>
                      <a:pt x="472160" y="38379"/>
                    </a:lnTo>
                    <a:lnTo>
                      <a:pt x="471581" y="38379"/>
                    </a:lnTo>
                    <a:lnTo>
                      <a:pt x="466318" y="38061"/>
                    </a:lnTo>
                    <a:lnTo>
                      <a:pt x="568275" y="38061"/>
                    </a:lnTo>
                    <a:lnTo>
                      <a:pt x="569707" y="39052"/>
                    </a:lnTo>
                    <a:lnTo>
                      <a:pt x="576119" y="43764"/>
                    </a:lnTo>
                    <a:close/>
                  </a:path>
                  <a:path w="909320" h="773429">
                    <a:moveTo>
                      <a:pt x="431850" y="43764"/>
                    </a:moveTo>
                    <a:lnTo>
                      <a:pt x="433450" y="43205"/>
                    </a:lnTo>
                    <a:lnTo>
                      <a:pt x="433588" y="43205"/>
                    </a:lnTo>
                    <a:lnTo>
                      <a:pt x="431850" y="43764"/>
                    </a:lnTo>
                    <a:close/>
                  </a:path>
                  <a:path w="909320" h="773429">
                    <a:moveTo>
                      <a:pt x="875804" y="528650"/>
                    </a:moveTo>
                    <a:lnTo>
                      <a:pt x="846505" y="478294"/>
                    </a:lnTo>
                    <a:lnTo>
                      <a:pt x="817454" y="428803"/>
                    </a:lnTo>
                    <a:lnTo>
                      <a:pt x="787841" y="379232"/>
                    </a:lnTo>
                    <a:lnTo>
                      <a:pt x="758977" y="332206"/>
                    </a:lnTo>
                    <a:lnTo>
                      <a:pt x="730110" y="286867"/>
                    </a:lnTo>
                    <a:lnTo>
                      <a:pt x="701264" y="243712"/>
                    </a:lnTo>
                    <a:lnTo>
                      <a:pt x="672657" y="203498"/>
                    </a:lnTo>
                    <a:lnTo>
                      <a:pt x="644309" y="166611"/>
                    </a:lnTo>
                    <a:lnTo>
                      <a:pt x="616127" y="133388"/>
                    </a:lnTo>
                    <a:lnTo>
                      <a:pt x="588416" y="104533"/>
                    </a:lnTo>
                    <a:lnTo>
                      <a:pt x="554135" y="74888"/>
                    </a:lnTo>
                    <a:lnTo>
                      <a:pt x="521700" y="53972"/>
                    </a:lnTo>
                    <a:lnTo>
                      <a:pt x="503870" y="45912"/>
                    </a:lnTo>
                    <a:lnTo>
                      <a:pt x="503161" y="45605"/>
                    </a:lnTo>
                    <a:lnTo>
                      <a:pt x="496150" y="43205"/>
                    </a:lnTo>
                    <a:lnTo>
                      <a:pt x="498016" y="43764"/>
                    </a:lnTo>
                    <a:lnTo>
                      <a:pt x="576119" y="43764"/>
                    </a:lnTo>
                    <a:lnTo>
                      <a:pt x="607313" y="69964"/>
                    </a:lnTo>
                    <a:lnTo>
                      <a:pt x="636968" y="99720"/>
                    </a:lnTo>
                    <a:lnTo>
                      <a:pt x="673823" y="142532"/>
                    </a:lnTo>
                    <a:lnTo>
                      <a:pt x="703237" y="180759"/>
                    </a:lnTo>
                    <a:lnTo>
                      <a:pt x="732612" y="222059"/>
                    </a:lnTo>
                    <a:lnTo>
                      <a:pt x="761974" y="265976"/>
                    </a:lnTo>
                    <a:lnTo>
                      <a:pt x="791349" y="312089"/>
                    </a:lnTo>
                    <a:lnTo>
                      <a:pt x="820724" y="359968"/>
                    </a:lnTo>
                    <a:lnTo>
                      <a:pt x="850061" y="409092"/>
                    </a:lnTo>
                    <a:lnTo>
                      <a:pt x="879411" y="459092"/>
                    </a:lnTo>
                    <a:lnTo>
                      <a:pt x="908735" y="509485"/>
                    </a:lnTo>
                    <a:lnTo>
                      <a:pt x="875804" y="528650"/>
                    </a:lnTo>
                    <a:close/>
                  </a:path>
                  <a:path w="909320" h="773429">
                    <a:moveTo>
                      <a:pt x="11785" y="773252"/>
                    </a:moveTo>
                    <a:lnTo>
                      <a:pt x="0" y="646010"/>
                    </a:lnTo>
                    <a:lnTo>
                      <a:pt x="35524" y="659840"/>
                    </a:lnTo>
                    <a:lnTo>
                      <a:pt x="25146" y="686447"/>
                    </a:lnTo>
                    <a:lnTo>
                      <a:pt x="60642" y="700290"/>
                    </a:lnTo>
                    <a:lnTo>
                      <a:pt x="92363" y="700290"/>
                    </a:lnTo>
                    <a:lnTo>
                      <a:pt x="11785" y="773252"/>
                    </a:lnTo>
                    <a:close/>
                  </a:path>
                  <a:path w="909320" h="773429">
                    <a:moveTo>
                      <a:pt x="60642" y="700290"/>
                    </a:moveTo>
                    <a:lnTo>
                      <a:pt x="25146" y="686447"/>
                    </a:lnTo>
                    <a:lnTo>
                      <a:pt x="35524" y="659840"/>
                    </a:lnTo>
                    <a:lnTo>
                      <a:pt x="71032" y="673663"/>
                    </a:lnTo>
                    <a:lnTo>
                      <a:pt x="60642" y="700290"/>
                    </a:lnTo>
                    <a:close/>
                  </a:path>
                  <a:path w="909320" h="773429">
                    <a:moveTo>
                      <a:pt x="92363" y="700290"/>
                    </a:moveTo>
                    <a:lnTo>
                      <a:pt x="60642" y="700290"/>
                    </a:lnTo>
                    <a:lnTo>
                      <a:pt x="71032" y="673663"/>
                    </a:lnTo>
                    <a:lnTo>
                      <a:pt x="106514" y="687476"/>
                    </a:lnTo>
                    <a:lnTo>
                      <a:pt x="92363" y="70029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219" name="object 378">
              <a:extLst>
                <a:ext uri="{FF2B5EF4-FFF2-40B4-BE49-F238E27FC236}">
                  <a16:creationId xmlns:a16="http://schemas.microsoft.com/office/drawing/2014/main" id="{AE815966-CEC2-498E-BBC0-55E7AE912F23}"/>
                </a:ext>
              </a:extLst>
            </p:cNvPr>
            <p:cNvPicPr/>
            <p:nvPr/>
          </p:nvPicPr>
          <p:blipFill>
            <a:blip r:embed="rId16" cstate="print"/>
            <a:srcRect r="92200"/>
            <a:stretch>
              <a:fillRect/>
            </a:stretch>
          </p:blipFill>
          <p:spPr>
            <a:xfrm>
              <a:off x="10321505" y="2604909"/>
              <a:ext cx="28670" cy="1874380"/>
            </a:xfrm>
            <a:prstGeom prst="rect">
              <a:avLst/>
            </a:prstGeom>
          </p:spPr>
        </p:pic>
        <p:grpSp>
          <p:nvGrpSpPr>
            <p:cNvPr id="221" name="object 344">
              <a:extLst>
                <a:ext uri="{FF2B5EF4-FFF2-40B4-BE49-F238E27FC236}">
                  <a16:creationId xmlns:a16="http://schemas.microsoft.com/office/drawing/2014/main" id="{D9EF9266-779D-4914-86E3-FCE3F8A66B27}"/>
                </a:ext>
              </a:extLst>
            </p:cNvPr>
            <p:cNvGrpSpPr/>
            <p:nvPr/>
          </p:nvGrpSpPr>
          <p:grpSpPr>
            <a:xfrm>
              <a:off x="8680716" y="4580902"/>
              <a:ext cx="516255" cy="153670"/>
              <a:chOff x="8680716" y="4580902"/>
              <a:chExt cx="516255" cy="153670"/>
            </a:xfrm>
          </p:grpSpPr>
        </p:grpSp>
        <p:grpSp>
          <p:nvGrpSpPr>
            <p:cNvPr id="222" name="object 350">
              <a:extLst>
                <a:ext uri="{FF2B5EF4-FFF2-40B4-BE49-F238E27FC236}">
                  <a16:creationId xmlns:a16="http://schemas.microsoft.com/office/drawing/2014/main" id="{522448E7-7718-4498-876A-52A2B4D8B3E0}"/>
                </a:ext>
              </a:extLst>
            </p:cNvPr>
            <p:cNvGrpSpPr/>
            <p:nvPr/>
          </p:nvGrpSpPr>
          <p:grpSpPr>
            <a:xfrm>
              <a:off x="9273514" y="4580902"/>
              <a:ext cx="384175" cy="153670"/>
              <a:chOff x="9273514" y="4580902"/>
              <a:chExt cx="384175" cy="153670"/>
            </a:xfrm>
          </p:grpSpPr>
        </p:grpSp>
        <p:grpSp>
          <p:nvGrpSpPr>
            <p:cNvPr id="223" name="object 131">
              <a:extLst>
                <a:ext uri="{FF2B5EF4-FFF2-40B4-BE49-F238E27FC236}">
                  <a16:creationId xmlns:a16="http://schemas.microsoft.com/office/drawing/2014/main" id="{3C4B0550-2999-4370-BB7B-5B8C12AA0971}"/>
                </a:ext>
              </a:extLst>
            </p:cNvPr>
            <p:cNvGrpSpPr/>
            <p:nvPr/>
          </p:nvGrpSpPr>
          <p:grpSpPr>
            <a:xfrm>
              <a:off x="1831454" y="4662195"/>
              <a:ext cx="489584" cy="134620"/>
              <a:chOff x="1831454" y="4662195"/>
              <a:chExt cx="489584" cy="134620"/>
            </a:xfrm>
          </p:grpSpPr>
        </p:grpSp>
        <p:grpSp>
          <p:nvGrpSpPr>
            <p:cNvPr id="224" name="object 137">
              <a:extLst>
                <a:ext uri="{FF2B5EF4-FFF2-40B4-BE49-F238E27FC236}">
                  <a16:creationId xmlns:a16="http://schemas.microsoft.com/office/drawing/2014/main" id="{5423C1D5-ACE8-4179-8610-BC1DEFBD0EA3}"/>
                </a:ext>
              </a:extLst>
            </p:cNvPr>
            <p:cNvGrpSpPr/>
            <p:nvPr/>
          </p:nvGrpSpPr>
          <p:grpSpPr>
            <a:xfrm>
              <a:off x="2397379" y="4662195"/>
              <a:ext cx="681355" cy="134620"/>
              <a:chOff x="2397379" y="4662195"/>
              <a:chExt cx="681355" cy="134620"/>
            </a:xfrm>
          </p:grpSpPr>
        </p:grpSp>
        <p:grpSp>
          <p:nvGrpSpPr>
            <p:cNvPr id="225" name="object 252">
              <a:extLst>
                <a:ext uri="{FF2B5EF4-FFF2-40B4-BE49-F238E27FC236}">
                  <a16:creationId xmlns:a16="http://schemas.microsoft.com/office/drawing/2014/main" id="{9675D508-D7F3-49DB-A0A0-E2ED2169EAD8}"/>
                </a:ext>
              </a:extLst>
            </p:cNvPr>
            <p:cNvGrpSpPr/>
            <p:nvPr/>
          </p:nvGrpSpPr>
          <p:grpSpPr>
            <a:xfrm>
              <a:off x="5132451" y="4662195"/>
              <a:ext cx="488950" cy="134620"/>
              <a:chOff x="5132451" y="4662195"/>
              <a:chExt cx="488950" cy="134620"/>
            </a:xfrm>
          </p:grpSpPr>
        </p:grpSp>
        <p:grpSp>
          <p:nvGrpSpPr>
            <p:cNvPr id="226" name="object 258">
              <a:extLst>
                <a:ext uri="{FF2B5EF4-FFF2-40B4-BE49-F238E27FC236}">
                  <a16:creationId xmlns:a16="http://schemas.microsoft.com/office/drawing/2014/main" id="{A3C7867C-2F75-478F-9344-90DBC7D28A0B}"/>
                </a:ext>
              </a:extLst>
            </p:cNvPr>
            <p:cNvGrpSpPr/>
            <p:nvPr/>
          </p:nvGrpSpPr>
          <p:grpSpPr>
            <a:xfrm>
              <a:off x="5697816" y="4662195"/>
              <a:ext cx="681355" cy="134620"/>
              <a:chOff x="5697816" y="4662195"/>
              <a:chExt cx="681355" cy="134620"/>
            </a:xfrm>
          </p:grpSpPr>
        </p:grpSp>
        <p:sp>
          <p:nvSpPr>
            <p:cNvPr id="227" name="object 381">
              <a:extLst>
                <a:ext uri="{FF2B5EF4-FFF2-40B4-BE49-F238E27FC236}">
                  <a16:creationId xmlns:a16="http://schemas.microsoft.com/office/drawing/2014/main" id="{FDF41753-27DE-4D52-923B-3BC653C5ED7A}"/>
                </a:ext>
              </a:extLst>
            </p:cNvPr>
            <p:cNvSpPr txBox="1"/>
            <p:nvPr/>
          </p:nvSpPr>
          <p:spPr>
            <a:xfrm>
              <a:off x="2364384" y="4833595"/>
              <a:ext cx="3124914" cy="37184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cs typeface="Times New Roman"/>
                </a:rPr>
                <a:t>YCSB-A (Search:Update=50:50)</a:t>
              </a:r>
              <a:endParaRPr sz="1800">
                <a:cs typeface="Times New Roman"/>
              </a:endParaRPr>
            </a:p>
          </p:txBody>
        </p:sp>
        <p:sp>
          <p:nvSpPr>
            <p:cNvPr id="228" name="Label 383">
              <a:extLst>
                <a:ext uri="{FF2B5EF4-FFF2-40B4-BE49-F238E27FC236}">
                  <a16:creationId xmlns:a16="http://schemas.microsoft.com/office/drawing/2014/main" id="{E6E5B5E4-31FA-4DAF-B158-EB8156F3AACB}"/>
                </a:ext>
              </a:extLst>
            </p:cNvPr>
            <p:cNvSpPr txBox="1"/>
            <p:nvPr/>
          </p:nvSpPr>
          <p:spPr>
            <a:xfrm>
              <a:off x="2350008" y="1968703"/>
              <a:ext cx="1241572" cy="2286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500" dirty="0">
                  <a:solidFill>
                    <a:srgbClr val="000000"/>
                  </a:solidFill>
                  <a:cs typeface="Arial"/>
                </a:rPr>
                <a:t>FineMem</a:t>
              </a:r>
            </a:p>
          </p:txBody>
        </p:sp>
        <p:sp>
          <p:nvSpPr>
            <p:cNvPr id="229" name="Label 384">
              <a:extLst>
                <a:ext uri="{FF2B5EF4-FFF2-40B4-BE49-F238E27FC236}">
                  <a16:creationId xmlns:a16="http://schemas.microsoft.com/office/drawing/2014/main" id="{86D2825B-2F6A-4992-9490-334C13F293DB}"/>
                </a:ext>
              </a:extLst>
            </p:cNvPr>
            <p:cNvSpPr txBox="1"/>
            <p:nvPr/>
          </p:nvSpPr>
          <p:spPr>
            <a:xfrm>
              <a:off x="4967020" y="1965578"/>
              <a:ext cx="1895734" cy="2286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500" dirty="0">
                  <a:solidFill>
                    <a:srgbClr val="000000"/>
                  </a:solidFill>
                  <a:cs typeface="Arial"/>
                </a:rPr>
                <a:t>Premmap-RPC</a:t>
              </a:r>
            </a:p>
          </p:txBody>
        </p:sp>
        <p:sp>
          <p:nvSpPr>
            <p:cNvPr id="230" name="Label 385">
              <a:extLst>
                <a:ext uri="{FF2B5EF4-FFF2-40B4-BE49-F238E27FC236}">
                  <a16:creationId xmlns:a16="http://schemas.microsoft.com/office/drawing/2014/main" id="{945BF0FB-AFAD-4910-A6BD-6CA4000692A8}"/>
                </a:ext>
              </a:extLst>
            </p:cNvPr>
            <p:cNvSpPr txBox="1"/>
            <p:nvPr/>
          </p:nvSpPr>
          <p:spPr>
            <a:xfrm>
              <a:off x="2350008" y="2218867"/>
              <a:ext cx="2645907" cy="2286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500" dirty="0">
                  <a:solidFill>
                    <a:srgbClr val="000000"/>
                  </a:solidFill>
                  <a:cs typeface="Arial"/>
                </a:rPr>
                <a:t>Premmap-One-sided</a:t>
              </a:r>
            </a:p>
          </p:txBody>
        </p:sp>
        <p:sp>
          <p:nvSpPr>
            <p:cNvPr id="231" name="Label 386">
              <a:extLst>
                <a:ext uri="{FF2B5EF4-FFF2-40B4-BE49-F238E27FC236}">
                  <a16:creationId xmlns:a16="http://schemas.microsoft.com/office/drawing/2014/main" id="{6A6BA208-D7AB-452D-B48F-A9E5012BC6CE}"/>
                </a:ext>
              </a:extLst>
            </p:cNvPr>
            <p:cNvSpPr txBox="1"/>
            <p:nvPr/>
          </p:nvSpPr>
          <p:spPr>
            <a:xfrm>
              <a:off x="4957876" y="2223363"/>
              <a:ext cx="2122322" cy="2286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500" dirty="0">
                  <a:solidFill>
                    <a:srgbClr val="000000"/>
                  </a:solidFill>
                  <a:cs typeface="Arial"/>
                </a:rPr>
                <a:t>OnDemand-RPC</a:t>
              </a:r>
            </a:p>
          </p:txBody>
        </p:sp>
        <p:sp>
          <p:nvSpPr>
            <p:cNvPr id="232" name="Label 387">
              <a:extLst>
                <a:ext uri="{FF2B5EF4-FFF2-40B4-BE49-F238E27FC236}">
                  <a16:creationId xmlns:a16="http://schemas.microsoft.com/office/drawing/2014/main" id="{06D315FB-D998-4F36-B4DD-E4439DCF37A6}"/>
                </a:ext>
              </a:extLst>
            </p:cNvPr>
            <p:cNvSpPr txBox="1"/>
            <p:nvPr/>
          </p:nvSpPr>
          <p:spPr>
            <a:xfrm>
              <a:off x="1634581" y="2520391"/>
              <a:ext cx="1638421" cy="25908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700" dirty="0">
                  <a:solidFill>
                    <a:srgbClr val="000000"/>
                  </a:solidFill>
                  <a:cs typeface="Arial"/>
                </a:rPr>
                <a:t>4KB Block</a:t>
              </a:r>
            </a:p>
          </p:txBody>
        </p:sp>
        <p:sp>
          <p:nvSpPr>
            <p:cNvPr id="233" name="Label 388">
              <a:extLst>
                <a:ext uri="{FF2B5EF4-FFF2-40B4-BE49-F238E27FC236}">
                  <a16:creationId xmlns:a16="http://schemas.microsoft.com/office/drawing/2014/main" id="{A139628D-873D-4EC8-9BFC-877254939BAE}"/>
                </a:ext>
              </a:extLst>
            </p:cNvPr>
            <p:cNvSpPr txBox="1"/>
            <p:nvPr/>
          </p:nvSpPr>
          <p:spPr>
            <a:xfrm>
              <a:off x="4910145" y="2520391"/>
              <a:ext cx="1688348" cy="25908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700" dirty="0">
                  <a:solidFill>
                    <a:srgbClr val="000000"/>
                  </a:solidFill>
                  <a:cs typeface="Arial"/>
                </a:rPr>
                <a:t>2MB Block</a:t>
              </a:r>
            </a:p>
          </p:txBody>
        </p:sp>
        <p:sp>
          <p:nvSpPr>
            <p:cNvPr id="234" name="Label 389">
              <a:extLst>
                <a:ext uri="{FF2B5EF4-FFF2-40B4-BE49-F238E27FC236}">
                  <a16:creationId xmlns:a16="http://schemas.microsoft.com/office/drawing/2014/main" id="{860757A2-7A95-4DE5-B8AE-894EA5934318}"/>
                </a:ext>
              </a:extLst>
            </p:cNvPr>
            <p:cNvSpPr txBox="1"/>
            <p:nvPr/>
          </p:nvSpPr>
          <p:spPr>
            <a:xfrm rot="16200000">
              <a:off x="-193624" y="3493770"/>
              <a:ext cx="2145639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Throughput (Mops)</a:t>
              </a:r>
            </a:p>
          </p:txBody>
        </p:sp>
        <p:sp>
          <p:nvSpPr>
            <p:cNvPr id="235" name="Label 390">
              <a:extLst>
                <a:ext uri="{FF2B5EF4-FFF2-40B4-BE49-F238E27FC236}">
                  <a16:creationId xmlns:a16="http://schemas.microsoft.com/office/drawing/2014/main" id="{BB1032E0-941D-487B-A91B-D9D249594460}"/>
                </a:ext>
              </a:extLst>
            </p:cNvPr>
            <p:cNvSpPr txBox="1"/>
            <p:nvPr/>
          </p:nvSpPr>
          <p:spPr>
            <a:xfrm>
              <a:off x="805952" y="2996793"/>
              <a:ext cx="316016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3</a:t>
              </a:r>
            </a:p>
          </p:txBody>
        </p:sp>
        <p:sp>
          <p:nvSpPr>
            <p:cNvPr id="236" name="Label 391">
              <a:extLst>
                <a:ext uri="{FF2B5EF4-FFF2-40B4-BE49-F238E27FC236}">
                  <a16:creationId xmlns:a16="http://schemas.microsoft.com/office/drawing/2014/main" id="{B48C54E3-567E-458E-8309-1E7CA8DF5B90}"/>
                </a:ext>
              </a:extLst>
            </p:cNvPr>
            <p:cNvSpPr txBox="1"/>
            <p:nvPr/>
          </p:nvSpPr>
          <p:spPr>
            <a:xfrm>
              <a:off x="805952" y="3427476"/>
              <a:ext cx="316016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2</a:t>
              </a:r>
            </a:p>
          </p:txBody>
        </p:sp>
        <p:sp>
          <p:nvSpPr>
            <p:cNvPr id="237" name="Label 392">
              <a:extLst>
                <a:ext uri="{FF2B5EF4-FFF2-40B4-BE49-F238E27FC236}">
                  <a16:creationId xmlns:a16="http://schemas.microsoft.com/office/drawing/2014/main" id="{0E2B0A84-08B3-410F-B4F7-0A8A4C9AD1EE}"/>
                </a:ext>
              </a:extLst>
            </p:cNvPr>
            <p:cNvSpPr txBox="1"/>
            <p:nvPr/>
          </p:nvSpPr>
          <p:spPr>
            <a:xfrm>
              <a:off x="805952" y="3861816"/>
              <a:ext cx="316016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1</a:t>
              </a:r>
            </a:p>
          </p:txBody>
        </p:sp>
        <p:sp>
          <p:nvSpPr>
            <p:cNvPr id="238" name="Label 393">
              <a:extLst>
                <a:ext uri="{FF2B5EF4-FFF2-40B4-BE49-F238E27FC236}">
                  <a16:creationId xmlns:a16="http://schemas.microsoft.com/office/drawing/2014/main" id="{6FEEED3C-FBA2-4683-8BF0-D119DE8EF114}"/>
                </a:ext>
              </a:extLst>
            </p:cNvPr>
            <p:cNvSpPr txBox="1"/>
            <p:nvPr/>
          </p:nvSpPr>
          <p:spPr>
            <a:xfrm>
              <a:off x="805952" y="4293412"/>
              <a:ext cx="316016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0</a:t>
              </a:r>
            </a:p>
          </p:txBody>
        </p:sp>
        <p:sp>
          <p:nvSpPr>
            <p:cNvPr id="239" name="Label 394">
              <a:extLst>
                <a:ext uri="{FF2B5EF4-FFF2-40B4-BE49-F238E27FC236}">
                  <a16:creationId xmlns:a16="http://schemas.microsoft.com/office/drawing/2014/main" id="{EDCE98F2-4948-4B91-ACCD-FEAC5B78EF26}"/>
                </a:ext>
              </a:extLst>
            </p:cNvPr>
            <p:cNvSpPr txBox="1"/>
            <p:nvPr/>
          </p:nvSpPr>
          <p:spPr>
            <a:xfrm>
              <a:off x="951890" y="4426000"/>
              <a:ext cx="464515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16</a:t>
              </a:r>
            </a:p>
          </p:txBody>
        </p:sp>
        <p:sp>
          <p:nvSpPr>
            <p:cNvPr id="240" name="Label 395">
              <a:extLst>
                <a:ext uri="{FF2B5EF4-FFF2-40B4-BE49-F238E27FC236}">
                  <a16:creationId xmlns:a16="http://schemas.microsoft.com/office/drawing/2014/main" id="{12ECF978-1E76-4551-BABB-D0C40838420E}"/>
                </a:ext>
              </a:extLst>
            </p:cNvPr>
            <p:cNvSpPr txBox="1"/>
            <p:nvPr/>
          </p:nvSpPr>
          <p:spPr>
            <a:xfrm>
              <a:off x="1308506" y="4426000"/>
              <a:ext cx="464515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32</a:t>
              </a:r>
            </a:p>
          </p:txBody>
        </p:sp>
        <p:sp>
          <p:nvSpPr>
            <p:cNvPr id="241" name="Label 396">
              <a:extLst>
                <a:ext uri="{FF2B5EF4-FFF2-40B4-BE49-F238E27FC236}">
                  <a16:creationId xmlns:a16="http://schemas.microsoft.com/office/drawing/2014/main" id="{2B66B9F6-B6D5-44AF-84CD-DE09D786FD47}"/>
                </a:ext>
              </a:extLst>
            </p:cNvPr>
            <p:cNvSpPr txBox="1"/>
            <p:nvPr/>
          </p:nvSpPr>
          <p:spPr>
            <a:xfrm>
              <a:off x="1670608" y="4426000"/>
              <a:ext cx="464515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48</a:t>
              </a:r>
            </a:p>
          </p:txBody>
        </p:sp>
        <p:sp>
          <p:nvSpPr>
            <p:cNvPr id="242" name="Label 397">
              <a:extLst>
                <a:ext uri="{FF2B5EF4-FFF2-40B4-BE49-F238E27FC236}">
                  <a16:creationId xmlns:a16="http://schemas.microsoft.com/office/drawing/2014/main" id="{675D50F4-367F-4F2F-B1C8-C634DE58E779}"/>
                </a:ext>
              </a:extLst>
            </p:cNvPr>
            <p:cNvSpPr txBox="1"/>
            <p:nvPr/>
          </p:nvSpPr>
          <p:spPr>
            <a:xfrm>
              <a:off x="2038197" y="4426000"/>
              <a:ext cx="464515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64</a:t>
              </a:r>
            </a:p>
          </p:txBody>
        </p:sp>
        <p:sp>
          <p:nvSpPr>
            <p:cNvPr id="243" name="Label 398">
              <a:extLst>
                <a:ext uri="{FF2B5EF4-FFF2-40B4-BE49-F238E27FC236}">
                  <a16:creationId xmlns:a16="http://schemas.microsoft.com/office/drawing/2014/main" id="{136A0E1D-4641-48F7-8A68-468F20F8EEDF}"/>
                </a:ext>
              </a:extLst>
            </p:cNvPr>
            <p:cNvSpPr txBox="1"/>
            <p:nvPr/>
          </p:nvSpPr>
          <p:spPr>
            <a:xfrm>
              <a:off x="2398471" y="4426000"/>
              <a:ext cx="464515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80</a:t>
              </a:r>
            </a:p>
          </p:txBody>
        </p:sp>
        <p:sp>
          <p:nvSpPr>
            <p:cNvPr id="244" name="Label 399">
              <a:extLst>
                <a:ext uri="{FF2B5EF4-FFF2-40B4-BE49-F238E27FC236}">
                  <a16:creationId xmlns:a16="http://schemas.microsoft.com/office/drawing/2014/main" id="{9E8662BC-DC5F-47C7-ABE9-A8FB56FC87AE}"/>
                </a:ext>
              </a:extLst>
            </p:cNvPr>
            <p:cNvSpPr txBox="1"/>
            <p:nvPr/>
          </p:nvSpPr>
          <p:spPr>
            <a:xfrm>
              <a:off x="2761488" y="4426000"/>
              <a:ext cx="464515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96</a:t>
              </a:r>
            </a:p>
          </p:txBody>
        </p:sp>
        <p:sp>
          <p:nvSpPr>
            <p:cNvPr id="245" name="Label 400">
              <a:extLst>
                <a:ext uri="{FF2B5EF4-FFF2-40B4-BE49-F238E27FC236}">
                  <a16:creationId xmlns:a16="http://schemas.microsoft.com/office/drawing/2014/main" id="{E4D28921-9067-4057-BD02-CD68AA828F22}"/>
                </a:ext>
              </a:extLst>
            </p:cNvPr>
            <p:cNvSpPr txBox="1"/>
            <p:nvPr/>
          </p:nvSpPr>
          <p:spPr>
            <a:xfrm>
              <a:off x="3044952" y="4426000"/>
              <a:ext cx="61813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112</a:t>
              </a:r>
            </a:p>
          </p:txBody>
        </p:sp>
        <p:sp>
          <p:nvSpPr>
            <p:cNvPr id="246" name="Label 401">
              <a:extLst>
                <a:ext uri="{FF2B5EF4-FFF2-40B4-BE49-F238E27FC236}">
                  <a16:creationId xmlns:a16="http://schemas.microsoft.com/office/drawing/2014/main" id="{3128977D-BEED-486F-AFAB-5DB8B926EE6F}"/>
                </a:ext>
              </a:extLst>
            </p:cNvPr>
            <p:cNvSpPr txBox="1"/>
            <p:nvPr/>
          </p:nvSpPr>
          <p:spPr>
            <a:xfrm>
              <a:off x="3412540" y="4426000"/>
              <a:ext cx="61813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128</a:t>
              </a:r>
            </a:p>
          </p:txBody>
        </p:sp>
        <p:sp>
          <p:nvSpPr>
            <p:cNvPr id="247" name="Label 402">
              <a:extLst>
                <a:ext uri="{FF2B5EF4-FFF2-40B4-BE49-F238E27FC236}">
                  <a16:creationId xmlns:a16="http://schemas.microsoft.com/office/drawing/2014/main" id="{B950E6A3-F8C0-483A-A2F9-BAF21B2BA34F}"/>
                </a:ext>
              </a:extLst>
            </p:cNvPr>
            <p:cNvSpPr txBox="1"/>
            <p:nvPr/>
          </p:nvSpPr>
          <p:spPr>
            <a:xfrm>
              <a:off x="4251959" y="4426000"/>
              <a:ext cx="464515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16</a:t>
              </a:r>
            </a:p>
          </p:txBody>
        </p:sp>
        <p:sp>
          <p:nvSpPr>
            <p:cNvPr id="248" name="Label 403">
              <a:extLst>
                <a:ext uri="{FF2B5EF4-FFF2-40B4-BE49-F238E27FC236}">
                  <a16:creationId xmlns:a16="http://schemas.microsoft.com/office/drawing/2014/main" id="{77BFF64D-B334-4464-8690-661716D7AB46}"/>
                </a:ext>
              </a:extLst>
            </p:cNvPr>
            <p:cNvSpPr txBox="1"/>
            <p:nvPr/>
          </p:nvSpPr>
          <p:spPr>
            <a:xfrm>
              <a:off x="4608575" y="4426000"/>
              <a:ext cx="464515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32</a:t>
              </a:r>
            </a:p>
          </p:txBody>
        </p:sp>
        <p:sp>
          <p:nvSpPr>
            <p:cNvPr id="249" name="Label 404">
              <a:extLst>
                <a:ext uri="{FF2B5EF4-FFF2-40B4-BE49-F238E27FC236}">
                  <a16:creationId xmlns:a16="http://schemas.microsoft.com/office/drawing/2014/main" id="{95ACD7A9-11DA-4CA2-A4F4-B0A30ECAE105}"/>
                </a:ext>
              </a:extLst>
            </p:cNvPr>
            <p:cNvSpPr txBox="1"/>
            <p:nvPr/>
          </p:nvSpPr>
          <p:spPr>
            <a:xfrm>
              <a:off x="4970678" y="4426000"/>
              <a:ext cx="464515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48</a:t>
              </a:r>
            </a:p>
          </p:txBody>
        </p:sp>
        <p:sp>
          <p:nvSpPr>
            <p:cNvPr id="250" name="Label 405">
              <a:extLst>
                <a:ext uri="{FF2B5EF4-FFF2-40B4-BE49-F238E27FC236}">
                  <a16:creationId xmlns:a16="http://schemas.microsoft.com/office/drawing/2014/main" id="{D9DEB74C-266F-43A1-AD82-0B1A25807E82}"/>
                </a:ext>
              </a:extLst>
            </p:cNvPr>
            <p:cNvSpPr txBox="1"/>
            <p:nvPr/>
          </p:nvSpPr>
          <p:spPr>
            <a:xfrm>
              <a:off x="5338267" y="4426000"/>
              <a:ext cx="464515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64</a:t>
              </a:r>
            </a:p>
          </p:txBody>
        </p:sp>
        <p:sp>
          <p:nvSpPr>
            <p:cNvPr id="251" name="Label 406">
              <a:extLst>
                <a:ext uri="{FF2B5EF4-FFF2-40B4-BE49-F238E27FC236}">
                  <a16:creationId xmlns:a16="http://schemas.microsoft.com/office/drawing/2014/main" id="{66D2642F-B1DD-45D1-B5D2-D641E74DA800}"/>
                </a:ext>
              </a:extLst>
            </p:cNvPr>
            <p:cNvSpPr txBox="1"/>
            <p:nvPr/>
          </p:nvSpPr>
          <p:spPr>
            <a:xfrm>
              <a:off x="5697626" y="4426000"/>
              <a:ext cx="464515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80</a:t>
              </a:r>
            </a:p>
          </p:txBody>
        </p:sp>
        <p:sp>
          <p:nvSpPr>
            <p:cNvPr id="252" name="Label 407">
              <a:extLst>
                <a:ext uri="{FF2B5EF4-FFF2-40B4-BE49-F238E27FC236}">
                  <a16:creationId xmlns:a16="http://schemas.microsoft.com/office/drawing/2014/main" id="{5E643868-D9ED-4223-B127-E269F5B70424}"/>
                </a:ext>
              </a:extLst>
            </p:cNvPr>
            <p:cNvSpPr txBox="1"/>
            <p:nvPr/>
          </p:nvSpPr>
          <p:spPr>
            <a:xfrm>
              <a:off x="6059728" y="4426000"/>
              <a:ext cx="464515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96</a:t>
              </a:r>
            </a:p>
          </p:txBody>
        </p:sp>
        <p:sp>
          <p:nvSpPr>
            <p:cNvPr id="253" name="Label 408">
              <a:extLst>
                <a:ext uri="{FF2B5EF4-FFF2-40B4-BE49-F238E27FC236}">
                  <a16:creationId xmlns:a16="http://schemas.microsoft.com/office/drawing/2014/main" id="{9286B368-CD41-4F6F-8EAF-F4A5979C3F05}"/>
                </a:ext>
              </a:extLst>
            </p:cNvPr>
            <p:cNvSpPr txBox="1"/>
            <p:nvPr/>
          </p:nvSpPr>
          <p:spPr>
            <a:xfrm>
              <a:off x="6345936" y="4426000"/>
              <a:ext cx="61813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112</a:t>
              </a:r>
            </a:p>
          </p:txBody>
        </p:sp>
        <p:sp>
          <p:nvSpPr>
            <p:cNvPr id="254" name="Label 409">
              <a:extLst>
                <a:ext uri="{FF2B5EF4-FFF2-40B4-BE49-F238E27FC236}">
                  <a16:creationId xmlns:a16="http://schemas.microsoft.com/office/drawing/2014/main" id="{806E2B4D-8436-4CCB-AAB3-9514A3437044}"/>
                </a:ext>
              </a:extLst>
            </p:cNvPr>
            <p:cNvSpPr txBox="1"/>
            <p:nvPr/>
          </p:nvSpPr>
          <p:spPr>
            <a:xfrm>
              <a:off x="6710781" y="4426000"/>
              <a:ext cx="61813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128</a:t>
              </a:r>
            </a:p>
          </p:txBody>
        </p:sp>
        <p:sp>
          <p:nvSpPr>
            <p:cNvPr id="255" name="Label 410">
              <a:extLst>
                <a:ext uri="{FF2B5EF4-FFF2-40B4-BE49-F238E27FC236}">
                  <a16:creationId xmlns:a16="http://schemas.microsoft.com/office/drawing/2014/main" id="{479F6CE0-52F7-4E62-946A-381DDBDE5DDC}"/>
                </a:ext>
              </a:extLst>
            </p:cNvPr>
            <p:cNvSpPr txBox="1"/>
            <p:nvPr/>
          </p:nvSpPr>
          <p:spPr>
            <a:xfrm>
              <a:off x="1478767" y="4613148"/>
              <a:ext cx="1948220" cy="2286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cs typeface="Arial"/>
                </a:rPr>
                <a:t>Client Number</a:t>
              </a:r>
            </a:p>
          </p:txBody>
        </p:sp>
        <p:sp>
          <p:nvSpPr>
            <p:cNvPr id="256" name="Label 411">
              <a:extLst>
                <a:ext uri="{FF2B5EF4-FFF2-40B4-BE49-F238E27FC236}">
                  <a16:creationId xmlns:a16="http://schemas.microsoft.com/office/drawing/2014/main" id="{390EFB52-B0BD-4049-8DB3-0AAAF4C9DE28}"/>
                </a:ext>
              </a:extLst>
            </p:cNvPr>
            <p:cNvSpPr txBox="1"/>
            <p:nvPr/>
          </p:nvSpPr>
          <p:spPr>
            <a:xfrm>
              <a:off x="4779751" y="4613148"/>
              <a:ext cx="1948220" cy="2286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cs typeface="Arial"/>
                </a:rPr>
                <a:t>Client Number</a:t>
              </a:r>
            </a:p>
          </p:txBody>
        </p:sp>
        <p:sp>
          <p:nvSpPr>
            <p:cNvPr id="257" name="Label 412">
              <a:extLst>
                <a:ext uri="{FF2B5EF4-FFF2-40B4-BE49-F238E27FC236}">
                  <a16:creationId xmlns:a16="http://schemas.microsoft.com/office/drawing/2014/main" id="{97E9E0CE-13E7-47F2-B5C4-2369AC1724E4}"/>
                </a:ext>
              </a:extLst>
            </p:cNvPr>
            <p:cNvSpPr txBox="1"/>
            <p:nvPr/>
          </p:nvSpPr>
          <p:spPr>
            <a:xfrm rot="16200000">
              <a:off x="3111794" y="3494227"/>
              <a:ext cx="2134941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Throughput (Mops)</a:t>
              </a:r>
            </a:p>
          </p:txBody>
        </p:sp>
        <p:sp>
          <p:nvSpPr>
            <p:cNvPr id="258" name="Label 413">
              <a:extLst>
                <a:ext uri="{FF2B5EF4-FFF2-40B4-BE49-F238E27FC236}">
                  <a16:creationId xmlns:a16="http://schemas.microsoft.com/office/drawing/2014/main" id="{8C671979-0240-4BAC-AA9F-E57966FE278E}"/>
                </a:ext>
              </a:extLst>
            </p:cNvPr>
            <p:cNvSpPr txBox="1"/>
            <p:nvPr/>
          </p:nvSpPr>
          <p:spPr>
            <a:xfrm>
              <a:off x="4109679" y="2796540"/>
              <a:ext cx="309615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4</a:t>
              </a:r>
            </a:p>
          </p:txBody>
        </p:sp>
        <p:sp>
          <p:nvSpPr>
            <p:cNvPr id="259" name="Label 414">
              <a:extLst>
                <a:ext uri="{FF2B5EF4-FFF2-40B4-BE49-F238E27FC236}">
                  <a16:creationId xmlns:a16="http://schemas.microsoft.com/office/drawing/2014/main" id="{1DFC8875-9334-489A-B9C2-4DA9B5A1925C}"/>
                </a:ext>
              </a:extLst>
            </p:cNvPr>
            <p:cNvSpPr txBox="1"/>
            <p:nvPr/>
          </p:nvSpPr>
          <p:spPr>
            <a:xfrm>
              <a:off x="4109679" y="3275685"/>
              <a:ext cx="309615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3</a:t>
              </a:r>
            </a:p>
          </p:txBody>
        </p:sp>
        <p:sp>
          <p:nvSpPr>
            <p:cNvPr id="260" name="Label 415">
              <a:extLst>
                <a:ext uri="{FF2B5EF4-FFF2-40B4-BE49-F238E27FC236}">
                  <a16:creationId xmlns:a16="http://schemas.microsoft.com/office/drawing/2014/main" id="{F0CCCDAD-732C-45BC-87E1-5086FBB96116}"/>
                </a:ext>
              </a:extLst>
            </p:cNvPr>
            <p:cNvSpPr txBox="1"/>
            <p:nvPr/>
          </p:nvSpPr>
          <p:spPr>
            <a:xfrm>
              <a:off x="4109679" y="3751173"/>
              <a:ext cx="309615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2</a:t>
              </a:r>
            </a:p>
          </p:txBody>
        </p:sp>
        <p:sp>
          <p:nvSpPr>
            <p:cNvPr id="261" name="Label 416">
              <a:extLst>
                <a:ext uri="{FF2B5EF4-FFF2-40B4-BE49-F238E27FC236}">
                  <a16:creationId xmlns:a16="http://schemas.microsoft.com/office/drawing/2014/main" id="{21615434-BD63-458D-949C-80C32803896B}"/>
                </a:ext>
              </a:extLst>
            </p:cNvPr>
            <p:cNvSpPr txBox="1"/>
            <p:nvPr/>
          </p:nvSpPr>
          <p:spPr>
            <a:xfrm>
              <a:off x="4121383" y="4233976"/>
              <a:ext cx="281452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1</a:t>
              </a:r>
            </a:p>
          </p:txBody>
        </p:sp>
        <p:sp>
          <p:nvSpPr>
            <p:cNvPr id="262" name="Label 417">
              <a:extLst>
                <a:ext uri="{FF2B5EF4-FFF2-40B4-BE49-F238E27FC236}">
                  <a16:creationId xmlns:a16="http://schemas.microsoft.com/office/drawing/2014/main" id="{292BAA7D-4280-43DF-900D-68547D10383D}"/>
                </a:ext>
              </a:extLst>
            </p:cNvPr>
            <p:cNvSpPr txBox="1"/>
            <p:nvPr/>
          </p:nvSpPr>
          <p:spPr>
            <a:xfrm rot="16200000">
              <a:off x="6495669" y="3545585"/>
              <a:ext cx="2002993" cy="2286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500" dirty="0">
                  <a:solidFill>
                    <a:srgbClr val="7C3E97"/>
                  </a:solidFill>
                  <a:cs typeface="Arial"/>
                </a:rPr>
                <a:t>Memory (GB)</a:t>
              </a:r>
            </a:p>
          </p:txBody>
        </p:sp>
        <p:sp>
          <p:nvSpPr>
            <p:cNvPr id="263" name="Label 418">
              <a:extLst>
                <a:ext uri="{FF2B5EF4-FFF2-40B4-BE49-F238E27FC236}">
                  <a16:creationId xmlns:a16="http://schemas.microsoft.com/office/drawing/2014/main" id="{23101E9F-DE54-43DD-9D6B-7953F6858F5E}"/>
                </a:ext>
              </a:extLst>
            </p:cNvPr>
            <p:cNvSpPr txBox="1"/>
            <p:nvPr/>
          </p:nvSpPr>
          <p:spPr>
            <a:xfrm>
              <a:off x="7370978" y="3027883"/>
              <a:ext cx="579729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7C3E97"/>
                  </a:solidFill>
                  <a:cs typeface="Arial"/>
                </a:rPr>
                <a:t>100</a:t>
              </a:r>
            </a:p>
          </p:txBody>
        </p:sp>
        <p:sp>
          <p:nvSpPr>
            <p:cNvPr id="264" name="Label 419">
              <a:extLst>
                <a:ext uri="{FF2B5EF4-FFF2-40B4-BE49-F238E27FC236}">
                  <a16:creationId xmlns:a16="http://schemas.microsoft.com/office/drawing/2014/main" id="{66D686B9-7C7D-4FE7-84A3-61CF50E42650}"/>
                </a:ext>
              </a:extLst>
            </p:cNvPr>
            <p:cNvSpPr txBox="1"/>
            <p:nvPr/>
          </p:nvSpPr>
          <p:spPr>
            <a:xfrm>
              <a:off x="7502834" y="3638702"/>
              <a:ext cx="447873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7C3E97"/>
                  </a:solidFill>
                  <a:cs typeface="Arial"/>
                </a:rPr>
                <a:t>50</a:t>
              </a:r>
            </a:p>
          </p:txBody>
        </p:sp>
        <p:sp>
          <p:nvSpPr>
            <p:cNvPr id="265" name="Label 420">
              <a:extLst>
                <a:ext uri="{FF2B5EF4-FFF2-40B4-BE49-F238E27FC236}">
                  <a16:creationId xmlns:a16="http://schemas.microsoft.com/office/drawing/2014/main" id="{E948F020-1161-46F1-8FBC-BFB883B2243A}"/>
                </a:ext>
              </a:extLst>
            </p:cNvPr>
            <p:cNvSpPr txBox="1"/>
            <p:nvPr/>
          </p:nvSpPr>
          <p:spPr>
            <a:xfrm>
              <a:off x="7646212" y="4250436"/>
              <a:ext cx="304495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7C3E97"/>
                  </a:solidFill>
                  <a:cs typeface="Arial"/>
                </a:rPr>
                <a:t>0</a:t>
              </a:r>
            </a:p>
          </p:txBody>
        </p:sp>
        <p:sp>
          <p:nvSpPr>
            <p:cNvPr id="266" name="Label 421">
              <a:extLst>
                <a:ext uri="{FF2B5EF4-FFF2-40B4-BE49-F238E27FC236}">
                  <a16:creationId xmlns:a16="http://schemas.microsoft.com/office/drawing/2014/main" id="{40EF8D85-301D-46CE-AD55-41B157E10ABD}"/>
                </a:ext>
              </a:extLst>
            </p:cNvPr>
            <p:cNvSpPr txBox="1"/>
            <p:nvPr/>
          </p:nvSpPr>
          <p:spPr>
            <a:xfrm>
              <a:off x="7977591" y="4355592"/>
              <a:ext cx="609173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4KB</a:t>
              </a:r>
            </a:p>
          </p:txBody>
        </p:sp>
        <p:sp>
          <p:nvSpPr>
            <p:cNvPr id="267" name="Label 422">
              <a:extLst>
                <a:ext uri="{FF2B5EF4-FFF2-40B4-BE49-F238E27FC236}">
                  <a16:creationId xmlns:a16="http://schemas.microsoft.com/office/drawing/2014/main" id="{FBC9BCD9-AE17-4049-9992-F4F227AACAFD}"/>
                </a:ext>
              </a:extLst>
            </p:cNvPr>
            <p:cNvSpPr txBox="1"/>
            <p:nvPr/>
          </p:nvSpPr>
          <p:spPr>
            <a:xfrm>
              <a:off x="8837676" y="4355592"/>
              <a:ext cx="650138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2MB</a:t>
              </a:r>
            </a:p>
          </p:txBody>
        </p:sp>
        <p:sp>
          <p:nvSpPr>
            <p:cNvPr id="268" name="Label 423">
              <a:extLst>
                <a:ext uri="{FF2B5EF4-FFF2-40B4-BE49-F238E27FC236}">
                  <a16:creationId xmlns:a16="http://schemas.microsoft.com/office/drawing/2014/main" id="{5113C6C3-363B-4BFB-A25A-485DA6B47607}"/>
                </a:ext>
              </a:extLst>
            </p:cNvPr>
            <p:cNvSpPr txBox="1"/>
            <p:nvPr/>
          </p:nvSpPr>
          <p:spPr>
            <a:xfrm>
              <a:off x="9734336" y="4355592"/>
              <a:ext cx="62069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1GB</a:t>
              </a:r>
            </a:p>
          </p:txBody>
        </p:sp>
        <p:sp>
          <p:nvSpPr>
            <p:cNvPr id="269" name="Label 424">
              <a:extLst>
                <a:ext uri="{FF2B5EF4-FFF2-40B4-BE49-F238E27FC236}">
                  <a16:creationId xmlns:a16="http://schemas.microsoft.com/office/drawing/2014/main" id="{5E80555A-19CA-4E85-95BC-57665595006F}"/>
                </a:ext>
              </a:extLst>
            </p:cNvPr>
            <p:cNvSpPr txBox="1"/>
            <p:nvPr/>
          </p:nvSpPr>
          <p:spPr>
            <a:xfrm>
              <a:off x="8383036" y="4534204"/>
              <a:ext cx="1566732" cy="24384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cs typeface="Arial"/>
                </a:rPr>
                <a:t>Block Size</a:t>
              </a:r>
            </a:p>
          </p:txBody>
        </p:sp>
        <p:sp>
          <p:nvSpPr>
            <p:cNvPr id="270" name="Label 425">
              <a:extLst>
                <a:ext uri="{FF2B5EF4-FFF2-40B4-BE49-F238E27FC236}">
                  <a16:creationId xmlns:a16="http://schemas.microsoft.com/office/drawing/2014/main" id="{5E390798-5F15-4706-A2F4-A860E22C621E}"/>
                </a:ext>
              </a:extLst>
            </p:cNvPr>
            <p:cNvSpPr txBox="1"/>
            <p:nvPr/>
          </p:nvSpPr>
          <p:spPr>
            <a:xfrm>
              <a:off x="10379354" y="2823972"/>
              <a:ext cx="29681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3</a:t>
              </a:r>
            </a:p>
          </p:txBody>
        </p:sp>
        <p:sp>
          <p:nvSpPr>
            <p:cNvPr id="271" name="Label 426">
              <a:extLst>
                <a:ext uri="{FF2B5EF4-FFF2-40B4-BE49-F238E27FC236}">
                  <a16:creationId xmlns:a16="http://schemas.microsoft.com/office/drawing/2014/main" id="{1A62A9DC-DADC-4BDA-AB69-0E674FC9A0B4}"/>
                </a:ext>
              </a:extLst>
            </p:cNvPr>
            <p:cNvSpPr txBox="1"/>
            <p:nvPr/>
          </p:nvSpPr>
          <p:spPr>
            <a:xfrm>
              <a:off x="10379354" y="3294888"/>
              <a:ext cx="29681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2</a:t>
              </a:r>
            </a:p>
          </p:txBody>
        </p:sp>
        <p:sp>
          <p:nvSpPr>
            <p:cNvPr id="272" name="Label 427">
              <a:extLst>
                <a:ext uri="{FF2B5EF4-FFF2-40B4-BE49-F238E27FC236}">
                  <a16:creationId xmlns:a16="http://schemas.microsoft.com/office/drawing/2014/main" id="{8E1C7C43-0722-4972-99F2-7EBEBCB7BD76}"/>
                </a:ext>
              </a:extLst>
            </p:cNvPr>
            <p:cNvSpPr txBox="1"/>
            <p:nvPr/>
          </p:nvSpPr>
          <p:spPr>
            <a:xfrm>
              <a:off x="10379354" y="3766718"/>
              <a:ext cx="29681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1</a:t>
              </a:r>
            </a:p>
          </p:txBody>
        </p:sp>
        <p:sp>
          <p:nvSpPr>
            <p:cNvPr id="273" name="Label 428">
              <a:extLst>
                <a:ext uri="{FF2B5EF4-FFF2-40B4-BE49-F238E27FC236}">
                  <a16:creationId xmlns:a16="http://schemas.microsoft.com/office/drawing/2014/main" id="{6CE656E8-DC0A-499A-84AB-36AC9BDCB4A9}"/>
                </a:ext>
              </a:extLst>
            </p:cNvPr>
            <p:cNvSpPr txBox="1"/>
            <p:nvPr/>
          </p:nvSpPr>
          <p:spPr>
            <a:xfrm>
              <a:off x="10379354" y="4237634"/>
              <a:ext cx="29681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400" dirty="0">
                  <a:solidFill>
                    <a:srgbClr val="000000"/>
                  </a:solidFill>
                  <a:cs typeface="Arial"/>
                </a:rPr>
                <a:t>0</a:t>
              </a:r>
            </a:p>
          </p:txBody>
        </p:sp>
        <p:sp>
          <p:nvSpPr>
            <p:cNvPr id="274" name="Label 429">
              <a:extLst>
                <a:ext uri="{FF2B5EF4-FFF2-40B4-BE49-F238E27FC236}">
                  <a16:creationId xmlns:a16="http://schemas.microsoft.com/office/drawing/2014/main" id="{A80BC697-8FBF-4DC6-BD85-64D6DDC1AAA3}"/>
                </a:ext>
              </a:extLst>
            </p:cNvPr>
            <p:cNvSpPr txBox="1"/>
            <p:nvPr/>
          </p:nvSpPr>
          <p:spPr>
            <a:xfrm rot="16200000">
              <a:off x="9375343" y="3428085"/>
              <a:ext cx="2436876" cy="2286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500" dirty="0">
                  <a:solidFill>
                    <a:srgbClr val="000000"/>
                  </a:solidFill>
                  <a:cs typeface="Arial"/>
                </a:rPr>
                <a:t>Throughput (Mops)</a:t>
              </a:r>
            </a:p>
          </p:txBody>
        </p:sp>
      </p:grpSp>
      <p:sp>
        <p:nvSpPr>
          <p:cNvPr id="277" name="object 319">
            <a:extLst>
              <a:ext uri="{FF2B5EF4-FFF2-40B4-BE49-F238E27FC236}">
                <a16:creationId xmlns:a16="http://schemas.microsoft.com/office/drawing/2014/main" id="{00B8D8DB-7FFC-42B0-BFD0-BA9C15A9BC44}"/>
              </a:ext>
            </a:extLst>
          </p:cNvPr>
          <p:cNvSpPr txBox="1"/>
          <p:nvPr/>
        </p:nvSpPr>
        <p:spPr>
          <a:xfrm>
            <a:off x="938380" y="5004594"/>
            <a:ext cx="9427845" cy="1136208"/>
          </a:xfrm>
          <a:prstGeom prst="rect">
            <a:avLst/>
          </a:prstGeom>
          <a:solidFill>
            <a:srgbClr val="FAE4D5"/>
          </a:solidFill>
        </p:spPr>
        <p:txBody>
          <a:bodyPr vert="horz" wrap="square" lIns="90805" tIns="27940" rIns="0" bIns="0" rtlCol="0">
            <a:spAutoFit/>
          </a:bodyPr>
          <a:lstStyle>
            <a:lvl1pPr marL="285750" indent="-285750">
              <a:buFont typeface="Arial"/>
              <a:buChar char="•"/>
            </a:lvl1pPr>
            <a:lvl2pPr marL="685800" indent="-228600">
              <a:buSzPct val="80000"/>
              <a:buFont typeface="Arial"/>
              <a:buChar char="•"/>
            </a:lvl2pPr>
            <a:lvl3pPr marL="1085850" indent="-228600">
              <a:buSzPct val="65000"/>
              <a:buFont typeface="Arial"/>
              <a:buChar char="•"/>
            </a:lvl3pPr>
            <a:lvl4pPr marL="1485900" indent="-228600">
              <a:buSzPct val="55000"/>
              <a:buFont typeface="Arial"/>
              <a:buChar char="•"/>
            </a:lvl4pPr>
            <a:lvl5pPr marL="1885950" indent="-228600">
              <a:buSzPct val="50000"/>
              <a:buFont typeface="Arial"/>
              <a:buChar char="•"/>
            </a:lvl5pPr>
          </a:lstStyle>
          <a:p>
            <a:pPr defTabSz="914400">
              <a:spcBef>
                <a:spcPts val="220"/>
              </a:spcBef>
            </a:pPr>
            <a:r>
              <a:rPr sz="2400" kern="0" dirty="0">
                <a:solidFill>
                  <a:sysClr val="windowText" lastClr="000000"/>
                </a:solidFill>
                <a:cs typeface="Times New Roman"/>
              </a:rPr>
              <a:t>Reduces the allocation overheads in KV-update operations</a:t>
            </a:r>
          </a:p>
          <a:p>
            <a:pPr lvl="1" defTabSz="914400"/>
            <a:r>
              <a:rPr sz="2400" kern="0" dirty="0">
                <a:solidFill>
                  <a:sysClr val="windowText" lastClr="000000"/>
                </a:solidFill>
                <a:cs typeface="Times New Roman"/>
              </a:rPr>
              <a:t>A bandwidth improvement of around 27% to 110%</a:t>
            </a:r>
          </a:p>
          <a:p>
            <a:pPr defTabSz="914400"/>
            <a:r>
              <a:rPr sz="2400" kern="0" dirty="0">
                <a:solidFill>
                  <a:sysClr val="windowText" lastClr="000000"/>
                </a:solidFill>
                <a:cs typeface="Times New Roman"/>
              </a:rPr>
              <a:t>Achieves 45% reduction in memory cost with 4KB fine-grained block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580C692B-7EE4-44EA-B4D3-6F0190EA1229}"/>
              </a:ext>
            </a:extLst>
          </p:cNvPr>
          <p:cNvSpPr txBox="1"/>
          <p:nvPr/>
        </p:nvSpPr>
        <p:spPr>
          <a:xfrm>
            <a:off x="8568519" y="2364012"/>
            <a:ext cx="1745724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00" dirty="0">
                <a:cs typeface="Times New Roman"/>
              </a:rPr>
              <a:t>45% memory</a:t>
            </a:r>
            <a:br>
              <a:rPr lang="en-US" altLang="ko-KR" sz="1800" dirty="0">
                <a:cs typeface="Times New Roman"/>
              </a:rPr>
            </a:br>
            <a:r>
              <a:rPr lang="en-US" altLang="ko-KR" sz="1800" dirty="0">
                <a:cs typeface="Times New Roman"/>
              </a:rPr>
              <a:t>cost reduction</a:t>
            </a:r>
          </a:p>
        </p:txBody>
      </p:sp>
    </p:spTree>
    <p:extLst>
      <p:ext uri="{BB962C8B-B14F-4D97-AF65-F5344CB8AC3E}">
        <p14:creationId xmlns:p14="http://schemas.microsoft.com/office/powerpoint/2010/main" val="2399385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4B962-C7D5-4D17-859B-885D6603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lt"/>
              </a:rPr>
              <a:t>Case Study: DM-Swap System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110F2-6A2B-466D-A76B-1B610601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lnSpc>
                <a:spcPct val="100000"/>
              </a:lnSpc>
              <a:spcBef>
                <a:spcPts val="100"/>
              </a:spcBef>
              <a:defRPr/>
            </a:pPr>
            <a:r>
              <a:rPr kumimoji="0" lang="en-US" altLang="ko-KR" sz="24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Times New Roman"/>
              </a:rPr>
              <a:t>Fastswap</a:t>
            </a: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Times New Roman"/>
              </a:rPr>
              <a:t> with </a:t>
            </a:r>
            <a:r>
              <a:rPr kumimoji="0" lang="en-US" altLang="ko-KR" sz="24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Times New Roman"/>
              </a:rPr>
              <a:t>FineMem</a:t>
            </a: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Times New Roman"/>
              </a:rPr>
              <a:t> as the dynamic swap-out page allocation backend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39B86D-0619-49C2-9FBD-4FBB28954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0804CB-43DE-4CD8-9422-CC09E1C9E188}"/>
              </a:ext>
            </a:extLst>
          </p:cNvPr>
          <p:cNvSpPr txBox="1"/>
          <p:nvPr/>
        </p:nvSpPr>
        <p:spPr>
          <a:xfrm>
            <a:off x="838200" y="291955"/>
            <a:ext cx="10752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</a:rPr>
              <a:t>Evaluation</a:t>
            </a:r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1EF4D391-FB6A-49A6-980A-C3DBA4E6FC9F}"/>
              </a:ext>
            </a:extLst>
          </p:cNvPr>
          <p:cNvGrpSpPr/>
          <p:nvPr/>
        </p:nvGrpSpPr>
        <p:grpSpPr>
          <a:xfrm>
            <a:off x="1947701" y="2370224"/>
            <a:ext cx="8296598" cy="2608584"/>
            <a:chOff x="1544238" y="2158733"/>
            <a:chExt cx="8296598" cy="2660917"/>
          </a:xfrm>
        </p:grpSpPr>
        <p:grpSp>
          <p:nvGrpSpPr>
            <p:cNvPr id="6" name="object 178">
              <a:extLst>
                <a:ext uri="{FF2B5EF4-FFF2-40B4-BE49-F238E27FC236}">
                  <a16:creationId xmlns:a16="http://schemas.microsoft.com/office/drawing/2014/main" id="{0C9A5FB5-4E3A-47AE-89BD-1A5783F1BB28}"/>
                </a:ext>
              </a:extLst>
            </p:cNvPr>
            <p:cNvGrpSpPr/>
            <p:nvPr/>
          </p:nvGrpSpPr>
          <p:grpSpPr>
            <a:xfrm>
              <a:off x="1654911" y="2560764"/>
              <a:ext cx="123825" cy="326390"/>
              <a:chOff x="1654911" y="2560764"/>
              <a:chExt cx="123825" cy="326390"/>
            </a:xfrm>
          </p:grpSpPr>
        </p:grpSp>
        <p:grpSp>
          <p:nvGrpSpPr>
            <p:cNvPr id="7" name="object 172">
              <a:extLst>
                <a:ext uri="{FF2B5EF4-FFF2-40B4-BE49-F238E27FC236}">
                  <a16:creationId xmlns:a16="http://schemas.microsoft.com/office/drawing/2014/main" id="{D5BB9425-9A4F-4030-8896-BABC4726D94A}"/>
                </a:ext>
              </a:extLst>
            </p:cNvPr>
            <p:cNvGrpSpPr/>
            <p:nvPr/>
          </p:nvGrpSpPr>
          <p:grpSpPr>
            <a:xfrm>
              <a:off x="1658810" y="2947225"/>
              <a:ext cx="130175" cy="548005"/>
              <a:chOff x="1658810" y="2947225"/>
              <a:chExt cx="130175" cy="548005"/>
            </a:xfrm>
          </p:grpSpPr>
        </p:grpSp>
        <p:grpSp>
          <p:nvGrpSpPr>
            <p:cNvPr id="8" name="object 117">
              <a:extLst>
                <a:ext uri="{FF2B5EF4-FFF2-40B4-BE49-F238E27FC236}">
                  <a16:creationId xmlns:a16="http://schemas.microsoft.com/office/drawing/2014/main" id="{B1B3A32B-E32A-47DE-83DF-CACFCB10281C}"/>
                </a:ext>
              </a:extLst>
            </p:cNvPr>
            <p:cNvGrpSpPr/>
            <p:nvPr/>
          </p:nvGrpSpPr>
          <p:grpSpPr>
            <a:xfrm>
              <a:off x="1838845" y="2158733"/>
              <a:ext cx="3420745" cy="2484755"/>
              <a:chOff x="1838845" y="2158733"/>
              <a:chExt cx="3420745" cy="2484755"/>
            </a:xfrm>
          </p:grpSpPr>
          <p:sp>
            <p:nvSpPr>
              <p:cNvPr id="9" name="object 118">
                <a:extLst>
                  <a:ext uri="{FF2B5EF4-FFF2-40B4-BE49-F238E27FC236}">
                    <a16:creationId xmlns:a16="http://schemas.microsoft.com/office/drawing/2014/main" id="{96902141-63C0-40D7-B294-937217AFE86D}"/>
                  </a:ext>
                </a:extLst>
              </p:cNvPr>
              <p:cNvSpPr/>
              <p:nvPr/>
            </p:nvSpPr>
            <p:spPr>
              <a:xfrm>
                <a:off x="2148878" y="4474832"/>
                <a:ext cx="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h="30479">
                    <a:moveTo>
                      <a:pt x="0" y="2998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0" name="object 119">
                <a:extLst>
                  <a:ext uri="{FF2B5EF4-FFF2-40B4-BE49-F238E27FC236}">
                    <a16:creationId xmlns:a16="http://schemas.microsoft.com/office/drawing/2014/main" id="{FD20B258-0193-4B08-8D7E-A9D12DEB0A71}"/>
                  </a:ext>
                </a:extLst>
              </p:cNvPr>
              <p:cNvSpPr/>
              <p:nvPr/>
            </p:nvSpPr>
            <p:spPr>
              <a:xfrm>
                <a:off x="2148878" y="4474832"/>
                <a:ext cx="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h="30479">
                    <a:moveTo>
                      <a:pt x="0" y="0"/>
                    </a:moveTo>
                    <a:lnTo>
                      <a:pt x="0" y="29984"/>
                    </a:lnTo>
                  </a:path>
                </a:pathLst>
              </a:custGeom>
              <a:ln w="61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1" name="object 121">
                <a:extLst>
                  <a:ext uri="{FF2B5EF4-FFF2-40B4-BE49-F238E27FC236}">
                    <a16:creationId xmlns:a16="http://schemas.microsoft.com/office/drawing/2014/main" id="{CCB4AE03-9079-4F9E-AE1E-E88CD685D082}"/>
                  </a:ext>
                </a:extLst>
              </p:cNvPr>
              <p:cNvSpPr/>
              <p:nvPr/>
            </p:nvSpPr>
            <p:spPr>
              <a:xfrm>
                <a:off x="2664929" y="4474832"/>
                <a:ext cx="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h="30479">
                    <a:moveTo>
                      <a:pt x="0" y="2998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2" name="object 122">
                <a:extLst>
                  <a:ext uri="{FF2B5EF4-FFF2-40B4-BE49-F238E27FC236}">
                    <a16:creationId xmlns:a16="http://schemas.microsoft.com/office/drawing/2014/main" id="{417FC73C-CD84-4062-962B-27C505D703EC}"/>
                  </a:ext>
                </a:extLst>
              </p:cNvPr>
              <p:cNvSpPr/>
              <p:nvPr/>
            </p:nvSpPr>
            <p:spPr>
              <a:xfrm>
                <a:off x="2664929" y="4474832"/>
                <a:ext cx="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h="30479">
                    <a:moveTo>
                      <a:pt x="0" y="0"/>
                    </a:moveTo>
                    <a:lnTo>
                      <a:pt x="0" y="29984"/>
                    </a:lnTo>
                  </a:path>
                </a:pathLst>
              </a:custGeom>
              <a:ln w="61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3" name="object 123">
                <a:extLst>
                  <a:ext uri="{FF2B5EF4-FFF2-40B4-BE49-F238E27FC236}">
                    <a16:creationId xmlns:a16="http://schemas.microsoft.com/office/drawing/2014/main" id="{33936C62-C982-40A8-95FD-54FB32E39B32}"/>
                  </a:ext>
                </a:extLst>
              </p:cNvPr>
              <p:cNvSpPr/>
              <p:nvPr/>
            </p:nvSpPr>
            <p:spPr>
              <a:xfrm>
                <a:off x="3180994" y="4474832"/>
                <a:ext cx="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h="30479">
                    <a:moveTo>
                      <a:pt x="0" y="2998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4" name="object 124">
                <a:extLst>
                  <a:ext uri="{FF2B5EF4-FFF2-40B4-BE49-F238E27FC236}">
                    <a16:creationId xmlns:a16="http://schemas.microsoft.com/office/drawing/2014/main" id="{C976A186-D4C9-481B-BB9F-5CD23465AA5E}"/>
                  </a:ext>
                </a:extLst>
              </p:cNvPr>
              <p:cNvSpPr/>
              <p:nvPr/>
            </p:nvSpPr>
            <p:spPr>
              <a:xfrm>
                <a:off x="3180994" y="4474832"/>
                <a:ext cx="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h="30479">
                    <a:moveTo>
                      <a:pt x="0" y="0"/>
                    </a:moveTo>
                    <a:lnTo>
                      <a:pt x="0" y="29984"/>
                    </a:lnTo>
                  </a:path>
                </a:pathLst>
              </a:custGeom>
              <a:ln w="61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5" name="object 125">
                <a:extLst>
                  <a:ext uri="{FF2B5EF4-FFF2-40B4-BE49-F238E27FC236}">
                    <a16:creationId xmlns:a16="http://schemas.microsoft.com/office/drawing/2014/main" id="{E43900DE-5F66-4805-880E-47E4AF064AE8}"/>
                  </a:ext>
                </a:extLst>
              </p:cNvPr>
              <p:cNvSpPr/>
              <p:nvPr/>
            </p:nvSpPr>
            <p:spPr>
              <a:xfrm>
                <a:off x="3696398" y="4474832"/>
                <a:ext cx="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h="30479">
                    <a:moveTo>
                      <a:pt x="0" y="2998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6" name="object 126">
                <a:extLst>
                  <a:ext uri="{FF2B5EF4-FFF2-40B4-BE49-F238E27FC236}">
                    <a16:creationId xmlns:a16="http://schemas.microsoft.com/office/drawing/2014/main" id="{7742A8D1-FBC2-4B51-9E7A-AEA0D05253B6}"/>
                  </a:ext>
                </a:extLst>
              </p:cNvPr>
              <p:cNvSpPr/>
              <p:nvPr/>
            </p:nvSpPr>
            <p:spPr>
              <a:xfrm>
                <a:off x="3696398" y="4474832"/>
                <a:ext cx="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h="30479">
                    <a:moveTo>
                      <a:pt x="0" y="0"/>
                    </a:moveTo>
                    <a:lnTo>
                      <a:pt x="0" y="29984"/>
                    </a:lnTo>
                  </a:path>
                </a:pathLst>
              </a:custGeom>
              <a:ln w="61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7" name="object 127">
                <a:extLst>
                  <a:ext uri="{FF2B5EF4-FFF2-40B4-BE49-F238E27FC236}">
                    <a16:creationId xmlns:a16="http://schemas.microsoft.com/office/drawing/2014/main" id="{998AC3BB-93A7-44A7-BA77-23C31378BAA3}"/>
                  </a:ext>
                </a:extLst>
              </p:cNvPr>
              <p:cNvSpPr/>
              <p:nvPr/>
            </p:nvSpPr>
            <p:spPr>
              <a:xfrm>
                <a:off x="4212450" y="4474832"/>
                <a:ext cx="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h="30479">
                    <a:moveTo>
                      <a:pt x="0" y="2998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8" name="object 128">
                <a:extLst>
                  <a:ext uri="{FF2B5EF4-FFF2-40B4-BE49-F238E27FC236}">
                    <a16:creationId xmlns:a16="http://schemas.microsoft.com/office/drawing/2014/main" id="{42356A57-CB73-4FF8-A94E-1B0561873C44}"/>
                  </a:ext>
                </a:extLst>
              </p:cNvPr>
              <p:cNvSpPr/>
              <p:nvPr/>
            </p:nvSpPr>
            <p:spPr>
              <a:xfrm>
                <a:off x="4212450" y="4474832"/>
                <a:ext cx="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h="30479">
                    <a:moveTo>
                      <a:pt x="0" y="0"/>
                    </a:moveTo>
                    <a:lnTo>
                      <a:pt x="0" y="29984"/>
                    </a:lnTo>
                  </a:path>
                </a:pathLst>
              </a:custGeom>
              <a:ln w="61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19" name="object 129">
                <a:extLst>
                  <a:ext uri="{FF2B5EF4-FFF2-40B4-BE49-F238E27FC236}">
                    <a16:creationId xmlns:a16="http://schemas.microsoft.com/office/drawing/2014/main" id="{FD52477C-B4DC-482F-AB67-397D003B7AC8}"/>
                  </a:ext>
                </a:extLst>
              </p:cNvPr>
              <p:cNvSpPr/>
              <p:nvPr/>
            </p:nvSpPr>
            <p:spPr>
              <a:xfrm>
                <a:off x="4727867" y="4474832"/>
                <a:ext cx="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h="30479">
                    <a:moveTo>
                      <a:pt x="0" y="2998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0" name="object 130">
                <a:extLst>
                  <a:ext uri="{FF2B5EF4-FFF2-40B4-BE49-F238E27FC236}">
                    <a16:creationId xmlns:a16="http://schemas.microsoft.com/office/drawing/2014/main" id="{EE1E8FE3-EECB-44EF-B267-8EA01C75C247}"/>
                  </a:ext>
                </a:extLst>
              </p:cNvPr>
              <p:cNvSpPr/>
              <p:nvPr/>
            </p:nvSpPr>
            <p:spPr>
              <a:xfrm>
                <a:off x="4727867" y="4474832"/>
                <a:ext cx="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h="30479">
                    <a:moveTo>
                      <a:pt x="0" y="0"/>
                    </a:moveTo>
                    <a:lnTo>
                      <a:pt x="0" y="29984"/>
                    </a:lnTo>
                  </a:path>
                </a:pathLst>
              </a:custGeom>
              <a:ln w="61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1" name="object 131">
                <a:extLst>
                  <a:ext uri="{FF2B5EF4-FFF2-40B4-BE49-F238E27FC236}">
                    <a16:creationId xmlns:a16="http://schemas.microsoft.com/office/drawing/2014/main" id="{C7F15FB3-7687-490B-B5D1-450C69E88823}"/>
                  </a:ext>
                </a:extLst>
              </p:cNvPr>
              <p:cNvSpPr/>
              <p:nvPr/>
            </p:nvSpPr>
            <p:spPr>
              <a:xfrm>
                <a:off x="5243918" y="4474832"/>
                <a:ext cx="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h="30479">
                    <a:moveTo>
                      <a:pt x="0" y="29984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2" name="object 132">
                <a:extLst>
                  <a:ext uri="{FF2B5EF4-FFF2-40B4-BE49-F238E27FC236}">
                    <a16:creationId xmlns:a16="http://schemas.microsoft.com/office/drawing/2014/main" id="{8B10B0ED-2052-42CF-8772-AA77670F50FE}"/>
                  </a:ext>
                </a:extLst>
              </p:cNvPr>
              <p:cNvSpPr/>
              <p:nvPr/>
            </p:nvSpPr>
            <p:spPr>
              <a:xfrm>
                <a:off x="5243918" y="4474832"/>
                <a:ext cx="0" cy="30480"/>
              </a:xfrm>
              <a:custGeom>
                <a:avLst/>
                <a:gdLst/>
                <a:ahLst/>
                <a:cxnLst/>
                <a:rect l="l" t="t" r="r" b="b"/>
                <a:pathLst>
                  <a:path h="30479">
                    <a:moveTo>
                      <a:pt x="0" y="0"/>
                    </a:moveTo>
                    <a:lnTo>
                      <a:pt x="0" y="29984"/>
                    </a:lnTo>
                  </a:path>
                </a:pathLst>
              </a:custGeom>
              <a:ln w="61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3" name="object 133">
                <a:extLst>
                  <a:ext uri="{FF2B5EF4-FFF2-40B4-BE49-F238E27FC236}">
                    <a16:creationId xmlns:a16="http://schemas.microsoft.com/office/drawing/2014/main" id="{5E2CDF9A-0C44-41BE-AF93-A53A8D0DF8C4}"/>
                  </a:ext>
                </a:extLst>
              </p:cNvPr>
              <p:cNvSpPr/>
              <p:nvPr/>
            </p:nvSpPr>
            <p:spPr>
              <a:xfrm>
                <a:off x="2118982" y="4474832"/>
                <a:ext cx="30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0480">
                    <a:moveTo>
                      <a:pt x="29895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4" name="object 134">
                <a:extLst>
                  <a:ext uri="{FF2B5EF4-FFF2-40B4-BE49-F238E27FC236}">
                    <a16:creationId xmlns:a16="http://schemas.microsoft.com/office/drawing/2014/main" id="{93AA0A2C-9EF2-4887-81FD-F89B2918D01E}"/>
                  </a:ext>
                </a:extLst>
              </p:cNvPr>
              <p:cNvSpPr/>
              <p:nvPr/>
            </p:nvSpPr>
            <p:spPr>
              <a:xfrm>
                <a:off x="2118982" y="4474832"/>
                <a:ext cx="30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0480">
                    <a:moveTo>
                      <a:pt x="29895" y="0"/>
                    </a:moveTo>
                    <a:lnTo>
                      <a:pt x="0" y="0"/>
                    </a:lnTo>
                  </a:path>
                </a:pathLst>
              </a:custGeom>
              <a:ln w="61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5" name="object 136">
                <a:extLst>
                  <a:ext uri="{FF2B5EF4-FFF2-40B4-BE49-F238E27FC236}">
                    <a16:creationId xmlns:a16="http://schemas.microsoft.com/office/drawing/2014/main" id="{45389351-AADB-40A6-9EAA-73D30E3E7EDC}"/>
                  </a:ext>
                </a:extLst>
              </p:cNvPr>
              <p:cNvSpPr/>
              <p:nvPr/>
            </p:nvSpPr>
            <p:spPr>
              <a:xfrm>
                <a:off x="2118982" y="4124223"/>
                <a:ext cx="30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0480">
                    <a:moveTo>
                      <a:pt x="29895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6" name="object 137">
                <a:extLst>
                  <a:ext uri="{FF2B5EF4-FFF2-40B4-BE49-F238E27FC236}">
                    <a16:creationId xmlns:a16="http://schemas.microsoft.com/office/drawing/2014/main" id="{01E43769-6F52-43FF-8B79-4E79A3172D2A}"/>
                  </a:ext>
                </a:extLst>
              </p:cNvPr>
              <p:cNvSpPr/>
              <p:nvPr/>
            </p:nvSpPr>
            <p:spPr>
              <a:xfrm>
                <a:off x="2118982" y="4124223"/>
                <a:ext cx="30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0480">
                    <a:moveTo>
                      <a:pt x="29895" y="0"/>
                    </a:moveTo>
                    <a:lnTo>
                      <a:pt x="0" y="0"/>
                    </a:lnTo>
                  </a:path>
                </a:pathLst>
              </a:custGeom>
              <a:ln w="61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7" name="object 140">
                <a:extLst>
                  <a:ext uri="{FF2B5EF4-FFF2-40B4-BE49-F238E27FC236}">
                    <a16:creationId xmlns:a16="http://schemas.microsoft.com/office/drawing/2014/main" id="{3F6ECF1C-9E23-4A11-8005-882E8AB1C6E6}"/>
                  </a:ext>
                </a:extLst>
              </p:cNvPr>
              <p:cNvSpPr/>
              <p:nvPr/>
            </p:nvSpPr>
            <p:spPr>
              <a:xfrm>
                <a:off x="2118982" y="3773601"/>
                <a:ext cx="30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0480">
                    <a:moveTo>
                      <a:pt x="29895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8" name="object 141">
                <a:extLst>
                  <a:ext uri="{FF2B5EF4-FFF2-40B4-BE49-F238E27FC236}">
                    <a16:creationId xmlns:a16="http://schemas.microsoft.com/office/drawing/2014/main" id="{AEE3AF2D-C6C8-47AC-B928-E5B2FED67361}"/>
                  </a:ext>
                </a:extLst>
              </p:cNvPr>
              <p:cNvSpPr/>
              <p:nvPr/>
            </p:nvSpPr>
            <p:spPr>
              <a:xfrm>
                <a:off x="2118982" y="3773601"/>
                <a:ext cx="30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0480">
                    <a:moveTo>
                      <a:pt x="29895" y="0"/>
                    </a:moveTo>
                    <a:lnTo>
                      <a:pt x="0" y="0"/>
                    </a:lnTo>
                  </a:path>
                </a:pathLst>
              </a:custGeom>
              <a:ln w="61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29" name="object 144">
                <a:extLst>
                  <a:ext uri="{FF2B5EF4-FFF2-40B4-BE49-F238E27FC236}">
                    <a16:creationId xmlns:a16="http://schemas.microsoft.com/office/drawing/2014/main" id="{04DABD85-484B-4245-8DD1-3F17672F3E8A}"/>
                  </a:ext>
                </a:extLst>
              </p:cNvPr>
              <p:cNvSpPr/>
              <p:nvPr/>
            </p:nvSpPr>
            <p:spPr>
              <a:xfrm>
                <a:off x="2118982" y="3423627"/>
                <a:ext cx="30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0480">
                    <a:moveTo>
                      <a:pt x="29895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0" name="object 145">
                <a:extLst>
                  <a:ext uri="{FF2B5EF4-FFF2-40B4-BE49-F238E27FC236}">
                    <a16:creationId xmlns:a16="http://schemas.microsoft.com/office/drawing/2014/main" id="{DD73F2D3-F665-47CC-A65A-2C38D0286B6D}"/>
                  </a:ext>
                </a:extLst>
              </p:cNvPr>
              <p:cNvSpPr/>
              <p:nvPr/>
            </p:nvSpPr>
            <p:spPr>
              <a:xfrm>
                <a:off x="2118982" y="3423627"/>
                <a:ext cx="30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0480">
                    <a:moveTo>
                      <a:pt x="29895" y="0"/>
                    </a:moveTo>
                    <a:lnTo>
                      <a:pt x="0" y="0"/>
                    </a:lnTo>
                  </a:path>
                </a:pathLst>
              </a:custGeom>
              <a:ln w="61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1" name="object 148">
                <a:extLst>
                  <a:ext uri="{FF2B5EF4-FFF2-40B4-BE49-F238E27FC236}">
                    <a16:creationId xmlns:a16="http://schemas.microsoft.com/office/drawing/2014/main" id="{52C2F86E-A7A7-429F-9BD2-F3F46D64F109}"/>
                  </a:ext>
                </a:extLst>
              </p:cNvPr>
              <p:cNvSpPr/>
              <p:nvPr/>
            </p:nvSpPr>
            <p:spPr>
              <a:xfrm>
                <a:off x="2118982" y="3073006"/>
                <a:ext cx="30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0480">
                    <a:moveTo>
                      <a:pt x="29895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2" name="object 149">
                <a:extLst>
                  <a:ext uri="{FF2B5EF4-FFF2-40B4-BE49-F238E27FC236}">
                    <a16:creationId xmlns:a16="http://schemas.microsoft.com/office/drawing/2014/main" id="{4F77F13B-2BA3-481C-B6BD-3796483B9E96}"/>
                  </a:ext>
                </a:extLst>
              </p:cNvPr>
              <p:cNvSpPr/>
              <p:nvPr/>
            </p:nvSpPr>
            <p:spPr>
              <a:xfrm>
                <a:off x="2118982" y="3073006"/>
                <a:ext cx="30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0480">
                    <a:moveTo>
                      <a:pt x="29895" y="0"/>
                    </a:moveTo>
                    <a:lnTo>
                      <a:pt x="0" y="0"/>
                    </a:lnTo>
                  </a:path>
                </a:pathLst>
              </a:custGeom>
              <a:ln w="61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3" name="object 152">
                <a:extLst>
                  <a:ext uri="{FF2B5EF4-FFF2-40B4-BE49-F238E27FC236}">
                    <a16:creationId xmlns:a16="http://schemas.microsoft.com/office/drawing/2014/main" id="{FABDC48D-5F58-4B73-B8B1-29E88DEFC5B4}"/>
                  </a:ext>
                </a:extLst>
              </p:cNvPr>
              <p:cNvSpPr/>
              <p:nvPr/>
            </p:nvSpPr>
            <p:spPr>
              <a:xfrm>
                <a:off x="2118982" y="2723032"/>
                <a:ext cx="30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0480">
                    <a:moveTo>
                      <a:pt x="29895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4" name="object 153">
                <a:extLst>
                  <a:ext uri="{FF2B5EF4-FFF2-40B4-BE49-F238E27FC236}">
                    <a16:creationId xmlns:a16="http://schemas.microsoft.com/office/drawing/2014/main" id="{EBE2B4A0-C7B7-4D64-B9F4-C6EC63C7BACE}"/>
                  </a:ext>
                </a:extLst>
              </p:cNvPr>
              <p:cNvSpPr/>
              <p:nvPr/>
            </p:nvSpPr>
            <p:spPr>
              <a:xfrm>
                <a:off x="2118982" y="2723032"/>
                <a:ext cx="30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0480">
                    <a:moveTo>
                      <a:pt x="29895" y="0"/>
                    </a:moveTo>
                    <a:lnTo>
                      <a:pt x="0" y="0"/>
                    </a:lnTo>
                  </a:path>
                </a:pathLst>
              </a:custGeom>
              <a:ln w="61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5" name="object 157">
                <a:extLst>
                  <a:ext uri="{FF2B5EF4-FFF2-40B4-BE49-F238E27FC236}">
                    <a16:creationId xmlns:a16="http://schemas.microsoft.com/office/drawing/2014/main" id="{BF1830F7-6433-4328-ABF8-A8BFBFE7AD9A}"/>
                  </a:ext>
                </a:extLst>
              </p:cNvPr>
              <p:cNvSpPr/>
              <p:nvPr/>
            </p:nvSpPr>
            <p:spPr>
              <a:xfrm>
                <a:off x="2118982" y="2372410"/>
                <a:ext cx="30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0480">
                    <a:moveTo>
                      <a:pt x="29895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6" name="object 158">
                <a:extLst>
                  <a:ext uri="{FF2B5EF4-FFF2-40B4-BE49-F238E27FC236}">
                    <a16:creationId xmlns:a16="http://schemas.microsoft.com/office/drawing/2014/main" id="{485152FE-E346-4075-9452-73CED049CC0A}"/>
                  </a:ext>
                </a:extLst>
              </p:cNvPr>
              <p:cNvSpPr/>
              <p:nvPr/>
            </p:nvSpPr>
            <p:spPr>
              <a:xfrm>
                <a:off x="2118982" y="2372410"/>
                <a:ext cx="30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0480">
                    <a:moveTo>
                      <a:pt x="29895" y="0"/>
                    </a:moveTo>
                    <a:lnTo>
                      <a:pt x="0" y="0"/>
                    </a:lnTo>
                  </a:path>
                </a:pathLst>
              </a:custGeom>
              <a:ln w="61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7" name="object 162">
                <a:extLst>
                  <a:ext uri="{FF2B5EF4-FFF2-40B4-BE49-F238E27FC236}">
                    <a16:creationId xmlns:a16="http://schemas.microsoft.com/office/drawing/2014/main" id="{D9652614-6AB7-4920-8D93-CE8B4F81A19A}"/>
                  </a:ext>
                </a:extLst>
              </p:cNvPr>
              <p:cNvSpPr/>
              <p:nvPr/>
            </p:nvSpPr>
            <p:spPr>
              <a:xfrm>
                <a:off x="2151468" y="2242731"/>
                <a:ext cx="3095625" cy="2232660"/>
              </a:xfrm>
              <a:custGeom>
                <a:avLst/>
                <a:gdLst/>
                <a:ahLst/>
                <a:cxnLst/>
                <a:rect l="l" t="t" r="r" b="b"/>
                <a:pathLst>
                  <a:path w="3095625" h="2232660">
                    <a:moveTo>
                      <a:pt x="0" y="2232101"/>
                    </a:moveTo>
                    <a:lnTo>
                      <a:pt x="7797" y="2232101"/>
                    </a:lnTo>
                    <a:lnTo>
                      <a:pt x="10401" y="2229497"/>
                    </a:lnTo>
                    <a:lnTo>
                      <a:pt x="13004" y="1946656"/>
                    </a:lnTo>
                    <a:lnTo>
                      <a:pt x="18199" y="840054"/>
                    </a:lnTo>
                    <a:lnTo>
                      <a:pt x="20802" y="192900"/>
                    </a:lnTo>
                    <a:lnTo>
                      <a:pt x="23406" y="0"/>
                    </a:lnTo>
                    <a:lnTo>
                      <a:pt x="78003" y="0"/>
                    </a:lnTo>
                    <a:lnTo>
                      <a:pt x="80594" y="8470"/>
                    </a:lnTo>
                    <a:lnTo>
                      <a:pt x="85153" y="8470"/>
                    </a:lnTo>
                    <a:lnTo>
                      <a:pt x="87744" y="65811"/>
                    </a:lnTo>
                    <a:lnTo>
                      <a:pt x="90347" y="84721"/>
                    </a:lnTo>
                    <a:lnTo>
                      <a:pt x="387375" y="84721"/>
                    </a:lnTo>
                    <a:lnTo>
                      <a:pt x="389966" y="95148"/>
                    </a:lnTo>
                    <a:lnTo>
                      <a:pt x="402970" y="95148"/>
                    </a:lnTo>
                    <a:lnTo>
                      <a:pt x="404926" y="106222"/>
                    </a:lnTo>
                    <a:lnTo>
                      <a:pt x="590803" y="106222"/>
                    </a:lnTo>
                    <a:lnTo>
                      <a:pt x="593407" y="128384"/>
                    </a:lnTo>
                    <a:lnTo>
                      <a:pt x="598601" y="128384"/>
                    </a:lnTo>
                    <a:lnTo>
                      <a:pt x="603808" y="574802"/>
                    </a:lnTo>
                    <a:lnTo>
                      <a:pt x="629805" y="574802"/>
                    </a:lnTo>
                    <a:lnTo>
                      <a:pt x="632396" y="362343"/>
                    </a:lnTo>
                    <a:lnTo>
                      <a:pt x="655154" y="362343"/>
                    </a:lnTo>
                    <a:lnTo>
                      <a:pt x="657745" y="549389"/>
                    </a:lnTo>
                    <a:lnTo>
                      <a:pt x="660349" y="577405"/>
                    </a:lnTo>
                    <a:lnTo>
                      <a:pt x="670750" y="577405"/>
                    </a:lnTo>
                    <a:lnTo>
                      <a:pt x="673353" y="547433"/>
                    </a:lnTo>
                    <a:lnTo>
                      <a:pt x="753287" y="547433"/>
                    </a:lnTo>
                    <a:lnTo>
                      <a:pt x="755891" y="770318"/>
                    </a:lnTo>
                    <a:lnTo>
                      <a:pt x="758494" y="770318"/>
                    </a:lnTo>
                    <a:lnTo>
                      <a:pt x="761085" y="527875"/>
                    </a:lnTo>
                    <a:lnTo>
                      <a:pt x="763689" y="731862"/>
                    </a:lnTo>
                    <a:lnTo>
                      <a:pt x="768896" y="731862"/>
                    </a:lnTo>
                    <a:lnTo>
                      <a:pt x="771486" y="954747"/>
                    </a:lnTo>
                    <a:lnTo>
                      <a:pt x="774090" y="954747"/>
                    </a:lnTo>
                    <a:lnTo>
                      <a:pt x="776693" y="935850"/>
                    </a:lnTo>
                    <a:lnTo>
                      <a:pt x="779284" y="935850"/>
                    </a:lnTo>
                    <a:lnTo>
                      <a:pt x="781888" y="1158735"/>
                    </a:lnTo>
                    <a:lnTo>
                      <a:pt x="949578" y="1158735"/>
                    </a:lnTo>
                    <a:lnTo>
                      <a:pt x="952182" y="1188720"/>
                    </a:lnTo>
                    <a:lnTo>
                      <a:pt x="954773" y="1158735"/>
                    </a:lnTo>
                    <a:lnTo>
                      <a:pt x="977519" y="1158735"/>
                    </a:lnTo>
                    <a:lnTo>
                      <a:pt x="980122" y="1188720"/>
                    </a:lnTo>
                    <a:lnTo>
                      <a:pt x="987920" y="1188720"/>
                    </a:lnTo>
                    <a:lnTo>
                      <a:pt x="990523" y="1158735"/>
                    </a:lnTo>
                    <a:lnTo>
                      <a:pt x="1039914" y="1158735"/>
                    </a:lnTo>
                    <a:lnTo>
                      <a:pt x="1042517" y="1188720"/>
                    </a:lnTo>
                    <a:lnTo>
                      <a:pt x="1049667" y="1188720"/>
                    </a:lnTo>
                    <a:lnTo>
                      <a:pt x="1052271" y="1219352"/>
                    </a:lnTo>
                    <a:lnTo>
                      <a:pt x="1096467" y="1219352"/>
                    </a:lnTo>
                    <a:lnTo>
                      <a:pt x="1099058" y="1249324"/>
                    </a:lnTo>
                    <a:lnTo>
                      <a:pt x="1214755" y="1249324"/>
                    </a:lnTo>
                    <a:lnTo>
                      <a:pt x="1217358" y="1279309"/>
                    </a:lnTo>
                    <a:lnTo>
                      <a:pt x="1253756" y="1279309"/>
                    </a:lnTo>
                    <a:lnTo>
                      <a:pt x="1256347" y="1249324"/>
                    </a:lnTo>
                    <a:lnTo>
                      <a:pt x="1325892" y="1249324"/>
                    </a:lnTo>
                    <a:lnTo>
                      <a:pt x="1328496" y="1279309"/>
                    </a:lnTo>
                    <a:lnTo>
                      <a:pt x="1645666" y="1279309"/>
                    </a:lnTo>
                    <a:lnTo>
                      <a:pt x="1648269" y="1249324"/>
                    </a:lnTo>
                    <a:lnTo>
                      <a:pt x="1656067" y="1249324"/>
                    </a:lnTo>
                    <a:lnTo>
                      <a:pt x="1658670" y="1219352"/>
                    </a:lnTo>
                    <a:lnTo>
                      <a:pt x="1669072" y="1219352"/>
                    </a:lnTo>
                    <a:lnTo>
                      <a:pt x="1671662" y="1188720"/>
                    </a:lnTo>
                    <a:lnTo>
                      <a:pt x="1710016" y="1188720"/>
                    </a:lnTo>
                    <a:lnTo>
                      <a:pt x="1712607" y="1219352"/>
                    </a:lnTo>
                    <a:lnTo>
                      <a:pt x="1736013" y="1219352"/>
                    </a:lnTo>
                    <a:lnTo>
                      <a:pt x="1738617" y="1188720"/>
                    </a:lnTo>
                    <a:lnTo>
                      <a:pt x="1762010" y="1188720"/>
                    </a:lnTo>
                    <a:lnTo>
                      <a:pt x="1764614" y="1219352"/>
                    </a:lnTo>
                    <a:lnTo>
                      <a:pt x="1802955" y="1219352"/>
                    </a:lnTo>
                    <a:lnTo>
                      <a:pt x="1805558" y="1249324"/>
                    </a:lnTo>
                    <a:lnTo>
                      <a:pt x="1808149" y="1249324"/>
                    </a:lnTo>
                    <a:lnTo>
                      <a:pt x="1810753" y="1279309"/>
                    </a:lnTo>
                    <a:lnTo>
                      <a:pt x="1885492" y="1279309"/>
                    </a:lnTo>
                    <a:lnTo>
                      <a:pt x="1888096" y="1249324"/>
                    </a:lnTo>
                    <a:lnTo>
                      <a:pt x="1957641" y="1249324"/>
                    </a:lnTo>
                    <a:lnTo>
                      <a:pt x="1960245" y="1279309"/>
                    </a:lnTo>
                    <a:lnTo>
                      <a:pt x="1994039" y="1279309"/>
                    </a:lnTo>
                    <a:lnTo>
                      <a:pt x="1996643" y="1249324"/>
                    </a:lnTo>
                    <a:lnTo>
                      <a:pt x="2027186" y="1249324"/>
                    </a:lnTo>
                    <a:lnTo>
                      <a:pt x="2029790" y="1279309"/>
                    </a:lnTo>
                    <a:lnTo>
                      <a:pt x="2050580" y="1279309"/>
                    </a:lnTo>
                    <a:lnTo>
                      <a:pt x="2053183" y="1249324"/>
                    </a:lnTo>
                    <a:lnTo>
                      <a:pt x="2354757" y="1249324"/>
                    </a:lnTo>
                    <a:lnTo>
                      <a:pt x="2357361" y="1219352"/>
                    </a:lnTo>
                    <a:lnTo>
                      <a:pt x="2401557" y="1219352"/>
                    </a:lnTo>
                    <a:lnTo>
                      <a:pt x="2404160" y="1188720"/>
                    </a:lnTo>
                    <a:lnTo>
                      <a:pt x="2439898" y="1188720"/>
                    </a:lnTo>
                    <a:lnTo>
                      <a:pt x="2442502" y="1158735"/>
                    </a:lnTo>
                    <a:lnTo>
                      <a:pt x="2504249" y="1158735"/>
                    </a:lnTo>
                    <a:lnTo>
                      <a:pt x="2506853" y="1188720"/>
                    </a:lnTo>
                    <a:lnTo>
                      <a:pt x="2545842" y="1188720"/>
                    </a:lnTo>
                    <a:lnTo>
                      <a:pt x="2548445" y="1219352"/>
                    </a:lnTo>
                    <a:lnTo>
                      <a:pt x="2628392" y="1219352"/>
                    </a:lnTo>
                    <a:lnTo>
                      <a:pt x="2633586" y="1158735"/>
                    </a:lnTo>
                    <a:lnTo>
                      <a:pt x="2705735" y="1158735"/>
                    </a:lnTo>
                    <a:lnTo>
                      <a:pt x="2710929" y="1648167"/>
                    </a:lnTo>
                    <a:lnTo>
                      <a:pt x="2736278" y="1648167"/>
                    </a:lnTo>
                    <a:lnTo>
                      <a:pt x="2738882" y="1862582"/>
                    </a:lnTo>
                    <a:lnTo>
                      <a:pt x="2759671" y="1862582"/>
                    </a:lnTo>
                    <a:lnTo>
                      <a:pt x="2762275" y="2047671"/>
                    </a:lnTo>
                    <a:lnTo>
                      <a:pt x="2955963" y="2047671"/>
                    </a:lnTo>
                    <a:lnTo>
                      <a:pt x="2958566" y="2232101"/>
                    </a:lnTo>
                    <a:lnTo>
                      <a:pt x="3095053" y="2232101"/>
                    </a:lnTo>
                  </a:path>
                </a:pathLst>
              </a:custGeom>
              <a:ln w="26034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8" name="object 163">
                <a:extLst>
                  <a:ext uri="{FF2B5EF4-FFF2-40B4-BE49-F238E27FC236}">
                    <a16:creationId xmlns:a16="http://schemas.microsoft.com/office/drawing/2014/main" id="{D8251E0F-F99F-40A3-AC3C-77EAD5F8E61D}"/>
                  </a:ext>
                </a:extLst>
              </p:cNvPr>
              <p:cNvSpPr/>
              <p:nvPr/>
            </p:nvSpPr>
            <p:spPr>
              <a:xfrm>
                <a:off x="2151468" y="2232291"/>
                <a:ext cx="2780665" cy="2242820"/>
              </a:xfrm>
              <a:custGeom>
                <a:avLst/>
                <a:gdLst/>
                <a:ahLst/>
                <a:cxnLst/>
                <a:rect l="l" t="t" r="r" b="b"/>
                <a:pathLst>
                  <a:path w="2780665" h="2242820">
                    <a:moveTo>
                      <a:pt x="0" y="2242540"/>
                    </a:moveTo>
                    <a:lnTo>
                      <a:pt x="10401" y="2242540"/>
                    </a:lnTo>
                    <a:lnTo>
                      <a:pt x="13004" y="2239937"/>
                    </a:lnTo>
                    <a:lnTo>
                      <a:pt x="15608" y="2226259"/>
                    </a:lnTo>
                    <a:lnTo>
                      <a:pt x="18199" y="591756"/>
                    </a:lnTo>
                    <a:lnTo>
                      <a:pt x="23406" y="131648"/>
                    </a:lnTo>
                    <a:lnTo>
                      <a:pt x="85153" y="131648"/>
                    </a:lnTo>
                    <a:lnTo>
                      <a:pt x="87744" y="0"/>
                    </a:lnTo>
                    <a:lnTo>
                      <a:pt x="108546" y="0"/>
                    </a:lnTo>
                    <a:lnTo>
                      <a:pt x="111150" y="7175"/>
                    </a:lnTo>
                    <a:lnTo>
                      <a:pt x="113741" y="249605"/>
                    </a:lnTo>
                    <a:lnTo>
                      <a:pt x="116344" y="26720"/>
                    </a:lnTo>
                    <a:lnTo>
                      <a:pt x="188493" y="26720"/>
                    </a:lnTo>
                    <a:lnTo>
                      <a:pt x="191084" y="45631"/>
                    </a:lnTo>
                    <a:lnTo>
                      <a:pt x="193687" y="45631"/>
                    </a:lnTo>
                    <a:lnTo>
                      <a:pt x="196291" y="28676"/>
                    </a:lnTo>
                    <a:lnTo>
                      <a:pt x="201485" y="28676"/>
                    </a:lnTo>
                    <a:lnTo>
                      <a:pt x="204088" y="45631"/>
                    </a:lnTo>
                    <a:lnTo>
                      <a:pt x="206692" y="70396"/>
                    </a:lnTo>
                    <a:lnTo>
                      <a:pt x="273634" y="70396"/>
                    </a:lnTo>
                    <a:lnTo>
                      <a:pt x="276237" y="53441"/>
                    </a:lnTo>
                    <a:lnTo>
                      <a:pt x="281431" y="53441"/>
                    </a:lnTo>
                    <a:lnTo>
                      <a:pt x="284035" y="70396"/>
                    </a:lnTo>
                    <a:lnTo>
                      <a:pt x="322376" y="70396"/>
                    </a:lnTo>
                    <a:lnTo>
                      <a:pt x="324980" y="78206"/>
                    </a:lnTo>
                    <a:lnTo>
                      <a:pt x="379577" y="78206"/>
                    </a:lnTo>
                    <a:lnTo>
                      <a:pt x="382168" y="105587"/>
                    </a:lnTo>
                    <a:lnTo>
                      <a:pt x="389966" y="105587"/>
                    </a:lnTo>
                    <a:lnTo>
                      <a:pt x="392569" y="61264"/>
                    </a:lnTo>
                    <a:lnTo>
                      <a:pt x="397776" y="61264"/>
                    </a:lnTo>
                    <a:lnTo>
                      <a:pt x="400367" y="78206"/>
                    </a:lnTo>
                    <a:lnTo>
                      <a:pt x="407517" y="78206"/>
                    </a:lnTo>
                    <a:lnTo>
                      <a:pt x="410121" y="105587"/>
                    </a:lnTo>
                    <a:lnTo>
                      <a:pt x="580402" y="105587"/>
                    </a:lnTo>
                    <a:lnTo>
                      <a:pt x="583006" y="89293"/>
                    </a:lnTo>
                    <a:lnTo>
                      <a:pt x="590803" y="89293"/>
                    </a:lnTo>
                    <a:lnTo>
                      <a:pt x="593407" y="105587"/>
                    </a:lnTo>
                    <a:lnTo>
                      <a:pt x="598601" y="105587"/>
                    </a:lnTo>
                    <a:lnTo>
                      <a:pt x="601205" y="78206"/>
                    </a:lnTo>
                    <a:lnTo>
                      <a:pt x="606399" y="78206"/>
                    </a:lnTo>
                    <a:lnTo>
                      <a:pt x="609003" y="86677"/>
                    </a:lnTo>
                    <a:lnTo>
                      <a:pt x="611606" y="309575"/>
                    </a:lnTo>
                    <a:lnTo>
                      <a:pt x="619404" y="309575"/>
                    </a:lnTo>
                    <a:lnTo>
                      <a:pt x="622007" y="249605"/>
                    </a:lnTo>
                    <a:lnTo>
                      <a:pt x="662952" y="249605"/>
                    </a:lnTo>
                    <a:lnTo>
                      <a:pt x="665543" y="7175"/>
                    </a:lnTo>
                    <a:lnTo>
                      <a:pt x="668146" y="230708"/>
                    </a:lnTo>
                    <a:lnTo>
                      <a:pt x="673353" y="230708"/>
                    </a:lnTo>
                    <a:lnTo>
                      <a:pt x="675944" y="18249"/>
                    </a:lnTo>
                    <a:lnTo>
                      <a:pt x="678548" y="18249"/>
                    </a:lnTo>
                    <a:lnTo>
                      <a:pt x="681151" y="241134"/>
                    </a:lnTo>
                    <a:lnTo>
                      <a:pt x="683742" y="241134"/>
                    </a:lnTo>
                    <a:lnTo>
                      <a:pt x="686346" y="211162"/>
                    </a:lnTo>
                    <a:lnTo>
                      <a:pt x="688949" y="434047"/>
                    </a:lnTo>
                    <a:lnTo>
                      <a:pt x="694143" y="434047"/>
                    </a:lnTo>
                    <a:lnTo>
                      <a:pt x="696747" y="192265"/>
                    </a:lnTo>
                    <a:lnTo>
                      <a:pt x="704545" y="192265"/>
                    </a:lnTo>
                    <a:lnTo>
                      <a:pt x="707148" y="222237"/>
                    </a:lnTo>
                    <a:lnTo>
                      <a:pt x="709752" y="10439"/>
                    </a:lnTo>
                    <a:lnTo>
                      <a:pt x="758494" y="10439"/>
                    </a:lnTo>
                    <a:lnTo>
                      <a:pt x="761085" y="20866"/>
                    </a:lnTo>
                    <a:lnTo>
                      <a:pt x="763689" y="244398"/>
                    </a:lnTo>
                    <a:lnTo>
                      <a:pt x="766292" y="34544"/>
                    </a:lnTo>
                    <a:lnTo>
                      <a:pt x="768896" y="34544"/>
                    </a:lnTo>
                    <a:lnTo>
                      <a:pt x="771486" y="31940"/>
                    </a:lnTo>
                    <a:lnTo>
                      <a:pt x="774090" y="254825"/>
                    </a:lnTo>
                    <a:lnTo>
                      <a:pt x="776693" y="235927"/>
                    </a:lnTo>
                    <a:lnTo>
                      <a:pt x="779284" y="23469"/>
                    </a:lnTo>
                    <a:lnTo>
                      <a:pt x="781888" y="247002"/>
                    </a:lnTo>
                    <a:lnTo>
                      <a:pt x="784491" y="34544"/>
                    </a:lnTo>
                    <a:lnTo>
                      <a:pt x="787095" y="34544"/>
                    </a:lnTo>
                    <a:lnTo>
                      <a:pt x="789685" y="45631"/>
                    </a:lnTo>
                    <a:lnTo>
                      <a:pt x="792289" y="45631"/>
                    </a:lnTo>
                    <a:lnTo>
                      <a:pt x="794893" y="78206"/>
                    </a:lnTo>
                    <a:lnTo>
                      <a:pt x="854036" y="78206"/>
                    </a:lnTo>
                    <a:lnTo>
                      <a:pt x="856627" y="48234"/>
                    </a:lnTo>
                    <a:lnTo>
                      <a:pt x="861834" y="48234"/>
                    </a:lnTo>
                    <a:lnTo>
                      <a:pt x="864438" y="268516"/>
                    </a:lnTo>
                    <a:lnTo>
                      <a:pt x="880033" y="268516"/>
                    </a:lnTo>
                    <a:lnTo>
                      <a:pt x="882637" y="299135"/>
                    </a:lnTo>
                    <a:lnTo>
                      <a:pt x="915784" y="299135"/>
                    </a:lnTo>
                    <a:lnTo>
                      <a:pt x="918375" y="329120"/>
                    </a:lnTo>
                    <a:lnTo>
                      <a:pt x="920978" y="329120"/>
                    </a:lnTo>
                    <a:lnTo>
                      <a:pt x="923582" y="359105"/>
                    </a:lnTo>
                    <a:lnTo>
                      <a:pt x="941781" y="359105"/>
                    </a:lnTo>
                    <a:lnTo>
                      <a:pt x="944371" y="329120"/>
                    </a:lnTo>
                    <a:lnTo>
                      <a:pt x="949578" y="329120"/>
                    </a:lnTo>
                    <a:lnTo>
                      <a:pt x="952182" y="108191"/>
                    </a:lnTo>
                    <a:lnTo>
                      <a:pt x="1026921" y="108191"/>
                    </a:lnTo>
                    <a:lnTo>
                      <a:pt x="1029525" y="138163"/>
                    </a:lnTo>
                    <a:lnTo>
                      <a:pt x="1057465" y="138163"/>
                    </a:lnTo>
                    <a:lnTo>
                      <a:pt x="1060069" y="389077"/>
                    </a:lnTo>
                    <a:lnTo>
                      <a:pt x="1106868" y="389077"/>
                    </a:lnTo>
                    <a:lnTo>
                      <a:pt x="1109459" y="168795"/>
                    </a:lnTo>
                    <a:lnTo>
                      <a:pt x="1205001" y="168795"/>
                    </a:lnTo>
                    <a:lnTo>
                      <a:pt x="1207604" y="419061"/>
                    </a:lnTo>
                    <a:lnTo>
                      <a:pt x="1403235" y="419061"/>
                    </a:lnTo>
                    <a:lnTo>
                      <a:pt x="1405839" y="14338"/>
                    </a:lnTo>
                    <a:lnTo>
                      <a:pt x="1852345" y="14338"/>
                    </a:lnTo>
                    <a:lnTo>
                      <a:pt x="1854301" y="419061"/>
                    </a:lnTo>
                    <a:lnTo>
                      <a:pt x="1949843" y="419061"/>
                    </a:lnTo>
                    <a:lnTo>
                      <a:pt x="1952447" y="854405"/>
                    </a:lnTo>
                    <a:lnTo>
                      <a:pt x="1988845" y="854405"/>
                    </a:lnTo>
                    <a:lnTo>
                      <a:pt x="1991436" y="1289748"/>
                    </a:lnTo>
                    <a:lnTo>
                      <a:pt x="2009635" y="1289748"/>
                    </a:lnTo>
                    <a:lnTo>
                      <a:pt x="2012238" y="1259763"/>
                    </a:lnTo>
                    <a:lnTo>
                      <a:pt x="2016785" y="1259763"/>
                    </a:lnTo>
                    <a:lnTo>
                      <a:pt x="2019388" y="1229791"/>
                    </a:lnTo>
                    <a:lnTo>
                      <a:pt x="2045385" y="1229791"/>
                    </a:lnTo>
                    <a:lnTo>
                      <a:pt x="2047989" y="1199159"/>
                    </a:lnTo>
                    <a:lnTo>
                      <a:pt x="2081783" y="1199159"/>
                    </a:lnTo>
                    <a:lnTo>
                      <a:pt x="2084387" y="1169174"/>
                    </a:lnTo>
                    <a:lnTo>
                      <a:pt x="2086978" y="1169174"/>
                    </a:lnTo>
                    <a:lnTo>
                      <a:pt x="2089581" y="1139202"/>
                    </a:lnTo>
                    <a:lnTo>
                      <a:pt x="2277414" y="1139202"/>
                    </a:lnTo>
                    <a:lnTo>
                      <a:pt x="2282621" y="1079246"/>
                    </a:lnTo>
                    <a:lnTo>
                      <a:pt x="2357361" y="1079246"/>
                    </a:lnTo>
                    <a:lnTo>
                      <a:pt x="2359964" y="1048613"/>
                    </a:lnTo>
                    <a:lnTo>
                      <a:pt x="2411958" y="1048613"/>
                    </a:lnTo>
                    <a:lnTo>
                      <a:pt x="2413901" y="1018628"/>
                    </a:lnTo>
                    <a:lnTo>
                      <a:pt x="2439898" y="1018628"/>
                    </a:lnTo>
                    <a:lnTo>
                      <a:pt x="2442502" y="1263675"/>
                    </a:lnTo>
                    <a:lnTo>
                      <a:pt x="2445105" y="1263675"/>
                    </a:lnTo>
                    <a:lnTo>
                      <a:pt x="2447696" y="1538046"/>
                    </a:lnTo>
                    <a:lnTo>
                      <a:pt x="2452903" y="1538046"/>
                    </a:lnTo>
                    <a:lnTo>
                      <a:pt x="2455506" y="1997506"/>
                    </a:lnTo>
                    <a:lnTo>
                      <a:pt x="2481503" y="1997506"/>
                    </a:lnTo>
                    <a:lnTo>
                      <a:pt x="2484094" y="2242540"/>
                    </a:lnTo>
                    <a:lnTo>
                      <a:pt x="2780474" y="2242540"/>
                    </a:lnTo>
                  </a:path>
                </a:pathLst>
              </a:custGeom>
              <a:ln w="2603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9" name="object 164">
                <a:extLst>
                  <a:ext uri="{FF2B5EF4-FFF2-40B4-BE49-F238E27FC236}">
                    <a16:creationId xmlns:a16="http://schemas.microsoft.com/office/drawing/2014/main" id="{1AFBE441-6FD1-48B3-8E3E-108763EA1AAA}"/>
                  </a:ext>
                </a:extLst>
              </p:cNvPr>
              <p:cNvSpPr/>
              <p:nvPr/>
            </p:nvSpPr>
            <p:spPr>
              <a:xfrm>
                <a:off x="2151468" y="2232291"/>
                <a:ext cx="30956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3095625">
                    <a:moveTo>
                      <a:pt x="0" y="0"/>
                    </a:moveTo>
                    <a:lnTo>
                      <a:pt x="3095053" y="0"/>
                    </a:lnTo>
                  </a:path>
                </a:pathLst>
              </a:custGeom>
              <a:ln w="26034">
                <a:solidFill>
                  <a:srgbClr val="F4772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40" name="object 165">
                <a:extLst>
                  <a:ext uri="{FF2B5EF4-FFF2-40B4-BE49-F238E27FC236}">
                    <a16:creationId xmlns:a16="http://schemas.microsoft.com/office/drawing/2014/main" id="{09335073-A554-4622-A494-B2B58E20B38D}"/>
                  </a:ext>
                </a:extLst>
              </p:cNvPr>
              <p:cNvSpPr/>
              <p:nvPr/>
            </p:nvSpPr>
            <p:spPr>
              <a:xfrm>
                <a:off x="2148878" y="2161908"/>
                <a:ext cx="3095625" cy="2313305"/>
              </a:xfrm>
              <a:custGeom>
                <a:avLst/>
                <a:gdLst/>
                <a:ahLst/>
                <a:cxnLst/>
                <a:rect l="l" t="t" r="r" b="b"/>
                <a:pathLst>
                  <a:path w="3095625" h="2313304">
                    <a:moveTo>
                      <a:pt x="0" y="2312923"/>
                    </a:moveTo>
                    <a:lnTo>
                      <a:pt x="0" y="0"/>
                    </a:lnTo>
                  </a:path>
                  <a:path w="3095625" h="2313304">
                    <a:moveTo>
                      <a:pt x="3095040" y="2312923"/>
                    </a:moveTo>
                    <a:lnTo>
                      <a:pt x="3095040" y="0"/>
                    </a:lnTo>
                  </a:path>
                  <a:path w="3095625" h="2313304">
                    <a:moveTo>
                      <a:pt x="0" y="2312923"/>
                    </a:moveTo>
                    <a:lnTo>
                      <a:pt x="3095040" y="2312923"/>
                    </a:lnTo>
                  </a:path>
                  <a:path w="3095625" h="2313304">
                    <a:moveTo>
                      <a:pt x="0" y="0"/>
                    </a:moveTo>
                    <a:lnTo>
                      <a:pt x="3095040" y="0"/>
                    </a:lnTo>
                  </a:path>
                </a:pathLst>
              </a:custGeom>
              <a:ln w="610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41" name="object 166">
                <a:extLst>
                  <a:ext uri="{FF2B5EF4-FFF2-40B4-BE49-F238E27FC236}">
                    <a16:creationId xmlns:a16="http://schemas.microsoft.com/office/drawing/2014/main" id="{A96F06DF-025F-461C-B937-C441D4A1AF4D}"/>
                  </a:ext>
                </a:extLst>
              </p:cNvPr>
              <p:cNvSpPr/>
              <p:nvPr/>
            </p:nvSpPr>
            <p:spPr>
              <a:xfrm>
                <a:off x="2273668" y="3863530"/>
                <a:ext cx="2781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8130">
                    <a:moveTo>
                      <a:pt x="0" y="0"/>
                    </a:moveTo>
                    <a:lnTo>
                      <a:pt x="139077" y="0"/>
                    </a:lnTo>
                    <a:lnTo>
                      <a:pt x="277520" y="0"/>
                    </a:lnTo>
                  </a:path>
                </a:pathLst>
              </a:custGeom>
              <a:ln w="26034">
                <a:solidFill>
                  <a:srgbClr val="79C143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42" name="object 167">
                <a:extLst>
                  <a:ext uri="{FF2B5EF4-FFF2-40B4-BE49-F238E27FC236}">
                    <a16:creationId xmlns:a16="http://schemas.microsoft.com/office/drawing/2014/main" id="{A9AB99B1-C5CC-4A9C-9E43-A7295BC256A0}"/>
                  </a:ext>
                </a:extLst>
              </p:cNvPr>
              <p:cNvSpPr/>
              <p:nvPr/>
            </p:nvSpPr>
            <p:spPr>
              <a:xfrm>
                <a:off x="2273668" y="4067518"/>
                <a:ext cx="2781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8130">
                    <a:moveTo>
                      <a:pt x="0" y="0"/>
                    </a:moveTo>
                    <a:lnTo>
                      <a:pt x="139077" y="0"/>
                    </a:lnTo>
                    <a:lnTo>
                      <a:pt x="277520" y="0"/>
                    </a:lnTo>
                  </a:path>
                </a:pathLst>
              </a:custGeom>
              <a:ln w="26034">
                <a:solidFill>
                  <a:srgbClr val="D20861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43" name="object 168">
                <a:extLst>
                  <a:ext uri="{FF2B5EF4-FFF2-40B4-BE49-F238E27FC236}">
                    <a16:creationId xmlns:a16="http://schemas.microsoft.com/office/drawing/2014/main" id="{A1E7FD89-9D82-44B3-B383-6ACE0E73464C}"/>
                  </a:ext>
                </a:extLst>
              </p:cNvPr>
              <p:cNvSpPr/>
              <p:nvPr/>
            </p:nvSpPr>
            <p:spPr>
              <a:xfrm>
                <a:off x="2273668" y="4272152"/>
                <a:ext cx="2781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8130">
                    <a:moveTo>
                      <a:pt x="0" y="0"/>
                    </a:moveTo>
                    <a:lnTo>
                      <a:pt x="96189" y="0"/>
                    </a:lnTo>
                  </a:path>
                  <a:path w="278130">
                    <a:moveTo>
                      <a:pt x="137782" y="0"/>
                    </a:moveTo>
                    <a:lnTo>
                      <a:pt x="139077" y="0"/>
                    </a:lnTo>
                    <a:lnTo>
                      <a:pt x="233972" y="0"/>
                    </a:lnTo>
                  </a:path>
                  <a:path w="278130">
                    <a:moveTo>
                      <a:pt x="275577" y="0"/>
                    </a:moveTo>
                    <a:lnTo>
                      <a:pt x="277520" y="0"/>
                    </a:lnTo>
                  </a:path>
                </a:pathLst>
              </a:custGeom>
              <a:ln w="26034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</p:grpSp>
        <p:grpSp>
          <p:nvGrpSpPr>
            <p:cNvPr id="44" name="object 113">
              <a:extLst>
                <a:ext uri="{FF2B5EF4-FFF2-40B4-BE49-F238E27FC236}">
                  <a16:creationId xmlns:a16="http://schemas.microsoft.com/office/drawing/2014/main" id="{7A538485-12F6-414C-9F53-2F088CD1E2B6}"/>
                </a:ext>
              </a:extLst>
            </p:cNvPr>
            <p:cNvGrpSpPr/>
            <p:nvPr/>
          </p:nvGrpSpPr>
          <p:grpSpPr>
            <a:xfrm>
              <a:off x="5837834" y="3139439"/>
              <a:ext cx="130175" cy="331470"/>
              <a:chOff x="5837834" y="3139439"/>
              <a:chExt cx="130175" cy="331470"/>
            </a:xfrm>
          </p:grpSpPr>
        </p:grpSp>
        <p:grpSp>
          <p:nvGrpSpPr>
            <p:cNvPr id="45" name="object 169">
              <a:extLst>
                <a:ext uri="{FF2B5EF4-FFF2-40B4-BE49-F238E27FC236}">
                  <a16:creationId xmlns:a16="http://schemas.microsoft.com/office/drawing/2014/main" id="{EEE0E699-5E80-4395-A72B-1614538B0FE0}"/>
                </a:ext>
              </a:extLst>
            </p:cNvPr>
            <p:cNvGrpSpPr/>
            <p:nvPr/>
          </p:nvGrpSpPr>
          <p:grpSpPr>
            <a:xfrm>
              <a:off x="1658810" y="3559835"/>
              <a:ext cx="103505" cy="515620"/>
              <a:chOff x="1658810" y="3559835"/>
              <a:chExt cx="103505" cy="515620"/>
            </a:xfrm>
          </p:grpSpPr>
        </p:grpSp>
        <p:sp>
          <p:nvSpPr>
            <p:cNvPr id="46" name="object 183">
              <a:extLst>
                <a:ext uri="{FF2B5EF4-FFF2-40B4-BE49-F238E27FC236}">
                  <a16:creationId xmlns:a16="http://schemas.microsoft.com/office/drawing/2014/main" id="{C40950A9-A73C-4F97-85BA-F7ECDD5E08E2}"/>
                </a:ext>
              </a:extLst>
            </p:cNvPr>
            <p:cNvSpPr txBox="1"/>
            <p:nvPr/>
          </p:nvSpPr>
          <p:spPr>
            <a:xfrm>
              <a:off x="2649626" y="3695961"/>
              <a:ext cx="1394460" cy="712470"/>
            </a:xfrm>
            <a:prstGeom prst="rect">
              <a:avLst/>
            </a:prstGeom>
          </p:spPr>
          <p:txBody>
            <a:bodyPr vert="horz" wrap="none" lIns="0" tIns="11430" rIns="0" bIns="0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sz="1050" dirty="0">
                  <a:latin typeface="Arial"/>
                  <a:cs typeface="Arial"/>
                </a:rPr>
                <a:t>FastSwap</a:t>
              </a:r>
            </a:p>
            <a:p>
              <a:pPr>
                <a:lnSpc>
                  <a:spcPts val="1800"/>
                </a:lnSpc>
              </a:pPr>
              <a:r>
                <a:rPr lang="en-US" sz="1050" dirty="0">
                  <a:latin typeface="Arial"/>
                  <a:cs typeface="Arial"/>
                </a:rPr>
                <a:t>FineMem-Swap</a:t>
              </a:r>
            </a:p>
            <a:p>
              <a:pPr>
                <a:lnSpc>
                  <a:spcPts val="1800"/>
                </a:lnSpc>
              </a:pPr>
              <a:r>
                <a:rPr lang="en-US" sz="1050" dirty="0">
                  <a:latin typeface="Arial"/>
                  <a:cs typeface="Arial"/>
                </a:rPr>
                <a:t>Total Remote Memory</a:t>
              </a:r>
            </a:p>
          </p:txBody>
        </p:sp>
        <p:grpSp>
          <p:nvGrpSpPr>
            <p:cNvPr id="47" name="object 3">
              <a:extLst>
                <a:ext uri="{FF2B5EF4-FFF2-40B4-BE49-F238E27FC236}">
                  <a16:creationId xmlns:a16="http://schemas.microsoft.com/office/drawing/2014/main" id="{6BC3C426-D774-4FF2-9444-57F3E7A2DCC5}"/>
                </a:ext>
              </a:extLst>
            </p:cNvPr>
            <p:cNvGrpSpPr/>
            <p:nvPr/>
          </p:nvGrpSpPr>
          <p:grpSpPr>
            <a:xfrm>
              <a:off x="6043536" y="2220798"/>
              <a:ext cx="3797300" cy="2351405"/>
              <a:chOff x="6043536" y="2220798"/>
              <a:chExt cx="3797300" cy="2351405"/>
            </a:xfrm>
          </p:grpSpPr>
          <p:sp>
            <p:nvSpPr>
              <p:cNvPr id="48" name="object 4">
                <a:extLst>
                  <a:ext uri="{FF2B5EF4-FFF2-40B4-BE49-F238E27FC236}">
                    <a16:creationId xmlns:a16="http://schemas.microsoft.com/office/drawing/2014/main" id="{08BD8768-3FE0-4A3B-9D2E-B6C6FD42E8F4}"/>
                  </a:ext>
                </a:extLst>
              </p:cNvPr>
              <p:cNvSpPr/>
              <p:nvPr/>
            </p:nvSpPr>
            <p:spPr>
              <a:xfrm>
                <a:off x="6359093" y="2223846"/>
                <a:ext cx="0" cy="2161540"/>
              </a:xfrm>
              <a:custGeom>
                <a:avLst/>
                <a:gdLst/>
                <a:ahLst/>
                <a:cxnLst/>
                <a:rect l="l" t="t" r="r" b="b"/>
                <a:pathLst>
                  <a:path h="2161540">
                    <a:moveTo>
                      <a:pt x="0" y="2161235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AFAFA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49" name="object 5">
                <a:extLst>
                  <a:ext uri="{FF2B5EF4-FFF2-40B4-BE49-F238E27FC236}">
                    <a16:creationId xmlns:a16="http://schemas.microsoft.com/office/drawing/2014/main" id="{64F8C2BC-1850-4E82-957B-47A087C6CB51}"/>
                  </a:ext>
                </a:extLst>
              </p:cNvPr>
              <p:cNvSpPr/>
              <p:nvPr/>
            </p:nvSpPr>
            <p:spPr>
              <a:xfrm>
                <a:off x="6359093" y="4385081"/>
                <a:ext cx="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h="27939">
                    <a:moveTo>
                      <a:pt x="0" y="27482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0" name="object 6">
                <a:extLst>
                  <a:ext uri="{FF2B5EF4-FFF2-40B4-BE49-F238E27FC236}">
                    <a16:creationId xmlns:a16="http://schemas.microsoft.com/office/drawing/2014/main" id="{0A5C6CB3-7AE4-4DE9-8567-F729D086B6B6}"/>
                  </a:ext>
                </a:extLst>
              </p:cNvPr>
              <p:cNvSpPr/>
              <p:nvPr/>
            </p:nvSpPr>
            <p:spPr>
              <a:xfrm>
                <a:off x="6359093" y="4385081"/>
                <a:ext cx="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h="27939">
                    <a:moveTo>
                      <a:pt x="0" y="0"/>
                    </a:moveTo>
                    <a:lnTo>
                      <a:pt x="0" y="27482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1" name="object 12">
                <a:extLst>
                  <a:ext uri="{FF2B5EF4-FFF2-40B4-BE49-F238E27FC236}">
                    <a16:creationId xmlns:a16="http://schemas.microsoft.com/office/drawing/2014/main" id="{E3B361F3-F3AD-4DB9-9494-34D906A4C0B6}"/>
                  </a:ext>
                </a:extLst>
              </p:cNvPr>
              <p:cNvSpPr/>
              <p:nvPr/>
            </p:nvSpPr>
            <p:spPr>
              <a:xfrm>
                <a:off x="6980288" y="2223846"/>
                <a:ext cx="0" cy="2161540"/>
              </a:xfrm>
              <a:custGeom>
                <a:avLst/>
                <a:gdLst/>
                <a:ahLst/>
                <a:cxnLst/>
                <a:rect l="l" t="t" r="r" b="b"/>
                <a:pathLst>
                  <a:path h="2161540">
                    <a:moveTo>
                      <a:pt x="0" y="2161235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AFAFA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2" name="object 13">
                <a:extLst>
                  <a:ext uri="{FF2B5EF4-FFF2-40B4-BE49-F238E27FC236}">
                    <a16:creationId xmlns:a16="http://schemas.microsoft.com/office/drawing/2014/main" id="{9D04A878-5215-44BA-AE57-DF2E0537E65B}"/>
                  </a:ext>
                </a:extLst>
              </p:cNvPr>
              <p:cNvSpPr/>
              <p:nvPr/>
            </p:nvSpPr>
            <p:spPr>
              <a:xfrm>
                <a:off x="6980288" y="4385081"/>
                <a:ext cx="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h="27939">
                    <a:moveTo>
                      <a:pt x="0" y="27482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3" name="object 14">
                <a:extLst>
                  <a:ext uri="{FF2B5EF4-FFF2-40B4-BE49-F238E27FC236}">
                    <a16:creationId xmlns:a16="http://schemas.microsoft.com/office/drawing/2014/main" id="{72868876-63F3-43FC-921D-71E449D97C73}"/>
                  </a:ext>
                </a:extLst>
              </p:cNvPr>
              <p:cNvSpPr/>
              <p:nvPr/>
            </p:nvSpPr>
            <p:spPr>
              <a:xfrm>
                <a:off x="6980288" y="4385081"/>
                <a:ext cx="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h="27939">
                    <a:moveTo>
                      <a:pt x="0" y="0"/>
                    </a:moveTo>
                    <a:lnTo>
                      <a:pt x="0" y="27482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4" name="object 19">
                <a:extLst>
                  <a:ext uri="{FF2B5EF4-FFF2-40B4-BE49-F238E27FC236}">
                    <a16:creationId xmlns:a16="http://schemas.microsoft.com/office/drawing/2014/main" id="{94E67EB2-277C-4068-B0DC-1BAF8340B84B}"/>
                  </a:ext>
                </a:extLst>
              </p:cNvPr>
              <p:cNvSpPr/>
              <p:nvPr/>
            </p:nvSpPr>
            <p:spPr>
              <a:xfrm>
                <a:off x="7601470" y="2223846"/>
                <a:ext cx="0" cy="2161540"/>
              </a:xfrm>
              <a:custGeom>
                <a:avLst/>
                <a:gdLst/>
                <a:ahLst/>
                <a:cxnLst/>
                <a:rect l="l" t="t" r="r" b="b"/>
                <a:pathLst>
                  <a:path h="2161540">
                    <a:moveTo>
                      <a:pt x="0" y="2161235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AFAFA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5" name="object 20">
                <a:extLst>
                  <a:ext uri="{FF2B5EF4-FFF2-40B4-BE49-F238E27FC236}">
                    <a16:creationId xmlns:a16="http://schemas.microsoft.com/office/drawing/2014/main" id="{98C2E12D-63EC-4B74-97CC-8FD6900E2E20}"/>
                  </a:ext>
                </a:extLst>
              </p:cNvPr>
              <p:cNvSpPr/>
              <p:nvPr/>
            </p:nvSpPr>
            <p:spPr>
              <a:xfrm>
                <a:off x="7601470" y="4385081"/>
                <a:ext cx="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h="27939">
                    <a:moveTo>
                      <a:pt x="0" y="27482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6" name="object 21">
                <a:extLst>
                  <a:ext uri="{FF2B5EF4-FFF2-40B4-BE49-F238E27FC236}">
                    <a16:creationId xmlns:a16="http://schemas.microsoft.com/office/drawing/2014/main" id="{B9DC85C8-FFDE-4303-ADA0-DE8325EB71DC}"/>
                  </a:ext>
                </a:extLst>
              </p:cNvPr>
              <p:cNvSpPr/>
              <p:nvPr/>
            </p:nvSpPr>
            <p:spPr>
              <a:xfrm>
                <a:off x="7601470" y="4385081"/>
                <a:ext cx="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h="27939">
                    <a:moveTo>
                      <a:pt x="0" y="0"/>
                    </a:moveTo>
                    <a:lnTo>
                      <a:pt x="0" y="27482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7" name="object 26">
                <a:extLst>
                  <a:ext uri="{FF2B5EF4-FFF2-40B4-BE49-F238E27FC236}">
                    <a16:creationId xmlns:a16="http://schemas.microsoft.com/office/drawing/2014/main" id="{56A2B4DE-0C9F-418D-AC36-7081166C83DD}"/>
                  </a:ext>
                </a:extLst>
              </p:cNvPr>
              <p:cNvSpPr/>
              <p:nvPr/>
            </p:nvSpPr>
            <p:spPr>
              <a:xfrm>
                <a:off x="8222665" y="2223846"/>
                <a:ext cx="0" cy="2161540"/>
              </a:xfrm>
              <a:custGeom>
                <a:avLst/>
                <a:gdLst/>
                <a:ahLst/>
                <a:cxnLst/>
                <a:rect l="l" t="t" r="r" b="b"/>
                <a:pathLst>
                  <a:path h="2161540">
                    <a:moveTo>
                      <a:pt x="0" y="2161235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AFAFA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8" name="object 27">
                <a:extLst>
                  <a:ext uri="{FF2B5EF4-FFF2-40B4-BE49-F238E27FC236}">
                    <a16:creationId xmlns:a16="http://schemas.microsoft.com/office/drawing/2014/main" id="{7BF5E352-67D6-42C1-BAEA-126942A6D11F}"/>
                  </a:ext>
                </a:extLst>
              </p:cNvPr>
              <p:cNvSpPr/>
              <p:nvPr/>
            </p:nvSpPr>
            <p:spPr>
              <a:xfrm>
                <a:off x="8222665" y="4385081"/>
                <a:ext cx="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h="27939">
                    <a:moveTo>
                      <a:pt x="0" y="27482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59" name="object 28">
                <a:extLst>
                  <a:ext uri="{FF2B5EF4-FFF2-40B4-BE49-F238E27FC236}">
                    <a16:creationId xmlns:a16="http://schemas.microsoft.com/office/drawing/2014/main" id="{FFCE516B-5944-4CE3-8ACD-2611D94AE623}"/>
                  </a:ext>
                </a:extLst>
              </p:cNvPr>
              <p:cNvSpPr/>
              <p:nvPr/>
            </p:nvSpPr>
            <p:spPr>
              <a:xfrm>
                <a:off x="8222665" y="4385081"/>
                <a:ext cx="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h="27939">
                    <a:moveTo>
                      <a:pt x="0" y="0"/>
                    </a:moveTo>
                    <a:lnTo>
                      <a:pt x="0" y="27482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0" name="object 33">
                <a:extLst>
                  <a:ext uri="{FF2B5EF4-FFF2-40B4-BE49-F238E27FC236}">
                    <a16:creationId xmlns:a16="http://schemas.microsoft.com/office/drawing/2014/main" id="{CEF00BBB-93C9-474A-A2F0-7C9458689A0F}"/>
                  </a:ext>
                </a:extLst>
              </p:cNvPr>
              <p:cNvSpPr/>
              <p:nvPr/>
            </p:nvSpPr>
            <p:spPr>
              <a:xfrm>
                <a:off x="8843847" y="2223846"/>
                <a:ext cx="0" cy="2161540"/>
              </a:xfrm>
              <a:custGeom>
                <a:avLst/>
                <a:gdLst/>
                <a:ahLst/>
                <a:cxnLst/>
                <a:rect l="l" t="t" r="r" b="b"/>
                <a:pathLst>
                  <a:path h="2161540">
                    <a:moveTo>
                      <a:pt x="0" y="2161235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AFAFA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1" name="object 34">
                <a:extLst>
                  <a:ext uri="{FF2B5EF4-FFF2-40B4-BE49-F238E27FC236}">
                    <a16:creationId xmlns:a16="http://schemas.microsoft.com/office/drawing/2014/main" id="{18DC0CDB-4464-49C7-B1A9-9E3CAE2DAC79}"/>
                  </a:ext>
                </a:extLst>
              </p:cNvPr>
              <p:cNvSpPr/>
              <p:nvPr/>
            </p:nvSpPr>
            <p:spPr>
              <a:xfrm>
                <a:off x="8843847" y="4385081"/>
                <a:ext cx="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h="27939">
                    <a:moveTo>
                      <a:pt x="0" y="27482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2" name="object 35">
                <a:extLst>
                  <a:ext uri="{FF2B5EF4-FFF2-40B4-BE49-F238E27FC236}">
                    <a16:creationId xmlns:a16="http://schemas.microsoft.com/office/drawing/2014/main" id="{B27759A2-051C-458D-AD09-2026A9B17BFA}"/>
                  </a:ext>
                </a:extLst>
              </p:cNvPr>
              <p:cNvSpPr/>
              <p:nvPr/>
            </p:nvSpPr>
            <p:spPr>
              <a:xfrm>
                <a:off x="8843847" y="4385081"/>
                <a:ext cx="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h="27939">
                    <a:moveTo>
                      <a:pt x="0" y="0"/>
                    </a:moveTo>
                    <a:lnTo>
                      <a:pt x="0" y="27482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3" name="object 40">
                <a:extLst>
                  <a:ext uri="{FF2B5EF4-FFF2-40B4-BE49-F238E27FC236}">
                    <a16:creationId xmlns:a16="http://schemas.microsoft.com/office/drawing/2014/main" id="{45E6B9D4-A3A8-42EE-A199-9247A921ADFF}"/>
                  </a:ext>
                </a:extLst>
              </p:cNvPr>
              <p:cNvSpPr/>
              <p:nvPr/>
            </p:nvSpPr>
            <p:spPr>
              <a:xfrm>
                <a:off x="9465043" y="2223846"/>
                <a:ext cx="0" cy="2161540"/>
              </a:xfrm>
              <a:custGeom>
                <a:avLst/>
                <a:gdLst/>
                <a:ahLst/>
                <a:cxnLst/>
                <a:rect l="l" t="t" r="r" b="b"/>
                <a:pathLst>
                  <a:path h="2161540">
                    <a:moveTo>
                      <a:pt x="0" y="2161235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AFAFA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4" name="object 41">
                <a:extLst>
                  <a:ext uri="{FF2B5EF4-FFF2-40B4-BE49-F238E27FC236}">
                    <a16:creationId xmlns:a16="http://schemas.microsoft.com/office/drawing/2014/main" id="{6050F97F-5034-440E-BA1E-B2879BEBF720}"/>
                  </a:ext>
                </a:extLst>
              </p:cNvPr>
              <p:cNvSpPr/>
              <p:nvPr/>
            </p:nvSpPr>
            <p:spPr>
              <a:xfrm>
                <a:off x="9465043" y="4385081"/>
                <a:ext cx="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h="27939">
                    <a:moveTo>
                      <a:pt x="0" y="27482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5" name="object 42">
                <a:extLst>
                  <a:ext uri="{FF2B5EF4-FFF2-40B4-BE49-F238E27FC236}">
                    <a16:creationId xmlns:a16="http://schemas.microsoft.com/office/drawing/2014/main" id="{D92114B9-88D5-44CC-B936-FAAB06F57FCF}"/>
                  </a:ext>
                </a:extLst>
              </p:cNvPr>
              <p:cNvSpPr/>
              <p:nvPr/>
            </p:nvSpPr>
            <p:spPr>
              <a:xfrm>
                <a:off x="9465043" y="4385081"/>
                <a:ext cx="0" cy="27940"/>
              </a:xfrm>
              <a:custGeom>
                <a:avLst/>
                <a:gdLst/>
                <a:ahLst/>
                <a:cxnLst/>
                <a:rect l="l" t="t" r="r" b="b"/>
                <a:pathLst>
                  <a:path h="27939">
                    <a:moveTo>
                      <a:pt x="0" y="0"/>
                    </a:moveTo>
                    <a:lnTo>
                      <a:pt x="0" y="27482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6" name="object 47">
                <a:extLst>
                  <a:ext uri="{FF2B5EF4-FFF2-40B4-BE49-F238E27FC236}">
                    <a16:creationId xmlns:a16="http://schemas.microsoft.com/office/drawing/2014/main" id="{1B64561B-119B-45C8-99AE-F8CA6489B65C}"/>
                  </a:ext>
                </a:extLst>
              </p:cNvPr>
              <p:cNvSpPr/>
              <p:nvPr/>
            </p:nvSpPr>
            <p:spPr>
              <a:xfrm>
                <a:off x="6359093" y="4286846"/>
                <a:ext cx="3478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78529">
                    <a:moveTo>
                      <a:pt x="0" y="0"/>
                    </a:moveTo>
                    <a:lnTo>
                      <a:pt x="3478187" y="0"/>
                    </a:lnTo>
                  </a:path>
                </a:pathLst>
              </a:custGeom>
              <a:ln w="6096">
                <a:solidFill>
                  <a:srgbClr val="AFAFA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7" name="object 48">
                <a:extLst>
                  <a:ext uri="{FF2B5EF4-FFF2-40B4-BE49-F238E27FC236}">
                    <a16:creationId xmlns:a16="http://schemas.microsoft.com/office/drawing/2014/main" id="{78443090-7681-4B12-8DE7-DA18DF50E3A7}"/>
                  </a:ext>
                </a:extLst>
              </p:cNvPr>
              <p:cNvSpPr/>
              <p:nvPr/>
            </p:nvSpPr>
            <p:spPr>
              <a:xfrm>
                <a:off x="6332219" y="4286846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73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8" name="object 49">
                <a:extLst>
                  <a:ext uri="{FF2B5EF4-FFF2-40B4-BE49-F238E27FC236}">
                    <a16:creationId xmlns:a16="http://schemas.microsoft.com/office/drawing/2014/main" id="{0B2059A3-8ABE-40FF-98A5-6DE5EA67CE28}"/>
                  </a:ext>
                </a:extLst>
              </p:cNvPr>
              <p:cNvSpPr/>
              <p:nvPr/>
            </p:nvSpPr>
            <p:spPr>
              <a:xfrm>
                <a:off x="6332219" y="4286846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73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69" name="object 53">
                <a:extLst>
                  <a:ext uri="{FF2B5EF4-FFF2-40B4-BE49-F238E27FC236}">
                    <a16:creationId xmlns:a16="http://schemas.microsoft.com/office/drawing/2014/main" id="{0965F477-DEAD-43BF-AE0D-BF9E72F9E900}"/>
                  </a:ext>
                </a:extLst>
              </p:cNvPr>
              <p:cNvSpPr/>
              <p:nvPr/>
            </p:nvSpPr>
            <p:spPr>
              <a:xfrm>
                <a:off x="6359093" y="3893896"/>
                <a:ext cx="3478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78529">
                    <a:moveTo>
                      <a:pt x="0" y="0"/>
                    </a:moveTo>
                    <a:lnTo>
                      <a:pt x="3478187" y="0"/>
                    </a:lnTo>
                  </a:path>
                </a:pathLst>
              </a:custGeom>
              <a:ln w="6096">
                <a:solidFill>
                  <a:srgbClr val="AFAFA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0" name="object 54">
                <a:extLst>
                  <a:ext uri="{FF2B5EF4-FFF2-40B4-BE49-F238E27FC236}">
                    <a16:creationId xmlns:a16="http://schemas.microsoft.com/office/drawing/2014/main" id="{DD63C16E-4E28-4502-BFF2-D8B7CE9E9C6E}"/>
                  </a:ext>
                </a:extLst>
              </p:cNvPr>
              <p:cNvSpPr/>
              <p:nvPr/>
            </p:nvSpPr>
            <p:spPr>
              <a:xfrm>
                <a:off x="6332219" y="3893896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73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1" name="object 55">
                <a:extLst>
                  <a:ext uri="{FF2B5EF4-FFF2-40B4-BE49-F238E27FC236}">
                    <a16:creationId xmlns:a16="http://schemas.microsoft.com/office/drawing/2014/main" id="{85DCD369-E5E3-45F3-A028-186A295706C1}"/>
                  </a:ext>
                </a:extLst>
              </p:cNvPr>
              <p:cNvSpPr/>
              <p:nvPr/>
            </p:nvSpPr>
            <p:spPr>
              <a:xfrm>
                <a:off x="6332219" y="3893896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73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2" name="object 59">
                <a:extLst>
                  <a:ext uri="{FF2B5EF4-FFF2-40B4-BE49-F238E27FC236}">
                    <a16:creationId xmlns:a16="http://schemas.microsoft.com/office/drawing/2014/main" id="{8FDFF935-C038-444A-99C3-7F3463DC52AE}"/>
                  </a:ext>
                </a:extLst>
              </p:cNvPr>
              <p:cNvSpPr/>
              <p:nvPr/>
            </p:nvSpPr>
            <p:spPr>
              <a:xfrm>
                <a:off x="6359093" y="3500932"/>
                <a:ext cx="3478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78529">
                    <a:moveTo>
                      <a:pt x="0" y="0"/>
                    </a:moveTo>
                    <a:lnTo>
                      <a:pt x="3478187" y="0"/>
                    </a:lnTo>
                  </a:path>
                </a:pathLst>
              </a:custGeom>
              <a:ln w="6096">
                <a:solidFill>
                  <a:srgbClr val="AFAFA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3" name="object 60">
                <a:extLst>
                  <a:ext uri="{FF2B5EF4-FFF2-40B4-BE49-F238E27FC236}">
                    <a16:creationId xmlns:a16="http://schemas.microsoft.com/office/drawing/2014/main" id="{158E0E71-6EB6-45C6-A2E9-8A76452AB483}"/>
                  </a:ext>
                </a:extLst>
              </p:cNvPr>
              <p:cNvSpPr/>
              <p:nvPr/>
            </p:nvSpPr>
            <p:spPr>
              <a:xfrm>
                <a:off x="6332219" y="3500932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73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4" name="object 61">
                <a:extLst>
                  <a:ext uri="{FF2B5EF4-FFF2-40B4-BE49-F238E27FC236}">
                    <a16:creationId xmlns:a16="http://schemas.microsoft.com/office/drawing/2014/main" id="{99172AEB-06B3-4875-9792-3927D018CB97}"/>
                  </a:ext>
                </a:extLst>
              </p:cNvPr>
              <p:cNvSpPr/>
              <p:nvPr/>
            </p:nvSpPr>
            <p:spPr>
              <a:xfrm>
                <a:off x="6332219" y="3500932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73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5" name="object 65">
                <a:extLst>
                  <a:ext uri="{FF2B5EF4-FFF2-40B4-BE49-F238E27FC236}">
                    <a16:creationId xmlns:a16="http://schemas.microsoft.com/office/drawing/2014/main" id="{A0C6F740-04D6-4C22-BE0A-192259F2AB18}"/>
                  </a:ext>
                </a:extLst>
              </p:cNvPr>
              <p:cNvSpPr/>
              <p:nvPr/>
            </p:nvSpPr>
            <p:spPr>
              <a:xfrm>
                <a:off x="6359093" y="3107982"/>
                <a:ext cx="3478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78529">
                    <a:moveTo>
                      <a:pt x="0" y="0"/>
                    </a:moveTo>
                    <a:lnTo>
                      <a:pt x="3478187" y="0"/>
                    </a:lnTo>
                  </a:path>
                </a:pathLst>
              </a:custGeom>
              <a:ln w="6096">
                <a:solidFill>
                  <a:srgbClr val="AFAFA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6" name="object 66">
                <a:extLst>
                  <a:ext uri="{FF2B5EF4-FFF2-40B4-BE49-F238E27FC236}">
                    <a16:creationId xmlns:a16="http://schemas.microsoft.com/office/drawing/2014/main" id="{3CB10533-2C9E-4129-8DF2-69D87703BAC1}"/>
                  </a:ext>
                </a:extLst>
              </p:cNvPr>
              <p:cNvSpPr/>
              <p:nvPr/>
            </p:nvSpPr>
            <p:spPr>
              <a:xfrm>
                <a:off x="6332219" y="3107982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73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7" name="object 67">
                <a:extLst>
                  <a:ext uri="{FF2B5EF4-FFF2-40B4-BE49-F238E27FC236}">
                    <a16:creationId xmlns:a16="http://schemas.microsoft.com/office/drawing/2014/main" id="{0DBB2135-B494-4DD9-B766-9039E4EECB8F}"/>
                  </a:ext>
                </a:extLst>
              </p:cNvPr>
              <p:cNvSpPr/>
              <p:nvPr/>
            </p:nvSpPr>
            <p:spPr>
              <a:xfrm>
                <a:off x="6332219" y="3107982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73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8" name="object 71">
                <a:extLst>
                  <a:ext uri="{FF2B5EF4-FFF2-40B4-BE49-F238E27FC236}">
                    <a16:creationId xmlns:a16="http://schemas.microsoft.com/office/drawing/2014/main" id="{2F98D327-8321-43E7-BC44-767C2AC29BB2}"/>
                  </a:ext>
                </a:extLst>
              </p:cNvPr>
              <p:cNvSpPr/>
              <p:nvPr/>
            </p:nvSpPr>
            <p:spPr>
              <a:xfrm>
                <a:off x="6359093" y="2715031"/>
                <a:ext cx="3478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78529">
                    <a:moveTo>
                      <a:pt x="0" y="0"/>
                    </a:moveTo>
                    <a:lnTo>
                      <a:pt x="3478187" y="0"/>
                    </a:lnTo>
                  </a:path>
                </a:pathLst>
              </a:custGeom>
              <a:ln w="6096">
                <a:solidFill>
                  <a:srgbClr val="AFAFA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79" name="object 72">
                <a:extLst>
                  <a:ext uri="{FF2B5EF4-FFF2-40B4-BE49-F238E27FC236}">
                    <a16:creationId xmlns:a16="http://schemas.microsoft.com/office/drawing/2014/main" id="{595BA727-7407-493D-8B1D-5C4E40505517}"/>
                  </a:ext>
                </a:extLst>
              </p:cNvPr>
              <p:cNvSpPr/>
              <p:nvPr/>
            </p:nvSpPr>
            <p:spPr>
              <a:xfrm>
                <a:off x="6332219" y="2715031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73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0" name="object 73">
                <a:extLst>
                  <a:ext uri="{FF2B5EF4-FFF2-40B4-BE49-F238E27FC236}">
                    <a16:creationId xmlns:a16="http://schemas.microsoft.com/office/drawing/2014/main" id="{8E926F25-A0FA-4356-8878-27B3ECF39537}"/>
                  </a:ext>
                </a:extLst>
              </p:cNvPr>
              <p:cNvSpPr/>
              <p:nvPr/>
            </p:nvSpPr>
            <p:spPr>
              <a:xfrm>
                <a:off x="6332219" y="2715031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73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1" name="object 77">
                <a:extLst>
                  <a:ext uri="{FF2B5EF4-FFF2-40B4-BE49-F238E27FC236}">
                    <a16:creationId xmlns:a16="http://schemas.microsoft.com/office/drawing/2014/main" id="{8B3355DE-4118-41E7-A86E-1079BBD0038F}"/>
                  </a:ext>
                </a:extLst>
              </p:cNvPr>
              <p:cNvSpPr/>
              <p:nvPr/>
            </p:nvSpPr>
            <p:spPr>
              <a:xfrm>
                <a:off x="6359093" y="2322080"/>
                <a:ext cx="347852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78529">
                    <a:moveTo>
                      <a:pt x="0" y="0"/>
                    </a:moveTo>
                    <a:lnTo>
                      <a:pt x="3478187" y="0"/>
                    </a:lnTo>
                  </a:path>
                </a:pathLst>
              </a:custGeom>
              <a:ln w="6096">
                <a:solidFill>
                  <a:srgbClr val="AFAFA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2" name="object 78">
                <a:extLst>
                  <a:ext uri="{FF2B5EF4-FFF2-40B4-BE49-F238E27FC236}">
                    <a16:creationId xmlns:a16="http://schemas.microsoft.com/office/drawing/2014/main" id="{3BCF081E-5DF6-4088-B3FB-A1B76C97B380}"/>
                  </a:ext>
                </a:extLst>
              </p:cNvPr>
              <p:cNvSpPr/>
              <p:nvPr/>
            </p:nvSpPr>
            <p:spPr>
              <a:xfrm>
                <a:off x="6332219" y="2322080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73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3" name="object 79">
                <a:extLst>
                  <a:ext uri="{FF2B5EF4-FFF2-40B4-BE49-F238E27FC236}">
                    <a16:creationId xmlns:a16="http://schemas.microsoft.com/office/drawing/2014/main" id="{9A279346-9C7A-44A4-9EFB-55FEA7EC8ECE}"/>
                  </a:ext>
                </a:extLst>
              </p:cNvPr>
              <p:cNvSpPr/>
              <p:nvPr/>
            </p:nvSpPr>
            <p:spPr>
              <a:xfrm>
                <a:off x="6332219" y="2322080"/>
                <a:ext cx="2730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7304">
                    <a:moveTo>
                      <a:pt x="26873" y="0"/>
                    </a:moveTo>
                    <a:lnTo>
                      <a:pt x="0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4" name="object 83">
                <a:extLst>
                  <a:ext uri="{FF2B5EF4-FFF2-40B4-BE49-F238E27FC236}">
                    <a16:creationId xmlns:a16="http://schemas.microsoft.com/office/drawing/2014/main" id="{B663A20B-E123-4260-8284-55C884207604}"/>
                  </a:ext>
                </a:extLst>
              </p:cNvPr>
              <p:cNvSpPr/>
              <p:nvPr/>
            </p:nvSpPr>
            <p:spPr>
              <a:xfrm>
                <a:off x="6749452" y="2322080"/>
                <a:ext cx="2604135" cy="1965325"/>
              </a:xfrm>
              <a:custGeom>
                <a:avLst/>
                <a:gdLst/>
                <a:ahLst/>
                <a:cxnLst/>
                <a:rect l="l" t="t" r="r" b="b"/>
                <a:pathLst>
                  <a:path w="2604134" h="1965325">
                    <a:moveTo>
                      <a:pt x="0" y="1964766"/>
                    </a:moveTo>
                    <a:lnTo>
                      <a:pt x="162458" y="1961261"/>
                    </a:lnTo>
                    <a:lnTo>
                      <a:pt x="185254" y="1957158"/>
                    </a:lnTo>
                    <a:lnTo>
                      <a:pt x="253034" y="1948980"/>
                    </a:lnTo>
                    <a:lnTo>
                      <a:pt x="269405" y="1945462"/>
                    </a:lnTo>
                    <a:lnTo>
                      <a:pt x="311480" y="1941372"/>
                    </a:lnTo>
                    <a:lnTo>
                      <a:pt x="322579" y="1937283"/>
                    </a:lnTo>
                    <a:lnTo>
                      <a:pt x="386270" y="1933181"/>
                    </a:lnTo>
                    <a:lnTo>
                      <a:pt x="399719" y="1929676"/>
                    </a:lnTo>
                    <a:lnTo>
                      <a:pt x="409651" y="1921497"/>
                    </a:lnTo>
                    <a:lnTo>
                      <a:pt x="410819" y="1917395"/>
                    </a:lnTo>
                    <a:lnTo>
                      <a:pt x="414324" y="1913889"/>
                    </a:lnTo>
                    <a:lnTo>
                      <a:pt x="414909" y="1909800"/>
                    </a:lnTo>
                    <a:lnTo>
                      <a:pt x="430682" y="1898103"/>
                    </a:lnTo>
                    <a:lnTo>
                      <a:pt x="442379" y="1894014"/>
                    </a:lnTo>
                    <a:lnTo>
                      <a:pt x="462826" y="1889912"/>
                    </a:lnTo>
                    <a:lnTo>
                      <a:pt x="473341" y="1886407"/>
                    </a:lnTo>
                    <a:lnTo>
                      <a:pt x="477443" y="1882317"/>
                    </a:lnTo>
                    <a:lnTo>
                      <a:pt x="483285" y="1878215"/>
                    </a:lnTo>
                    <a:lnTo>
                      <a:pt x="506069" y="1874126"/>
                    </a:lnTo>
                    <a:lnTo>
                      <a:pt x="508406" y="1870621"/>
                    </a:lnTo>
                    <a:lnTo>
                      <a:pt x="540550" y="1866531"/>
                    </a:lnTo>
                    <a:lnTo>
                      <a:pt x="560997" y="1862429"/>
                    </a:lnTo>
                    <a:lnTo>
                      <a:pt x="597814" y="1858340"/>
                    </a:lnTo>
                    <a:lnTo>
                      <a:pt x="610095" y="1854835"/>
                    </a:lnTo>
                    <a:lnTo>
                      <a:pt x="614768" y="1850732"/>
                    </a:lnTo>
                    <a:lnTo>
                      <a:pt x="625868" y="1846643"/>
                    </a:lnTo>
                    <a:lnTo>
                      <a:pt x="628205" y="1843138"/>
                    </a:lnTo>
                    <a:lnTo>
                      <a:pt x="633463" y="1839036"/>
                    </a:lnTo>
                    <a:lnTo>
                      <a:pt x="648080" y="1834946"/>
                    </a:lnTo>
                    <a:lnTo>
                      <a:pt x="648665" y="1830857"/>
                    </a:lnTo>
                    <a:lnTo>
                      <a:pt x="653338" y="1827352"/>
                    </a:lnTo>
                    <a:lnTo>
                      <a:pt x="655675" y="1823250"/>
                    </a:lnTo>
                    <a:lnTo>
                      <a:pt x="665607" y="1815071"/>
                    </a:lnTo>
                    <a:lnTo>
                      <a:pt x="706513" y="1811553"/>
                    </a:lnTo>
                    <a:lnTo>
                      <a:pt x="708266" y="1807464"/>
                    </a:lnTo>
                    <a:lnTo>
                      <a:pt x="738073" y="1791677"/>
                    </a:lnTo>
                    <a:lnTo>
                      <a:pt x="739825" y="1787588"/>
                    </a:lnTo>
                    <a:lnTo>
                      <a:pt x="754430" y="1779981"/>
                    </a:lnTo>
                    <a:lnTo>
                      <a:pt x="755015" y="1775891"/>
                    </a:lnTo>
                    <a:lnTo>
                      <a:pt x="764946" y="1768284"/>
                    </a:lnTo>
                    <a:lnTo>
                      <a:pt x="780148" y="1760105"/>
                    </a:lnTo>
                    <a:lnTo>
                      <a:pt x="781900" y="1756003"/>
                    </a:lnTo>
                    <a:lnTo>
                      <a:pt x="782485" y="1752498"/>
                    </a:lnTo>
                    <a:lnTo>
                      <a:pt x="787742" y="1748409"/>
                    </a:lnTo>
                    <a:lnTo>
                      <a:pt x="795337" y="1744306"/>
                    </a:lnTo>
                    <a:lnTo>
                      <a:pt x="796505" y="1740217"/>
                    </a:lnTo>
                    <a:lnTo>
                      <a:pt x="797090" y="1736712"/>
                    </a:lnTo>
                    <a:lnTo>
                      <a:pt x="802932" y="1732622"/>
                    </a:lnTo>
                    <a:lnTo>
                      <a:pt x="814031" y="1728520"/>
                    </a:lnTo>
                    <a:lnTo>
                      <a:pt x="816368" y="1725015"/>
                    </a:lnTo>
                    <a:lnTo>
                      <a:pt x="822223" y="1720926"/>
                    </a:lnTo>
                    <a:lnTo>
                      <a:pt x="864882" y="1716824"/>
                    </a:lnTo>
                    <a:lnTo>
                      <a:pt x="866051" y="1712734"/>
                    </a:lnTo>
                    <a:lnTo>
                      <a:pt x="880656" y="1709229"/>
                    </a:lnTo>
                    <a:lnTo>
                      <a:pt x="881240" y="1705140"/>
                    </a:lnTo>
                    <a:lnTo>
                      <a:pt x="889419" y="1701038"/>
                    </a:lnTo>
                    <a:lnTo>
                      <a:pt x="891755" y="1696948"/>
                    </a:lnTo>
                    <a:lnTo>
                      <a:pt x="905789" y="1689341"/>
                    </a:lnTo>
                    <a:lnTo>
                      <a:pt x="913384" y="1685251"/>
                    </a:lnTo>
                    <a:lnTo>
                      <a:pt x="915136" y="1681162"/>
                    </a:lnTo>
                    <a:lnTo>
                      <a:pt x="915136" y="1677657"/>
                    </a:lnTo>
                    <a:lnTo>
                      <a:pt x="918057" y="1673555"/>
                    </a:lnTo>
                    <a:lnTo>
                      <a:pt x="920394" y="1665960"/>
                    </a:lnTo>
                    <a:lnTo>
                      <a:pt x="929157" y="1657769"/>
                    </a:lnTo>
                    <a:lnTo>
                      <a:pt x="929741" y="1653679"/>
                    </a:lnTo>
                    <a:lnTo>
                      <a:pt x="933246" y="1650161"/>
                    </a:lnTo>
                    <a:lnTo>
                      <a:pt x="935583" y="1646072"/>
                    </a:lnTo>
                    <a:lnTo>
                      <a:pt x="936751" y="1637893"/>
                    </a:lnTo>
                    <a:lnTo>
                      <a:pt x="941425" y="1634375"/>
                    </a:lnTo>
                    <a:lnTo>
                      <a:pt x="944930" y="1630286"/>
                    </a:lnTo>
                    <a:lnTo>
                      <a:pt x="946683" y="1626196"/>
                    </a:lnTo>
                    <a:lnTo>
                      <a:pt x="949032" y="1610410"/>
                    </a:lnTo>
                    <a:lnTo>
                      <a:pt x="954290" y="1606892"/>
                    </a:lnTo>
                    <a:lnTo>
                      <a:pt x="975321" y="1602803"/>
                    </a:lnTo>
                    <a:lnTo>
                      <a:pt x="976490" y="1594612"/>
                    </a:lnTo>
                    <a:lnTo>
                      <a:pt x="995781" y="1591106"/>
                    </a:lnTo>
                    <a:lnTo>
                      <a:pt x="998118" y="1587017"/>
                    </a:lnTo>
                    <a:lnTo>
                      <a:pt x="1004544" y="1578825"/>
                    </a:lnTo>
                    <a:lnTo>
                      <a:pt x="1006881" y="1575320"/>
                    </a:lnTo>
                    <a:lnTo>
                      <a:pt x="1008049" y="1571231"/>
                    </a:lnTo>
                    <a:lnTo>
                      <a:pt x="1013307" y="1567129"/>
                    </a:lnTo>
                    <a:lnTo>
                      <a:pt x="1013891" y="1563039"/>
                    </a:lnTo>
                    <a:lnTo>
                      <a:pt x="1020318" y="1555432"/>
                    </a:lnTo>
                    <a:lnTo>
                      <a:pt x="1022654" y="1551343"/>
                    </a:lnTo>
                    <a:lnTo>
                      <a:pt x="1031417" y="1547837"/>
                    </a:lnTo>
                    <a:lnTo>
                      <a:pt x="1053630" y="1543748"/>
                    </a:lnTo>
                    <a:lnTo>
                      <a:pt x="1057135" y="1539646"/>
                    </a:lnTo>
                    <a:lnTo>
                      <a:pt x="1058303" y="1535556"/>
                    </a:lnTo>
                    <a:lnTo>
                      <a:pt x="1068819" y="1527949"/>
                    </a:lnTo>
                    <a:lnTo>
                      <a:pt x="1072324" y="1523860"/>
                    </a:lnTo>
                    <a:lnTo>
                      <a:pt x="1076426" y="1516265"/>
                    </a:lnTo>
                    <a:lnTo>
                      <a:pt x="1089278" y="1512163"/>
                    </a:lnTo>
                    <a:lnTo>
                      <a:pt x="1091031" y="1508074"/>
                    </a:lnTo>
                    <a:lnTo>
                      <a:pt x="1110310" y="1500466"/>
                    </a:lnTo>
                    <a:lnTo>
                      <a:pt x="1114983" y="1496377"/>
                    </a:lnTo>
                    <a:lnTo>
                      <a:pt x="1118489" y="1488782"/>
                    </a:lnTo>
                    <a:lnTo>
                      <a:pt x="1124927" y="1484680"/>
                    </a:lnTo>
                    <a:lnTo>
                      <a:pt x="1126680" y="1480591"/>
                    </a:lnTo>
                    <a:lnTo>
                      <a:pt x="1150048" y="1476502"/>
                    </a:lnTo>
                    <a:lnTo>
                      <a:pt x="1152969" y="1472984"/>
                    </a:lnTo>
                    <a:lnTo>
                      <a:pt x="1157643" y="1468894"/>
                    </a:lnTo>
                    <a:lnTo>
                      <a:pt x="1175181" y="1464805"/>
                    </a:lnTo>
                    <a:lnTo>
                      <a:pt x="1182776" y="1460703"/>
                    </a:lnTo>
                    <a:lnTo>
                      <a:pt x="1182776" y="1457198"/>
                    </a:lnTo>
                    <a:lnTo>
                      <a:pt x="1193876" y="1453108"/>
                    </a:lnTo>
                    <a:lnTo>
                      <a:pt x="1199134" y="1449019"/>
                    </a:lnTo>
                    <a:lnTo>
                      <a:pt x="1200886" y="1444917"/>
                    </a:lnTo>
                    <a:lnTo>
                      <a:pt x="1211414" y="1437322"/>
                    </a:lnTo>
                    <a:lnTo>
                      <a:pt x="1212583" y="1433220"/>
                    </a:lnTo>
                    <a:lnTo>
                      <a:pt x="1216088" y="1429130"/>
                    </a:lnTo>
                    <a:lnTo>
                      <a:pt x="1220762" y="1425625"/>
                    </a:lnTo>
                    <a:lnTo>
                      <a:pt x="1226019" y="1417434"/>
                    </a:lnTo>
                    <a:lnTo>
                      <a:pt x="1236535" y="1413929"/>
                    </a:lnTo>
                    <a:lnTo>
                      <a:pt x="1241209" y="1409839"/>
                    </a:lnTo>
                    <a:lnTo>
                      <a:pt x="1242377" y="1405737"/>
                    </a:lnTo>
                    <a:lnTo>
                      <a:pt x="1242961" y="1401648"/>
                    </a:lnTo>
                    <a:lnTo>
                      <a:pt x="1245895" y="1398142"/>
                    </a:lnTo>
                    <a:lnTo>
                      <a:pt x="1251737" y="1394040"/>
                    </a:lnTo>
                    <a:lnTo>
                      <a:pt x="1263421" y="1389951"/>
                    </a:lnTo>
                    <a:lnTo>
                      <a:pt x="1263421" y="1385862"/>
                    </a:lnTo>
                    <a:lnTo>
                      <a:pt x="1272184" y="1382356"/>
                    </a:lnTo>
                    <a:lnTo>
                      <a:pt x="1275105" y="1378254"/>
                    </a:lnTo>
                    <a:lnTo>
                      <a:pt x="1283868" y="1374165"/>
                    </a:lnTo>
                    <a:lnTo>
                      <a:pt x="1289126" y="1366558"/>
                    </a:lnTo>
                    <a:lnTo>
                      <a:pt x="1290307" y="1362468"/>
                    </a:lnTo>
                    <a:lnTo>
                      <a:pt x="1307249" y="1354874"/>
                    </a:lnTo>
                    <a:lnTo>
                      <a:pt x="1310170" y="1350772"/>
                    </a:lnTo>
                    <a:lnTo>
                      <a:pt x="1321269" y="1346682"/>
                    </a:lnTo>
                    <a:lnTo>
                      <a:pt x="1322438" y="1339075"/>
                    </a:lnTo>
                    <a:lnTo>
                      <a:pt x="1334719" y="1330896"/>
                    </a:lnTo>
                    <a:lnTo>
                      <a:pt x="1335887" y="1326794"/>
                    </a:lnTo>
                    <a:lnTo>
                      <a:pt x="1339977" y="1323289"/>
                    </a:lnTo>
                    <a:lnTo>
                      <a:pt x="1341145" y="1315110"/>
                    </a:lnTo>
                    <a:lnTo>
                      <a:pt x="1349908" y="1311008"/>
                    </a:lnTo>
                    <a:lnTo>
                      <a:pt x="1350492" y="1307503"/>
                    </a:lnTo>
                    <a:lnTo>
                      <a:pt x="1356334" y="1303413"/>
                    </a:lnTo>
                    <a:lnTo>
                      <a:pt x="1358087" y="1299311"/>
                    </a:lnTo>
                    <a:lnTo>
                      <a:pt x="1366266" y="1291716"/>
                    </a:lnTo>
                    <a:lnTo>
                      <a:pt x="1370355" y="1287627"/>
                    </a:lnTo>
                    <a:lnTo>
                      <a:pt x="1372108" y="1280020"/>
                    </a:lnTo>
                    <a:lnTo>
                      <a:pt x="1375625" y="1275930"/>
                    </a:lnTo>
                    <a:lnTo>
                      <a:pt x="1379131" y="1264234"/>
                    </a:lnTo>
                    <a:lnTo>
                      <a:pt x="1381467" y="1260144"/>
                    </a:lnTo>
                    <a:lnTo>
                      <a:pt x="1385557" y="1256042"/>
                    </a:lnTo>
                    <a:lnTo>
                      <a:pt x="1386725" y="1251953"/>
                    </a:lnTo>
                    <a:lnTo>
                      <a:pt x="1387309" y="1244346"/>
                    </a:lnTo>
                    <a:lnTo>
                      <a:pt x="1390815" y="1236751"/>
                    </a:lnTo>
                    <a:lnTo>
                      <a:pt x="1393151" y="1232649"/>
                    </a:lnTo>
                    <a:lnTo>
                      <a:pt x="1396657" y="1228559"/>
                    </a:lnTo>
                    <a:lnTo>
                      <a:pt x="1398409" y="1224470"/>
                    </a:lnTo>
                    <a:lnTo>
                      <a:pt x="1404835" y="1216863"/>
                    </a:lnTo>
                    <a:lnTo>
                      <a:pt x="1407172" y="1208684"/>
                    </a:lnTo>
                    <a:lnTo>
                      <a:pt x="1421206" y="1181201"/>
                    </a:lnTo>
                    <a:lnTo>
                      <a:pt x="1433474" y="1177683"/>
                    </a:lnTo>
                    <a:lnTo>
                      <a:pt x="1434058" y="1173594"/>
                    </a:lnTo>
                    <a:lnTo>
                      <a:pt x="1437563" y="1169504"/>
                    </a:lnTo>
                    <a:lnTo>
                      <a:pt x="1439900" y="1161897"/>
                    </a:lnTo>
                    <a:lnTo>
                      <a:pt x="1439900" y="1157808"/>
                    </a:lnTo>
                    <a:lnTo>
                      <a:pt x="1450416" y="1153718"/>
                    </a:lnTo>
                    <a:lnTo>
                      <a:pt x="1451584" y="1149616"/>
                    </a:lnTo>
                    <a:lnTo>
                      <a:pt x="1459776" y="1146111"/>
                    </a:lnTo>
                    <a:lnTo>
                      <a:pt x="1463281" y="1142022"/>
                    </a:lnTo>
                    <a:lnTo>
                      <a:pt x="1465033" y="1133830"/>
                    </a:lnTo>
                    <a:lnTo>
                      <a:pt x="1466202" y="1126236"/>
                    </a:lnTo>
                    <a:lnTo>
                      <a:pt x="1470291" y="1122133"/>
                    </a:lnTo>
                    <a:lnTo>
                      <a:pt x="1472044" y="1118628"/>
                    </a:lnTo>
                    <a:lnTo>
                      <a:pt x="1479054" y="1114539"/>
                    </a:lnTo>
                    <a:lnTo>
                      <a:pt x="1483144" y="1098753"/>
                    </a:lnTo>
                    <a:lnTo>
                      <a:pt x="1484312" y="1090561"/>
                    </a:lnTo>
                    <a:lnTo>
                      <a:pt x="1493075" y="1082954"/>
                    </a:lnTo>
                    <a:lnTo>
                      <a:pt x="1509445" y="1078864"/>
                    </a:lnTo>
                    <a:lnTo>
                      <a:pt x="1512951" y="1063078"/>
                    </a:lnTo>
                    <a:lnTo>
                      <a:pt x="1513535" y="1059573"/>
                    </a:lnTo>
                    <a:lnTo>
                      <a:pt x="1522298" y="1055471"/>
                    </a:lnTo>
                    <a:lnTo>
                      <a:pt x="1523466" y="1051382"/>
                    </a:lnTo>
                    <a:lnTo>
                      <a:pt x="1529308" y="1043774"/>
                    </a:lnTo>
                    <a:lnTo>
                      <a:pt x="1537487" y="1035596"/>
                    </a:lnTo>
                    <a:lnTo>
                      <a:pt x="1545082" y="1031506"/>
                    </a:lnTo>
                    <a:lnTo>
                      <a:pt x="1551520" y="1023899"/>
                    </a:lnTo>
                    <a:lnTo>
                      <a:pt x="1551520" y="1019810"/>
                    </a:lnTo>
                    <a:lnTo>
                      <a:pt x="1554441" y="1012202"/>
                    </a:lnTo>
                    <a:lnTo>
                      <a:pt x="1557362" y="1004023"/>
                    </a:lnTo>
                    <a:lnTo>
                      <a:pt x="1562620" y="1000505"/>
                    </a:lnTo>
                    <a:lnTo>
                      <a:pt x="1565541" y="992327"/>
                    </a:lnTo>
                    <a:lnTo>
                      <a:pt x="1571967" y="988225"/>
                    </a:lnTo>
                    <a:lnTo>
                      <a:pt x="1571967" y="984719"/>
                    </a:lnTo>
                    <a:lnTo>
                      <a:pt x="1576641" y="980630"/>
                    </a:lnTo>
                    <a:lnTo>
                      <a:pt x="1577225" y="976528"/>
                    </a:lnTo>
                    <a:lnTo>
                      <a:pt x="1582483" y="972438"/>
                    </a:lnTo>
                    <a:lnTo>
                      <a:pt x="1592427" y="960742"/>
                    </a:lnTo>
                    <a:lnTo>
                      <a:pt x="1594764" y="953147"/>
                    </a:lnTo>
                    <a:lnTo>
                      <a:pt x="1601774" y="941451"/>
                    </a:lnTo>
                    <a:lnTo>
                      <a:pt x="1605279" y="933259"/>
                    </a:lnTo>
                    <a:lnTo>
                      <a:pt x="1608785" y="929170"/>
                    </a:lnTo>
                    <a:lnTo>
                      <a:pt x="1608785" y="925664"/>
                    </a:lnTo>
                    <a:lnTo>
                      <a:pt x="1614627" y="917473"/>
                    </a:lnTo>
                    <a:lnTo>
                      <a:pt x="1615795" y="909878"/>
                    </a:lnTo>
                    <a:lnTo>
                      <a:pt x="1618132" y="905776"/>
                    </a:lnTo>
                    <a:lnTo>
                      <a:pt x="1618132" y="901687"/>
                    </a:lnTo>
                    <a:lnTo>
                      <a:pt x="1623974" y="885901"/>
                    </a:lnTo>
                    <a:lnTo>
                      <a:pt x="1624558" y="882395"/>
                    </a:lnTo>
                    <a:lnTo>
                      <a:pt x="1632153" y="874204"/>
                    </a:lnTo>
                    <a:lnTo>
                      <a:pt x="1638007" y="870115"/>
                    </a:lnTo>
                    <a:lnTo>
                      <a:pt x="1646186" y="866597"/>
                    </a:lnTo>
                    <a:lnTo>
                      <a:pt x="1652028" y="858418"/>
                    </a:lnTo>
                    <a:lnTo>
                      <a:pt x="1653197" y="854316"/>
                    </a:lnTo>
                    <a:lnTo>
                      <a:pt x="1661375" y="842632"/>
                    </a:lnTo>
                    <a:lnTo>
                      <a:pt x="1662544" y="838530"/>
                    </a:lnTo>
                    <a:lnTo>
                      <a:pt x="1673059" y="835025"/>
                    </a:lnTo>
                    <a:lnTo>
                      <a:pt x="1674228" y="826833"/>
                    </a:lnTo>
                    <a:lnTo>
                      <a:pt x="1681835" y="819238"/>
                    </a:lnTo>
                    <a:lnTo>
                      <a:pt x="1684172" y="807542"/>
                    </a:lnTo>
                    <a:lnTo>
                      <a:pt x="1687093" y="799350"/>
                    </a:lnTo>
                    <a:lnTo>
                      <a:pt x="1688261" y="795261"/>
                    </a:lnTo>
                    <a:lnTo>
                      <a:pt x="1691182" y="787653"/>
                    </a:lnTo>
                    <a:lnTo>
                      <a:pt x="1694688" y="771867"/>
                    </a:lnTo>
                    <a:lnTo>
                      <a:pt x="1699361" y="767778"/>
                    </a:lnTo>
                    <a:lnTo>
                      <a:pt x="1701698" y="764273"/>
                    </a:lnTo>
                    <a:lnTo>
                      <a:pt x="1703451" y="756081"/>
                    </a:lnTo>
                    <a:lnTo>
                      <a:pt x="1704619" y="751992"/>
                    </a:lnTo>
                    <a:lnTo>
                      <a:pt x="1707540" y="748487"/>
                    </a:lnTo>
                    <a:lnTo>
                      <a:pt x="1708124" y="744385"/>
                    </a:lnTo>
                    <a:lnTo>
                      <a:pt x="1710461" y="740295"/>
                    </a:lnTo>
                    <a:lnTo>
                      <a:pt x="1711045" y="732688"/>
                    </a:lnTo>
                    <a:lnTo>
                      <a:pt x="1715719" y="728599"/>
                    </a:lnTo>
                    <a:lnTo>
                      <a:pt x="1718068" y="724509"/>
                    </a:lnTo>
                    <a:lnTo>
                      <a:pt x="1718652" y="716902"/>
                    </a:lnTo>
                    <a:lnTo>
                      <a:pt x="1723326" y="712812"/>
                    </a:lnTo>
                    <a:lnTo>
                      <a:pt x="1725663" y="701116"/>
                    </a:lnTo>
                    <a:lnTo>
                      <a:pt x="1729752" y="697026"/>
                    </a:lnTo>
                    <a:lnTo>
                      <a:pt x="1730921" y="689419"/>
                    </a:lnTo>
                    <a:lnTo>
                      <a:pt x="1732673" y="681240"/>
                    </a:lnTo>
                    <a:lnTo>
                      <a:pt x="1737347" y="677138"/>
                    </a:lnTo>
                    <a:lnTo>
                      <a:pt x="1738515" y="673633"/>
                    </a:lnTo>
                    <a:lnTo>
                      <a:pt x="1738515" y="669544"/>
                    </a:lnTo>
                    <a:lnTo>
                      <a:pt x="1739684" y="665441"/>
                    </a:lnTo>
                    <a:lnTo>
                      <a:pt x="1742605" y="661352"/>
                    </a:lnTo>
                    <a:lnTo>
                      <a:pt x="1743189" y="657847"/>
                    </a:lnTo>
                    <a:lnTo>
                      <a:pt x="1750199" y="653757"/>
                    </a:lnTo>
                    <a:lnTo>
                      <a:pt x="1754289" y="637959"/>
                    </a:lnTo>
                    <a:lnTo>
                      <a:pt x="1754289" y="633869"/>
                    </a:lnTo>
                    <a:lnTo>
                      <a:pt x="1756625" y="630364"/>
                    </a:lnTo>
                    <a:lnTo>
                      <a:pt x="1760727" y="626275"/>
                    </a:lnTo>
                    <a:lnTo>
                      <a:pt x="1767154" y="622172"/>
                    </a:lnTo>
                    <a:lnTo>
                      <a:pt x="1773580" y="602297"/>
                    </a:lnTo>
                    <a:lnTo>
                      <a:pt x="1781175" y="594690"/>
                    </a:lnTo>
                    <a:lnTo>
                      <a:pt x="1782343" y="590600"/>
                    </a:lnTo>
                    <a:lnTo>
                      <a:pt x="1782343" y="587095"/>
                    </a:lnTo>
                    <a:lnTo>
                      <a:pt x="1788185" y="582993"/>
                    </a:lnTo>
                    <a:lnTo>
                      <a:pt x="1791106" y="578904"/>
                    </a:lnTo>
                    <a:lnTo>
                      <a:pt x="1802803" y="574814"/>
                    </a:lnTo>
                    <a:lnTo>
                      <a:pt x="1803387" y="567207"/>
                    </a:lnTo>
                    <a:lnTo>
                      <a:pt x="1805139" y="563118"/>
                    </a:lnTo>
                    <a:lnTo>
                      <a:pt x="1805724" y="555510"/>
                    </a:lnTo>
                    <a:lnTo>
                      <a:pt x="1809229" y="551421"/>
                    </a:lnTo>
                    <a:lnTo>
                      <a:pt x="1809813" y="547331"/>
                    </a:lnTo>
                    <a:lnTo>
                      <a:pt x="1815071" y="543229"/>
                    </a:lnTo>
                    <a:lnTo>
                      <a:pt x="1817408" y="539724"/>
                    </a:lnTo>
                    <a:lnTo>
                      <a:pt x="1819744" y="531533"/>
                    </a:lnTo>
                    <a:lnTo>
                      <a:pt x="1832013" y="523938"/>
                    </a:lnTo>
                    <a:lnTo>
                      <a:pt x="1833765" y="512241"/>
                    </a:lnTo>
                    <a:lnTo>
                      <a:pt x="1841360" y="508152"/>
                    </a:lnTo>
                    <a:lnTo>
                      <a:pt x="1841944" y="504050"/>
                    </a:lnTo>
                    <a:lnTo>
                      <a:pt x="1846046" y="499960"/>
                    </a:lnTo>
                    <a:lnTo>
                      <a:pt x="1847799" y="496455"/>
                    </a:lnTo>
                    <a:lnTo>
                      <a:pt x="1848383" y="492366"/>
                    </a:lnTo>
                    <a:lnTo>
                      <a:pt x="1850720" y="488264"/>
                    </a:lnTo>
                    <a:lnTo>
                      <a:pt x="1855393" y="484174"/>
                    </a:lnTo>
                    <a:lnTo>
                      <a:pt x="1855393" y="480669"/>
                    </a:lnTo>
                    <a:lnTo>
                      <a:pt x="1860651" y="472478"/>
                    </a:lnTo>
                    <a:lnTo>
                      <a:pt x="1861820" y="468972"/>
                    </a:lnTo>
                    <a:lnTo>
                      <a:pt x="1871167" y="464883"/>
                    </a:lnTo>
                    <a:lnTo>
                      <a:pt x="1873503" y="460781"/>
                    </a:lnTo>
                    <a:lnTo>
                      <a:pt x="1877009" y="456691"/>
                    </a:lnTo>
                    <a:lnTo>
                      <a:pt x="1877593" y="449084"/>
                    </a:lnTo>
                    <a:lnTo>
                      <a:pt x="1878177" y="444995"/>
                    </a:lnTo>
                    <a:lnTo>
                      <a:pt x="1882267" y="440905"/>
                    </a:lnTo>
                    <a:lnTo>
                      <a:pt x="1882267" y="437388"/>
                    </a:lnTo>
                    <a:lnTo>
                      <a:pt x="1900389" y="433298"/>
                    </a:lnTo>
                    <a:lnTo>
                      <a:pt x="1901558" y="429209"/>
                    </a:lnTo>
                    <a:lnTo>
                      <a:pt x="1903895" y="425119"/>
                    </a:lnTo>
                    <a:lnTo>
                      <a:pt x="1906231" y="417512"/>
                    </a:lnTo>
                    <a:lnTo>
                      <a:pt x="1909152" y="413423"/>
                    </a:lnTo>
                    <a:lnTo>
                      <a:pt x="1910905" y="409905"/>
                    </a:lnTo>
                    <a:lnTo>
                      <a:pt x="1916163" y="405815"/>
                    </a:lnTo>
                    <a:lnTo>
                      <a:pt x="1918500" y="397637"/>
                    </a:lnTo>
                    <a:lnTo>
                      <a:pt x="1920252" y="394119"/>
                    </a:lnTo>
                    <a:lnTo>
                      <a:pt x="1920252" y="390029"/>
                    </a:lnTo>
                    <a:lnTo>
                      <a:pt x="1921421" y="385940"/>
                    </a:lnTo>
                    <a:lnTo>
                      <a:pt x="1925510" y="381838"/>
                    </a:lnTo>
                    <a:lnTo>
                      <a:pt x="1931949" y="378332"/>
                    </a:lnTo>
                    <a:lnTo>
                      <a:pt x="1937791" y="370154"/>
                    </a:lnTo>
                    <a:lnTo>
                      <a:pt x="1938375" y="366052"/>
                    </a:lnTo>
                    <a:lnTo>
                      <a:pt x="1940712" y="362546"/>
                    </a:lnTo>
                    <a:lnTo>
                      <a:pt x="1940712" y="358457"/>
                    </a:lnTo>
                    <a:lnTo>
                      <a:pt x="1944801" y="354355"/>
                    </a:lnTo>
                    <a:lnTo>
                      <a:pt x="1947138" y="350850"/>
                    </a:lnTo>
                    <a:lnTo>
                      <a:pt x="1950643" y="346760"/>
                    </a:lnTo>
                    <a:lnTo>
                      <a:pt x="1952396" y="342658"/>
                    </a:lnTo>
                    <a:lnTo>
                      <a:pt x="1958822" y="338569"/>
                    </a:lnTo>
                    <a:lnTo>
                      <a:pt x="1960575" y="335064"/>
                    </a:lnTo>
                    <a:lnTo>
                      <a:pt x="1966417" y="330974"/>
                    </a:lnTo>
                    <a:lnTo>
                      <a:pt x="1967001" y="326872"/>
                    </a:lnTo>
                    <a:lnTo>
                      <a:pt x="1972843" y="322783"/>
                    </a:lnTo>
                    <a:lnTo>
                      <a:pt x="1981619" y="319277"/>
                    </a:lnTo>
                    <a:lnTo>
                      <a:pt x="1982787" y="306997"/>
                    </a:lnTo>
                    <a:lnTo>
                      <a:pt x="1986876" y="303491"/>
                    </a:lnTo>
                    <a:lnTo>
                      <a:pt x="1987461" y="299389"/>
                    </a:lnTo>
                    <a:lnTo>
                      <a:pt x="1995055" y="295300"/>
                    </a:lnTo>
                    <a:lnTo>
                      <a:pt x="1996808" y="291795"/>
                    </a:lnTo>
                    <a:lnTo>
                      <a:pt x="2006155" y="283603"/>
                    </a:lnTo>
                    <a:lnTo>
                      <a:pt x="2007323" y="279514"/>
                    </a:lnTo>
                    <a:lnTo>
                      <a:pt x="2013165" y="276009"/>
                    </a:lnTo>
                    <a:lnTo>
                      <a:pt x="2020189" y="271906"/>
                    </a:lnTo>
                    <a:lnTo>
                      <a:pt x="2021357" y="267817"/>
                    </a:lnTo>
                    <a:lnTo>
                      <a:pt x="2021941" y="263728"/>
                    </a:lnTo>
                    <a:lnTo>
                      <a:pt x="2024862" y="260210"/>
                    </a:lnTo>
                    <a:lnTo>
                      <a:pt x="2025446" y="256120"/>
                    </a:lnTo>
                    <a:lnTo>
                      <a:pt x="2031873" y="252031"/>
                    </a:lnTo>
                    <a:lnTo>
                      <a:pt x="2034209" y="247929"/>
                    </a:lnTo>
                    <a:lnTo>
                      <a:pt x="2038299" y="244424"/>
                    </a:lnTo>
                    <a:lnTo>
                      <a:pt x="2041804" y="228638"/>
                    </a:lnTo>
                    <a:lnTo>
                      <a:pt x="2043557" y="224548"/>
                    </a:lnTo>
                    <a:lnTo>
                      <a:pt x="2049983" y="220446"/>
                    </a:lnTo>
                    <a:lnTo>
                      <a:pt x="2049983" y="216941"/>
                    </a:lnTo>
                    <a:lnTo>
                      <a:pt x="2052320" y="208762"/>
                    </a:lnTo>
                    <a:lnTo>
                      <a:pt x="2052904" y="201155"/>
                    </a:lnTo>
                    <a:lnTo>
                      <a:pt x="2055241" y="197065"/>
                    </a:lnTo>
                    <a:lnTo>
                      <a:pt x="2058162" y="185369"/>
                    </a:lnTo>
                    <a:lnTo>
                      <a:pt x="2064016" y="177177"/>
                    </a:lnTo>
                    <a:lnTo>
                      <a:pt x="2066937" y="173672"/>
                    </a:lnTo>
                    <a:lnTo>
                      <a:pt x="2067521" y="169583"/>
                    </a:lnTo>
                    <a:lnTo>
                      <a:pt x="2071027" y="165481"/>
                    </a:lnTo>
                    <a:lnTo>
                      <a:pt x="2091474" y="157886"/>
                    </a:lnTo>
                    <a:lnTo>
                      <a:pt x="2099068" y="153784"/>
                    </a:lnTo>
                    <a:lnTo>
                      <a:pt x="2099652" y="149694"/>
                    </a:lnTo>
                    <a:lnTo>
                      <a:pt x="2113102" y="142100"/>
                    </a:lnTo>
                    <a:lnTo>
                      <a:pt x="2114854" y="137998"/>
                    </a:lnTo>
                    <a:lnTo>
                      <a:pt x="2122449" y="129819"/>
                    </a:lnTo>
                    <a:lnTo>
                      <a:pt x="2128291" y="126301"/>
                    </a:lnTo>
                    <a:lnTo>
                      <a:pt x="2130044" y="118122"/>
                    </a:lnTo>
                    <a:lnTo>
                      <a:pt x="2137054" y="114617"/>
                    </a:lnTo>
                    <a:lnTo>
                      <a:pt x="2137638" y="110515"/>
                    </a:lnTo>
                    <a:lnTo>
                      <a:pt x="2159266" y="106425"/>
                    </a:lnTo>
                    <a:lnTo>
                      <a:pt x="2162187" y="102336"/>
                    </a:lnTo>
                    <a:lnTo>
                      <a:pt x="2163356" y="98818"/>
                    </a:lnTo>
                    <a:lnTo>
                      <a:pt x="2201926" y="90639"/>
                    </a:lnTo>
                    <a:lnTo>
                      <a:pt x="2212441" y="86537"/>
                    </a:lnTo>
                    <a:lnTo>
                      <a:pt x="2214194" y="83032"/>
                    </a:lnTo>
                    <a:lnTo>
                      <a:pt x="2214778" y="78943"/>
                    </a:lnTo>
                    <a:lnTo>
                      <a:pt x="2220620" y="74853"/>
                    </a:lnTo>
                    <a:lnTo>
                      <a:pt x="2221788" y="70751"/>
                    </a:lnTo>
                    <a:lnTo>
                      <a:pt x="2248090" y="67246"/>
                    </a:lnTo>
                    <a:lnTo>
                      <a:pt x="2252179" y="63157"/>
                    </a:lnTo>
                    <a:lnTo>
                      <a:pt x="2266784" y="59055"/>
                    </a:lnTo>
                    <a:lnTo>
                      <a:pt x="2269121" y="55549"/>
                    </a:lnTo>
                    <a:lnTo>
                      <a:pt x="2276729" y="51460"/>
                    </a:lnTo>
                    <a:lnTo>
                      <a:pt x="2279650" y="47370"/>
                    </a:lnTo>
                    <a:lnTo>
                      <a:pt x="2280818" y="43268"/>
                    </a:lnTo>
                    <a:lnTo>
                      <a:pt x="2286660" y="39763"/>
                    </a:lnTo>
                    <a:lnTo>
                      <a:pt x="2326982" y="35674"/>
                    </a:lnTo>
                    <a:lnTo>
                      <a:pt x="2350350" y="31572"/>
                    </a:lnTo>
                    <a:lnTo>
                      <a:pt x="2384247" y="23977"/>
                    </a:lnTo>
                    <a:lnTo>
                      <a:pt x="2422232" y="19888"/>
                    </a:lnTo>
                    <a:lnTo>
                      <a:pt x="2434501" y="15786"/>
                    </a:lnTo>
                    <a:lnTo>
                      <a:pt x="2491778" y="11696"/>
                    </a:lnTo>
                    <a:lnTo>
                      <a:pt x="2503462" y="8191"/>
                    </a:lnTo>
                    <a:lnTo>
                      <a:pt x="2598127" y="4089"/>
                    </a:lnTo>
                    <a:lnTo>
                      <a:pt x="2603969" y="0"/>
                    </a:lnTo>
                  </a:path>
                </a:pathLst>
              </a:custGeom>
              <a:ln w="61963">
                <a:solidFill>
                  <a:srgbClr val="00A78E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5" name="object 84">
                <a:extLst>
                  <a:ext uri="{FF2B5EF4-FFF2-40B4-BE49-F238E27FC236}">
                    <a16:creationId xmlns:a16="http://schemas.microsoft.com/office/drawing/2014/main" id="{11F5BA84-5552-4CBD-9AA0-7F76CAE34E48}"/>
                  </a:ext>
                </a:extLst>
              </p:cNvPr>
              <p:cNvSpPr/>
              <p:nvPr/>
            </p:nvSpPr>
            <p:spPr>
              <a:xfrm>
                <a:off x="7699069" y="2322080"/>
                <a:ext cx="584200" cy="1965325"/>
              </a:xfrm>
              <a:custGeom>
                <a:avLst/>
                <a:gdLst/>
                <a:ahLst/>
                <a:cxnLst/>
                <a:rect l="l" t="t" r="r" b="b"/>
                <a:pathLst>
                  <a:path w="584200" h="1965325">
                    <a:moveTo>
                      <a:pt x="0" y="1964766"/>
                    </a:moveTo>
                    <a:lnTo>
                      <a:pt x="53174" y="1954822"/>
                    </a:lnTo>
                    <a:lnTo>
                      <a:pt x="57264" y="1944877"/>
                    </a:lnTo>
                    <a:lnTo>
                      <a:pt x="67779" y="1934946"/>
                    </a:lnTo>
                    <a:lnTo>
                      <a:pt x="74790" y="1925002"/>
                    </a:lnTo>
                    <a:lnTo>
                      <a:pt x="92913" y="1915058"/>
                    </a:lnTo>
                    <a:lnTo>
                      <a:pt x="95834" y="1905114"/>
                    </a:lnTo>
                    <a:lnTo>
                      <a:pt x="108686" y="1885238"/>
                    </a:lnTo>
                    <a:lnTo>
                      <a:pt x="111607" y="1875878"/>
                    </a:lnTo>
                    <a:lnTo>
                      <a:pt x="118033" y="1865934"/>
                    </a:lnTo>
                    <a:lnTo>
                      <a:pt x="120954" y="1846059"/>
                    </a:lnTo>
                    <a:lnTo>
                      <a:pt x="127393" y="1836115"/>
                    </a:lnTo>
                    <a:lnTo>
                      <a:pt x="129730" y="1826183"/>
                    </a:lnTo>
                    <a:lnTo>
                      <a:pt x="137325" y="1816239"/>
                    </a:lnTo>
                    <a:lnTo>
                      <a:pt x="137909" y="1806295"/>
                    </a:lnTo>
                    <a:lnTo>
                      <a:pt x="146088" y="1796351"/>
                    </a:lnTo>
                    <a:lnTo>
                      <a:pt x="146672" y="1786420"/>
                    </a:lnTo>
                    <a:lnTo>
                      <a:pt x="160693" y="1776476"/>
                    </a:lnTo>
                    <a:lnTo>
                      <a:pt x="161861" y="1746656"/>
                    </a:lnTo>
                    <a:lnTo>
                      <a:pt x="164782" y="1736712"/>
                    </a:lnTo>
                    <a:lnTo>
                      <a:pt x="165366" y="1726768"/>
                    </a:lnTo>
                    <a:lnTo>
                      <a:pt x="169468" y="1716824"/>
                    </a:lnTo>
                    <a:lnTo>
                      <a:pt x="172389" y="1696948"/>
                    </a:lnTo>
                    <a:lnTo>
                      <a:pt x="177647" y="1687004"/>
                    </a:lnTo>
                    <a:lnTo>
                      <a:pt x="178231" y="1677060"/>
                    </a:lnTo>
                    <a:lnTo>
                      <a:pt x="180568" y="1667128"/>
                    </a:lnTo>
                    <a:lnTo>
                      <a:pt x="191084" y="1657184"/>
                    </a:lnTo>
                    <a:lnTo>
                      <a:pt x="194589" y="1627365"/>
                    </a:lnTo>
                    <a:lnTo>
                      <a:pt x="196342" y="1607477"/>
                    </a:lnTo>
                    <a:lnTo>
                      <a:pt x="205104" y="1597545"/>
                    </a:lnTo>
                    <a:lnTo>
                      <a:pt x="206273" y="1577657"/>
                    </a:lnTo>
                    <a:lnTo>
                      <a:pt x="208025" y="1567713"/>
                    </a:lnTo>
                    <a:lnTo>
                      <a:pt x="212712" y="1548422"/>
                    </a:lnTo>
                    <a:lnTo>
                      <a:pt x="213296" y="1538477"/>
                    </a:lnTo>
                    <a:lnTo>
                      <a:pt x="214464" y="1528533"/>
                    </a:lnTo>
                    <a:lnTo>
                      <a:pt x="217970" y="1518602"/>
                    </a:lnTo>
                    <a:lnTo>
                      <a:pt x="219722" y="1498714"/>
                    </a:lnTo>
                    <a:lnTo>
                      <a:pt x="224980" y="1488782"/>
                    </a:lnTo>
                    <a:lnTo>
                      <a:pt x="230238" y="1468894"/>
                    </a:lnTo>
                    <a:lnTo>
                      <a:pt x="237248" y="1458950"/>
                    </a:lnTo>
                    <a:lnTo>
                      <a:pt x="241922" y="1449019"/>
                    </a:lnTo>
                    <a:lnTo>
                      <a:pt x="241922" y="1439075"/>
                    </a:lnTo>
                    <a:lnTo>
                      <a:pt x="243090" y="1429130"/>
                    </a:lnTo>
                    <a:lnTo>
                      <a:pt x="243674" y="1419186"/>
                    </a:lnTo>
                    <a:lnTo>
                      <a:pt x="244259" y="1409255"/>
                    </a:lnTo>
                    <a:lnTo>
                      <a:pt x="247180" y="1399311"/>
                    </a:lnTo>
                    <a:lnTo>
                      <a:pt x="248348" y="1389367"/>
                    </a:lnTo>
                    <a:lnTo>
                      <a:pt x="253606" y="1379423"/>
                    </a:lnTo>
                    <a:lnTo>
                      <a:pt x="254787" y="1359547"/>
                    </a:lnTo>
                    <a:lnTo>
                      <a:pt x="257124" y="1349603"/>
                    </a:lnTo>
                    <a:lnTo>
                      <a:pt x="257124" y="1339659"/>
                    </a:lnTo>
                    <a:lnTo>
                      <a:pt x="261213" y="1329728"/>
                    </a:lnTo>
                    <a:lnTo>
                      <a:pt x="263550" y="1309839"/>
                    </a:lnTo>
                    <a:lnTo>
                      <a:pt x="265302" y="1299895"/>
                    </a:lnTo>
                    <a:lnTo>
                      <a:pt x="269392" y="1289964"/>
                    </a:lnTo>
                    <a:lnTo>
                      <a:pt x="269976" y="1280020"/>
                    </a:lnTo>
                    <a:lnTo>
                      <a:pt x="271145" y="1270076"/>
                    </a:lnTo>
                    <a:lnTo>
                      <a:pt x="276986" y="1250200"/>
                    </a:lnTo>
                    <a:lnTo>
                      <a:pt x="276986" y="1240256"/>
                    </a:lnTo>
                    <a:lnTo>
                      <a:pt x="282244" y="1230312"/>
                    </a:lnTo>
                    <a:lnTo>
                      <a:pt x="283413" y="1211021"/>
                    </a:lnTo>
                    <a:lnTo>
                      <a:pt x="285750" y="1201077"/>
                    </a:lnTo>
                    <a:lnTo>
                      <a:pt x="286334" y="1191132"/>
                    </a:lnTo>
                    <a:lnTo>
                      <a:pt x="288671" y="1181201"/>
                    </a:lnTo>
                    <a:lnTo>
                      <a:pt x="289255" y="1171257"/>
                    </a:lnTo>
                    <a:lnTo>
                      <a:pt x="296278" y="1161313"/>
                    </a:lnTo>
                    <a:lnTo>
                      <a:pt x="300367" y="1131493"/>
                    </a:lnTo>
                    <a:lnTo>
                      <a:pt x="302120" y="1121549"/>
                    </a:lnTo>
                    <a:lnTo>
                      <a:pt x="302704" y="1111618"/>
                    </a:lnTo>
                    <a:lnTo>
                      <a:pt x="307378" y="1101674"/>
                    </a:lnTo>
                    <a:lnTo>
                      <a:pt x="308546" y="1081786"/>
                    </a:lnTo>
                    <a:lnTo>
                      <a:pt x="314388" y="1071854"/>
                    </a:lnTo>
                    <a:lnTo>
                      <a:pt x="316725" y="1061910"/>
                    </a:lnTo>
                    <a:lnTo>
                      <a:pt x="316725" y="1042022"/>
                    </a:lnTo>
                    <a:lnTo>
                      <a:pt x="319646" y="1022146"/>
                    </a:lnTo>
                    <a:lnTo>
                      <a:pt x="322567" y="1012202"/>
                    </a:lnTo>
                    <a:lnTo>
                      <a:pt x="324319" y="992327"/>
                    </a:lnTo>
                    <a:lnTo>
                      <a:pt x="327825" y="982383"/>
                    </a:lnTo>
                    <a:lnTo>
                      <a:pt x="328409" y="972438"/>
                    </a:lnTo>
                    <a:lnTo>
                      <a:pt x="330746" y="962494"/>
                    </a:lnTo>
                    <a:lnTo>
                      <a:pt x="333082" y="942619"/>
                    </a:lnTo>
                    <a:lnTo>
                      <a:pt x="335419" y="932675"/>
                    </a:lnTo>
                    <a:lnTo>
                      <a:pt x="338340" y="912799"/>
                    </a:lnTo>
                    <a:lnTo>
                      <a:pt x="339509" y="893495"/>
                    </a:lnTo>
                    <a:lnTo>
                      <a:pt x="346532" y="873620"/>
                    </a:lnTo>
                    <a:lnTo>
                      <a:pt x="347116" y="863676"/>
                    </a:lnTo>
                    <a:lnTo>
                      <a:pt x="348284" y="853732"/>
                    </a:lnTo>
                    <a:lnTo>
                      <a:pt x="354126" y="833856"/>
                    </a:lnTo>
                    <a:lnTo>
                      <a:pt x="354710" y="823912"/>
                    </a:lnTo>
                    <a:lnTo>
                      <a:pt x="359968" y="804037"/>
                    </a:lnTo>
                    <a:lnTo>
                      <a:pt x="362305" y="784148"/>
                    </a:lnTo>
                    <a:lnTo>
                      <a:pt x="365226" y="724509"/>
                    </a:lnTo>
                    <a:lnTo>
                      <a:pt x="372236" y="714565"/>
                    </a:lnTo>
                    <a:lnTo>
                      <a:pt x="372236" y="694689"/>
                    </a:lnTo>
                    <a:lnTo>
                      <a:pt x="375742" y="684745"/>
                    </a:lnTo>
                    <a:lnTo>
                      <a:pt x="376326" y="674801"/>
                    </a:lnTo>
                    <a:lnTo>
                      <a:pt x="378078" y="664857"/>
                    </a:lnTo>
                    <a:lnTo>
                      <a:pt x="379831" y="635038"/>
                    </a:lnTo>
                    <a:lnTo>
                      <a:pt x="384517" y="615162"/>
                    </a:lnTo>
                    <a:lnTo>
                      <a:pt x="385102" y="595274"/>
                    </a:lnTo>
                    <a:lnTo>
                      <a:pt x="389775" y="575398"/>
                    </a:lnTo>
                    <a:lnTo>
                      <a:pt x="390944" y="556094"/>
                    </a:lnTo>
                    <a:lnTo>
                      <a:pt x="395617" y="546163"/>
                    </a:lnTo>
                    <a:lnTo>
                      <a:pt x="395617" y="536219"/>
                    </a:lnTo>
                    <a:lnTo>
                      <a:pt x="398538" y="516331"/>
                    </a:lnTo>
                    <a:lnTo>
                      <a:pt x="399122" y="496455"/>
                    </a:lnTo>
                    <a:lnTo>
                      <a:pt x="408470" y="456691"/>
                    </a:lnTo>
                    <a:lnTo>
                      <a:pt x="409054" y="446747"/>
                    </a:lnTo>
                    <a:lnTo>
                      <a:pt x="413727" y="436803"/>
                    </a:lnTo>
                    <a:lnTo>
                      <a:pt x="415480" y="426872"/>
                    </a:lnTo>
                    <a:lnTo>
                      <a:pt x="418985" y="367220"/>
                    </a:lnTo>
                    <a:lnTo>
                      <a:pt x="420154" y="357289"/>
                    </a:lnTo>
                    <a:lnTo>
                      <a:pt x="429514" y="347344"/>
                    </a:lnTo>
                    <a:lnTo>
                      <a:pt x="435940" y="327456"/>
                    </a:lnTo>
                    <a:lnTo>
                      <a:pt x="436524" y="317525"/>
                    </a:lnTo>
                    <a:lnTo>
                      <a:pt x="439445" y="297637"/>
                    </a:lnTo>
                    <a:lnTo>
                      <a:pt x="444119" y="287693"/>
                    </a:lnTo>
                    <a:lnTo>
                      <a:pt x="446455" y="277761"/>
                    </a:lnTo>
                    <a:lnTo>
                      <a:pt x="446455" y="257873"/>
                    </a:lnTo>
                    <a:lnTo>
                      <a:pt x="455218" y="247929"/>
                    </a:lnTo>
                    <a:lnTo>
                      <a:pt x="455802" y="238582"/>
                    </a:lnTo>
                    <a:lnTo>
                      <a:pt x="461060" y="228638"/>
                    </a:lnTo>
                    <a:lnTo>
                      <a:pt x="464566" y="218694"/>
                    </a:lnTo>
                    <a:lnTo>
                      <a:pt x="467486" y="208762"/>
                    </a:lnTo>
                    <a:lnTo>
                      <a:pt x="467486" y="198818"/>
                    </a:lnTo>
                    <a:lnTo>
                      <a:pt x="471004" y="188874"/>
                    </a:lnTo>
                    <a:lnTo>
                      <a:pt x="483857" y="178930"/>
                    </a:lnTo>
                    <a:lnTo>
                      <a:pt x="486194" y="159054"/>
                    </a:lnTo>
                    <a:lnTo>
                      <a:pt x="496709" y="149110"/>
                    </a:lnTo>
                    <a:lnTo>
                      <a:pt x="501383" y="139166"/>
                    </a:lnTo>
                    <a:lnTo>
                      <a:pt x="504304" y="119291"/>
                    </a:lnTo>
                    <a:lnTo>
                      <a:pt x="521258" y="89471"/>
                    </a:lnTo>
                    <a:lnTo>
                      <a:pt x="524764" y="79527"/>
                    </a:lnTo>
                    <a:lnTo>
                      <a:pt x="532942" y="69583"/>
                    </a:lnTo>
                    <a:lnTo>
                      <a:pt x="538784" y="59639"/>
                    </a:lnTo>
                    <a:lnTo>
                      <a:pt x="542290" y="49707"/>
                    </a:lnTo>
                    <a:lnTo>
                      <a:pt x="549884" y="39763"/>
                    </a:lnTo>
                    <a:lnTo>
                      <a:pt x="553974" y="29819"/>
                    </a:lnTo>
                    <a:lnTo>
                      <a:pt x="559828" y="19888"/>
                    </a:lnTo>
                    <a:lnTo>
                      <a:pt x="582612" y="9944"/>
                    </a:lnTo>
                    <a:lnTo>
                      <a:pt x="583780" y="0"/>
                    </a:lnTo>
                  </a:path>
                </a:pathLst>
              </a:custGeom>
              <a:ln w="61963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6" name="object 85">
                <a:extLst>
                  <a:ext uri="{FF2B5EF4-FFF2-40B4-BE49-F238E27FC236}">
                    <a16:creationId xmlns:a16="http://schemas.microsoft.com/office/drawing/2014/main" id="{4BA90427-4348-4BAF-A135-A7C8E665072D}"/>
                  </a:ext>
                </a:extLst>
              </p:cNvPr>
              <p:cNvSpPr/>
              <p:nvPr/>
            </p:nvSpPr>
            <p:spPr>
              <a:xfrm>
                <a:off x="6359093" y="2223846"/>
                <a:ext cx="3478529" cy="2161540"/>
              </a:xfrm>
              <a:custGeom>
                <a:avLst/>
                <a:gdLst/>
                <a:ahLst/>
                <a:cxnLst/>
                <a:rect l="l" t="t" r="r" b="b"/>
                <a:pathLst>
                  <a:path w="3478529" h="2161540">
                    <a:moveTo>
                      <a:pt x="0" y="2161235"/>
                    </a:moveTo>
                    <a:lnTo>
                      <a:pt x="0" y="0"/>
                    </a:lnTo>
                  </a:path>
                  <a:path w="3478529" h="2161540">
                    <a:moveTo>
                      <a:pt x="3478187" y="2161235"/>
                    </a:moveTo>
                    <a:lnTo>
                      <a:pt x="3478187" y="0"/>
                    </a:lnTo>
                  </a:path>
                  <a:path w="3478529" h="2161540">
                    <a:moveTo>
                      <a:pt x="0" y="2161235"/>
                    </a:moveTo>
                    <a:lnTo>
                      <a:pt x="3478187" y="2161235"/>
                    </a:lnTo>
                  </a:path>
                  <a:path w="3478529" h="2161540">
                    <a:moveTo>
                      <a:pt x="0" y="0"/>
                    </a:moveTo>
                    <a:lnTo>
                      <a:pt x="3478187" y="0"/>
                    </a:lnTo>
                  </a:path>
                </a:pathLst>
              </a:custGeom>
              <a:ln w="60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7" name="object 86">
                <a:extLst>
                  <a:ext uri="{FF2B5EF4-FFF2-40B4-BE49-F238E27FC236}">
                    <a16:creationId xmlns:a16="http://schemas.microsoft.com/office/drawing/2014/main" id="{A79D704D-4290-4D7D-89B2-78FF397864AA}"/>
                  </a:ext>
                </a:extLst>
              </p:cNvPr>
              <p:cNvSpPr/>
              <p:nvPr/>
            </p:nvSpPr>
            <p:spPr>
              <a:xfrm>
                <a:off x="6499351" y="2373541"/>
                <a:ext cx="312420" cy="109855"/>
              </a:xfrm>
              <a:custGeom>
                <a:avLst/>
                <a:gdLst/>
                <a:ahLst/>
                <a:cxnLst/>
                <a:rect l="l" t="t" r="r" b="b"/>
                <a:pathLst>
                  <a:path w="312420" h="109855">
                    <a:moveTo>
                      <a:pt x="312051" y="109346"/>
                    </a:moveTo>
                    <a:lnTo>
                      <a:pt x="0" y="109346"/>
                    </a:lnTo>
                    <a:lnTo>
                      <a:pt x="0" y="0"/>
                    </a:lnTo>
                    <a:lnTo>
                      <a:pt x="312051" y="0"/>
                    </a:lnTo>
                    <a:lnTo>
                      <a:pt x="312051" y="109346"/>
                    </a:lnTo>
                    <a:close/>
                  </a:path>
                </a:pathLst>
              </a:custGeom>
              <a:solidFill>
                <a:srgbClr val="00A78E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8" name="object 87">
                <a:extLst>
                  <a:ext uri="{FF2B5EF4-FFF2-40B4-BE49-F238E27FC236}">
                    <a16:creationId xmlns:a16="http://schemas.microsoft.com/office/drawing/2014/main" id="{C2BA2EB1-383A-4B18-9D2E-7250685D70C1}"/>
                  </a:ext>
                </a:extLst>
              </p:cNvPr>
              <p:cNvSpPr/>
              <p:nvPr/>
            </p:nvSpPr>
            <p:spPr>
              <a:xfrm>
                <a:off x="6499351" y="2373541"/>
                <a:ext cx="312420" cy="109855"/>
              </a:xfrm>
              <a:custGeom>
                <a:avLst/>
                <a:gdLst/>
                <a:ahLst/>
                <a:cxnLst/>
                <a:rect l="l" t="t" r="r" b="b"/>
                <a:pathLst>
                  <a:path w="312420" h="109855">
                    <a:moveTo>
                      <a:pt x="0" y="109346"/>
                    </a:moveTo>
                    <a:lnTo>
                      <a:pt x="312051" y="109346"/>
                    </a:lnTo>
                    <a:lnTo>
                      <a:pt x="312051" y="0"/>
                    </a:lnTo>
                    <a:lnTo>
                      <a:pt x="0" y="0"/>
                    </a:lnTo>
                    <a:lnTo>
                      <a:pt x="0" y="109346"/>
                    </a:lnTo>
                  </a:path>
                </a:pathLst>
              </a:custGeom>
              <a:ln w="7620">
                <a:solidFill>
                  <a:srgbClr val="00A78E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89" name="object 94">
                <a:extLst>
                  <a:ext uri="{FF2B5EF4-FFF2-40B4-BE49-F238E27FC236}">
                    <a16:creationId xmlns:a16="http://schemas.microsoft.com/office/drawing/2014/main" id="{A64EDC4E-B132-407F-B28A-5180E478D58B}"/>
                  </a:ext>
                </a:extLst>
              </p:cNvPr>
              <p:cNvSpPr/>
              <p:nvPr/>
            </p:nvSpPr>
            <p:spPr>
              <a:xfrm>
                <a:off x="6499351" y="2602763"/>
                <a:ext cx="3124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312420" h="109219">
                    <a:moveTo>
                      <a:pt x="312051" y="108762"/>
                    </a:moveTo>
                    <a:lnTo>
                      <a:pt x="0" y="108762"/>
                    </a:lnTo>
                    <a:lnTo>
                      <a:pt x="0" y="0"/>
                    </a:lnTo>
                    <a:lnTo>
                      <a:pt x="312051" y="0"/>
                    </a:lnTo>
                    <a:lnTo>
                      <a:pt x="312051" y="108762"/>
                    </a:lnTo>
                    <a:close/>
                  </a:path>
                </a:pathLst>
              </a:custGeom>
              <a:solidFill>
                <a:srgbClr val="F4772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90" name="object 95">
                <a:extLst>
                  <a:ext uri="{FF2B5EF4-FFF2-40B4-BE49-F238E27FC236}">
                    <a16:creationId xmlns:a16="http://schemas.microsoft.com/office/drawing/2014/main" id="{7F122AC9-9447-49DC-A7B9-36A61115F375}"/>
                  </a:ext>
                </a:extLst>
              </p:cNvPr>
              <p:cNvSpPr/>
              <p:nvPr/>
            </p:nvSpPr>
            <p:spPr>
              <a:xfrm>
                <a:off x="6499351" y="2602763"/>
                <a:ext cx="3124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312420" h="109219">
                    <a:moveTo>
                      <a:pt x="0" y="108762"/>
                    </a:moveTo>
                    <a:lnTo>
                      <a:pt x="312051" y="108762"/>
                    </a:lnTo>
                    <a:lnTo>
                      <a:pt x="312051" y="0"/>
                    </a:lnTo>
                    <a:lnTo>
                      <a:pt x="0" y="0"/>
                    </a:lnTo>
                    <a:lnTo>
                      <a:pt x="0" y="108762"/>
                    </a:lnTo>
                  </a:path>
                </a:pathLst>
              </a:custGeom>
              <a:ln w="7620">
                <a:solidFill>
                  <a:srgbClr val="F4772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+mj-lt"/>
                </a:endParaRPr>
              </a:p>
            </p:txBody>
          </p:sp>
        </p:grpSp>
        <p:grpSp>
          <p:nvGrpSpPr>
            <p:cNvPr id="91" name="object 184">
              <a:extLst>
                <a:ext uri="{FF2B5EF4-FFF2-40B4-BE49-F238E27FC236}">
                  <a16:creationId xmlns:a16="http://schemas.microsoft.com/office/drawing/2014/main" id="{32ACBB1F-5CD2-4160-B074-7D1874A69DE0}"/>
                </a:ext>
              </a:extLst>
            </p:cNvPr>
            <p:cNvGrpSpPr/>
            <p:nvPr/>
          </p:nvGrpSpPr>
          <p:grpSpPr>
            <a:xfrm>
              <a:off x="2503741" y="4538052"/>
              <a:ext cx="2902585" cy="260985"/>
              <a:chOff x="2503741" y="4538052"/>
              <a:chExt cx="2902585" cy="260985"/>
            </a:xfrm>
          </p:grpSpPr>
        </p:grpSp>
        <p:grpSp>
          <p:nvGrpSpPr>
            <p:cNvPr id="92" name="object 104">
              <a:extLst>
                <a:ext uri="{FF2B5EF4-FFF2-40B4-BE49-F238E27FC236}">
                  <a16:creationId xmlns:a16="http://schemas.microsoft.com/office/drawing/2014/main" id="{B256C3FD-BC72-436F-8CD6-04652D9C19E5}"/>
                </a:ext>
              </a:extLst>
            </p:cNvPr>
            <p:cNvGrpSpPr/>
            <p:nvPr/>
          </p:nvGrpSpPr>
          <p:grpSpPr>
            <a:xfrm>
              <a:off x="7538948" y="4642370"/>
              <a:ext cx="1132205" cy="157480"/>
              <a:chOff x="7538948" y="4642370"/>
              <a:chExt cx="1132205" cy="157480"/>
            </a:xfrm>
          </p:grpSpPr>
        </p:grpSp>
        <p:sp>
          <p:nvSpPr>
            <p:cNvPr id="93" name="Label 197">
              <a:extLst>
                <a:ext uri="{FF2B5EF4-FFF2-40B4-BE49-F238E27FC236}">
                  <a16:creationId xmlns:a16="http://schemas.microsoft.com/office/drawing/2014/main" id="{0AD5F341-388D-4AFD-B4AD-55047EF92F13}"/>
                </a:ext>
              </a:extLst>
            </p:cNvPr>
            <p:cNvSpPr txBox="1"/>
            <p:nvPr/>
          </p:nvSpPr>
          <p:spPr>
            <a:xfrm>
              <a:off x="1544238" y="2287524"/>
              <a:ext cx="538764" cy="1752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50" dirty="0">
                  <a:solidFill>
                    <a:srgbClr val="000000"/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94" name="Label 198">
              <a:extLst>
                <a:ext uri="{FF2B5EF4-FFF2-40B4-BE49-F238E27FC236}">
                  <a16:creationId xmlns:a16="http://schemas.microsoft.com/office/drawing/2014/main" id="{95A6E646-46AD-452D-9E93-8F9ED29A6271}"/>
                </a:ext>
              </a:extLst>
            </p:cNvPr>
            <p:cNvSpPr txBox="1"/>
            <p:nvPr/>
          </p:nvSpPr>
          <p:spPr>
            <a:xfrm>
              <a:off x="1544238" y="2636824"/>
              <a:ext cx="538764" cy="1752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50" dirty="0">
                  <a:solidFill>
                    <a:srgbClr val="000000"/>
                  </a:solidFill>
                  <a:latin typeface="Arial"/>
                  <a:cs typeface="Arial"/>
                </a:rPr>
                <a:t>125</a:t>
              </a:r>
            </a:p>
          </p:txBody>
        </p:sp>
        <p:sp>
          <p:nvSpPr>
            <p:cNvPr id="95" name="Label 199">
              <a:extLst>
                <a:ext uri="{FF2B5EF4-FFF2-40B4-BE49-F238E27FC236}">
                  <a16:creationId xmlns:a16="http://schemas.microsoft.com/office/drawing/2014/main" id="{049FDEEB-81F1-497C-BA8B-B21CDF5FCDB4}"/>
                </a:ext>
              </a:extLst>
            </p:cNvPr>
            <p:cNvSpPr txBox="1"/>
            <p:nvPr/>
          </p:nvSpPr>
          <p:spPr>
            <a:xfrm>
              <a:off x="1544238" y="2987954"/>
              <a:ext cx="538764" cy="1752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50" dirty="0">
                  <a:solidFill>
                    <a:srgbClr val="000000"/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6" name="Label 200">
              <a:extLst>
                <a:ext uri="{FF2B5EF4-FFF2-40B4-BE49-F238E27FC236}">
                  <a16:creationId xmlns:a16="http://schemas.microsoft.com/office/drawing/2014/main" id="{F8C43136-A022-4CFD-92DA-E9681A10CCD0}"/>
                </a:ext>
              </a:extLst>
            </p:cNvPr>
            <p:cNvSpPr txBox="1"/>
            <p:nvPr/>
          </p:nvSpPr>
          <p:spPr>
            <a:xfrm>
              <a:off x="1544238" y="3339998"/>
              <a:ext cx="538764" cy="1752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50" dirty="0">
                  <a:solidFill>
                    <a:srgbClr val="000000"/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97" name="Label 201">
              <a:extLst>
                <a:ext uri="{FF2B5EF4-FFF2-40B4-BE49-F238E27FC236}">
                  <a16:creationId xmlns:a16="http://schemas.microsoft.com/office/drawing/2014/main" id="{372C106E-6B1B-4370-8422-89B9634BB5D8}"/>
                </a:ext>
              </a:extLst>
            </p:cNvPr>
            <p:cNvSpPr txBox="1"/>
            <p:nvPr/>
          </p:nvSpPr>
          <p:spPr>
            <a:xfrm>
              <a:off x="1544238" y="3688384"/>
              <a:ext cx="538764" cy="1752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50" dirty="0">
                  <a:solidFill>
                    <a:srgbClr val="000000"/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98" name="Label 202">
              <a:extLst>
                <a:ext uri="{FF2B5EF4-FFF2-40B4-BE49-F238E27FC236}">
                  <a16:creationId xmlns:a16="http://schemas.microsoft.com/office/drawing/2014/main" id="{936AF399-D6A7-4850-9DA4-6ED8FE3C30EA}"/>
                </a:ext>
              </a:extLst>
            </p:cNvPr>
            <p:cNvSpPr txBox="1"/>
            <p:nvPr/>
          </p:nvSpPr>
          <p:spPr>
            <a:xfrm>
              <a:off x="1544238" y="4038600"/>
              <a:ext cx="538764" cy="1752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50" dirty="0">
                  <a:solidFill>
                    <a:srgbClr val="000000"/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99" name="Label 203">
              <a:extLst>
                <a:ext uri="{FF2B5EF4-FFF2-40B4-BE49-F238E27FC236}">
                  <a16:creationId xmlns:a16="http://schemas.microsoft.com/office/drawing/2014/main" id="{16A9E699-FAE6-4F26-A557-6DD498ED889C}"/>
                </a:ext>
              </a:extLst>
            </p:cNvPr>
            <p:cNvSpPr txBox="1"/>
            <p:nvPr/>
          </p:nvSpPr>
          <p:spPr>
            <a:xfrm>
              <a:off x="1544238" y="4388815"/>
              <a:ext cx="538764" cy="1752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150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0" name="Label 204">
              <a:extLst>
                <a:ext uri="{FF2B5EF4-FFF2-40B4-BE49-F238E27FC236}">
                  <a16:creationId xmlns:a16="http://schemas.microsoft.com/office/drawing/2014/main" id="{F6A83950-94C1-4CF8-A610-9C0F7FA25545}"/>
                </a:ext>
              </a:extLst>
            </p:cNvPr>
            <p:cNvSpPr txBox="1"/>
            <p:nvPr/>
          </p:nvSpPr>
          <p:spPr>
            <a:xfrm rot="16200000">
              <a:off x="730559" y="3234080"/>
              <a:ext cx="1981596" cy="16764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Arial"/>
                  <a:cs typeface="Arial"/>
                </a:rPr>
                <a:t>Remote Memory (GiB)</a:t>
              </a:r>
            </a:p>
          </p:txBody>
        </p:sp>
        <p:sp>
          <p:nvSpPr>
            <p:cNvPr id="101" name="Label 205">
              <a:extLst>
                <a:ext uri="{FF2B5EF4-FFF2-40B4-BE49-F238E27FC236}">
                  <a16:creationId xmlns:a16="http://schemas.microsoft.com/office/drawing/2014/main" id="{8D62C88B-3C58-41C3-A3B2-A4DCC5A0F8AC}"/>
                </a:ext>
              </a:extLst>
            </p:cNvPr>
            <p:cNvSpPr txBox="1"/>
            <p:nvPr/>
          </p:nvSpPr>
          <p:spPr>
            <a:xfrm>
              <a:off x="1814169" y="4503115"/>
              <a:ext cx="669340" cy="1752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150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2" name="Label 206">
              <a:extLst>
                <a:ext uri="{FF2B5EF4-FFF2-40B4-BE49-F238E27FC236}">
                  <a16:creationId xmlns:a16="http://schemas.microsoft.com/office/drawing/2014/main" id="{38E62D12-9F41-4CB9-8C10-8C775FA4ED8F}"/>
                </a:ext>
              </a:extLst>
            </p:cNvPr>
            <p:cNvSpPr txBox="1"/>
            <p:nvPr/>
          </p:nvSpPr>
          <p:spPr>
            <a:xfrm>
              <a:off x="2332634" y="4503115"/>
              <a:ext cx="669340" cy="1752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150" dirty="0">
                  <a:solidFill>
                    <a:srgbClr val="000000"/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103" name="Label 207">
              <a:extLst>
                <a:ext uri="{FF2B5EF4-FFF2-40B4-BE49-F238E27FC236}">
                  <a16:creationId xmlns:a16="http://schemas.microsoft.com/office/drawing/2014/main" id="{3F010465-1D30-4AB5-92B2-69E06007FE67}"/>
                </a:ext>
              </a:extLst>
            </p:cNvPr>
            <p:cNvSpPr txBox="1"/>
            <p:nvPr/>
          </p:nvSpPr>
          <p:spPr>
            <a:xfrm>
              <a:off x="2846527" y="4503115"/>
              <a:ext cx="669340" cy="1752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150" dirty="0">
                  <a:solidFill>
                    <a:srgbClr val="000000"/>
                  </a:solidFill>
                  <a:latin typeface="Arial"/>
                  <a:cs typeface="Arial"/>
                </a:rPr>
                <a:t>2000</a:t>
              </a:r>
            </a:p>
          </p:txBody>
        </p:sp>
        <p:sp>
          <p:nvSpPr>
            <p:cNvPr id="104" name="Label 208">
              <a:extLst>
                <a:ext uri="{FF2B5EF4-FFF2-40B4-BE49-F238E27FC236}">
                  <a16:creationId xmlns:a16="http://schemas.microsoft.com/office/drawing/2014/main" id="{271D14A2-BFEE-415B-8A3E-40192B1BDD03}"/>
                </a:ext>
              </a:extLst>
            </p:cNvPr>
            <p:cNvSpPr txBox="1"/>
            <p:nvPr/>
          </p:nvSpPr>
          <p:spPr>
            <a:xfrm>
              <a:off x="3359505" y="4503115"/>
              <a:ext cx="669340" cy="1752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150" dirty="0">
                  <a:solidFill>
                    <a:srgbClr val="000000"/>
                  </a:solidFill>
                  <a:latin typeface="Arial"/>
                  <a:cs typeface="Arial"/>
                </a:rPr>
                <a:t>3000</a:t>
              </a:r>
            </a:p>
          </p:txBody>
        </p:sp>
        <p:sp>
          <p:nvSpPr>
            <p:cNvPr id="105" name="Label 209">
              <a:extLst>
                <a:ext uri="{FF2B5EF4-FFF2-40B4-BE49-F238E27FC236}">
                  <a16:creationId xmlns:a16="http://schemas.microsoft.com/office/drawing/2014/main" id="{F7C67BE5-4D73-47C9-9CB4-7FFBBEFCF8E3}"/>
                </a:ext>
              </a:extLst>
            </p:cNvPr>
            <p:cNvSpPr txBox="1"/>
            <p:nvPr/>
          </p:nvSpPr>
          <p:spPr>
            <a:xfrm>
              <a:off x="3876141" y="4503115"/>
              <a:ext cx="669340" cy="1752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150" dirty="0">
                  <a:solidFill>
                    <a:srgbClr val="000000"/>
                  </a:solidFill>
                  <a:latin typeface="Arial"/>
                  <a:cs typeface="Arial"/>
                </a:rPr>
                <a:t>4000</a:t>
              </a:r>
            </a:p>
          </p:txBody>
        </p:sp>
        <p:sp>
          <p:nvSpPr>
            <p:cNvPr id="106" name="Label 210">
              <a:extLst>
                <a:ext uri="{FF2B5EF4-FFF2-40B4-BE49-F238E27FC236}">
                  <a16:creationId xmlns:a16="http://schemas.microsoft.com/office/drawing/2014/main" id="{FAF4F6F0-FBD9-4C0F-9EC4-57D1F2A50A03}"/>
                </a:ext>
              </a:extLst>
            </p:cNvPr>
            <p:cNvSpPr txBox="1"/>
            <p:nvPr/>
          </p:nvSpPr>
          <p:spPr>
            <a:xfrm>
              <a:off x="4393692" y="4503115"/>
              <a:ext cx="669340" cy="1752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150" dirty="0">
                  <a:solidFill>
                    <a:srgbClr val="000000"/>
                  </a:solidFill>
                  <a:latin typeface="Arial"/>
                  <a:cs typeface="Arial"/>
                </a:rPr>
                <a:t>5000</a:t>
              </a:r>
            </a:p>
          </p:txBody>
        </p:sp>
        <p:sp>
          <p:nvSpPr>
            <p:cNvPr id="107" name="Label 211">
              <a:extLst>
                <a:ext uri="{FF2B5EF4-FFF2-40B4-BE49-F238E27FC236}">
                  <a16:creationId xmlns:a16="http://schemas.microsoft.com/office/drawing/2014/main" id="{5ED3C89B-6085-4373-9F5C-A4DC018BEB6B}"/>
                </a:ext>
              </a:extLst>
            </p:cNvPr>
            <p:cNvSpPr txBox="1"/>
            <p:nvPr/>
          </p:nvSpPr>
          <p:spPr>
            <a:xfrm>
              <a:off x="4906670" y="4503115"/>
              <a:ext cx="669340" cy="1752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150" dirty="0">
                  <a:solidFill>
                    <a:srgbClr val="000000"/>
                  </a:solidFill>
                  <a:latin typeface="Arial"/>
                  <a:cs typeface="Arial"/>
                </a:rPr>
                <a:t>6000</a:t>
              </a:r>
            </a:p>
          </p:txBody>
        </p:sp>
        <p:sp>
          <p:nvSpPr>
            <p:cNvPr id="108" name="Label 212">
              <a:extLst>
                <a:ext uri="{FF2B5EF4-FFF2-40B4-BE49-F238E27FC236}">
                  <a16:creationId xmlns:a16="http://schemas.microsoft.com/office/drawing/2014/main" id="{14E253D7-C10A-4F9E-B07E-CF574A48235D}"/>
                </a:ext>
              </a:extLst>
            </p:cNvPr>
            <p:cNvSpPr txBox="1"/>
            <p:nvPr/>
          </p:nvSpPr>
          <p:spPr>
            <a:xfrm>
              <a:off x="3295497" y="4644390"/>
              <a:ext cx="797356" cy="1752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150" dirty="0">
                  <a:solidFill>
                    <a:srgbClr val="000000"/>
                  </a:solidFill>
                  <a:latin typeface="Arial"/>
                  <a:cs typeface="Arial"/>
                </a:rPr>
                <a:t>Time(s)</a:t>
              </a:r>
            </a:p>
          </p:txBody>
        </p:sp>
        <p:sp>
          <p:nvSpPr>
            <p:cNvPr id="109" name="Label 213">
              <a:extLst>
                <a:ext uri="{FF2B5EF4-FFF2-40B4-BE49-F238E27FC236}">
                  <a16:creationId xmlns:a16="http://schemas.microsoft.com/office/drawing/2014/main" id="{13A66126-2DFF-472A-8B11-D1B65494C579}"/>
                </a:ext>
              </a:extLst>
            </p:cNvPr>
            <p:cNvSpPr txBox="1"/>
            <p:nvPr/>
          </p:nvSpPr>
          <p:spPr>
            <a:xfrm>
              <a:off x="5753953" y="2218639"/>
              <a:ext cx="54260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10" name="Label 214">
              <a:extLst>
                <a:ext uri="{FF2B5EF4-FFF2-40B4-BE49-F238E27FC236}">
                  <a16:creationId xmlns:a16="http://schemas.microsoft.com/office/drawing/2014/main" id="{626330B1-9880-4FC5-830B-5FEF3C41072E}"/>
                </a:ext>
              </a:extLst>
            </p:cNvPr>
            <p:cNvSpPr txBox="1"/>
            <p:nvPr/>
          </p:nvSpPr>
          <p:spPr>
            <a:xfrm>
              <a:off x="5753953" y="2610916"/>
              <a:ext cx="54260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11" name="Label 215">
              <a:extLst>
                <a:ext uri="{FF2B5EF4-FFF2-40B4-BE49-F238E27FC236}">
                  <a16:creationId xmlns:a16="http://schemas.microsoft.com/office/drawing/2014/main" id="{65AD8FD3-3139-4492-ACDD-1CE3BBCF7720}"/>
                </a:ext>
              </a:extLst>
            </p:cNvPr>
            <p:cNvSpPr txBox="1"/>
            <p:nvPr/>
          </p:nvSpPr>
          <p:spPr>
            <a:xfrm>
              <a:off x="5753953" y="3004108"/>
              <a:ext cx="54260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12" name="Label 216">
              <a:extLst>
                <a:ext uri="{FF2B5EF4-FFF2-40B4-BE49-F238E27FC236}">
                  <a16:creationId xmlns:a16="http://schemas.microsoft.com/office/drawing/2014/main" id="{D253865E-397B-4173-B626-0F15024C0043}"/>
                </a:ext>
              </a:extLst>
            </p:cNvPr>
            <p:cNvSpPr txBox="1"/>
            <p:nvPr/>
          </p:nvSpPr>
          <p:spPr>
            <a:xfrm>
              <a:off x="5753953" y="3397300"/>
              <a:ext cx="54260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13" name="Label 217">
              <a:extLst>
                <a:ext uri="{FF2B5EF4-FFF2-40B4-BE49-F238E27FC236}">
                  <a16:creationId xmlns:a16="http://schemas.microsoft.com/office/drawing/2014/main" id="{EDDA1216-D62A-4655-9D52-A3565DF5CD0F}"/>
                </a:ext>
              </a:extLst>
            </p:cNvPr>
            <p:cNvSpPr txBox="1"/>
            <p:nvPr/>
          </p:nvSpPr>
          <p:spPr>
            <a:xfrm>
              <a:off x="5753953" y="3790492"/>
              <a:ext cx="54260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114" name="Label 218">
              <a:extLst>
                <a:ext uri="{FF2B5EF4-FFF2-40B4-BE49-F238E27FC236}">
                  <a16:creationId xmlns:a16="http://schemas.microsoft.com/office/drawing/2014/main" id="{3C92E4C5-886A-4CC1-BEA5-3BD0A8EA3E78}"/>
                </a:ext>
              </a:extLst>
            </p:cNvPr>
            <p:cNvSpPr txBox="1"/>
            <p:nvPr/>
          </p:nvSpPr>
          <p:spPr>
            <a:xfrm>
              <a:off x="5753953" y="4182770"/>
              <a:ext cx="54260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15" name="Label 219">
              <a:extLst>
                <a:ext uri="{FF2B5EF4-FFF2-40B4-BE49-F238E27FC236}">
                  <a16:creationId xmlns:a16="http://schemas.microsoft.com/office/drawing/2014/main" id="{A53EA03B-2A4D-4AE0-9392-0D7716F8AFD9}"/>
                </a:ext>
              </a:extLst>
            </p:cNvPr>
            <p:cNvSpPr txBox="1"/>
            <p:nvPr/>
          </p:nvSpPr>
          <p:spPr>
            <a:xfrm rot="16200000">
              <a:off x="5673852" y="3198876"/>
              <a:ext cx="457200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CDF</a:t>
              </a:r>
            </a:p>
          </p:txBody>
        </p:sp>
        <p:sp>
          <p:nvSpPr>
            <p:cNvPr id="116" name="Label 220">
              <a:extLst>
                <a:ext uri="{FF2B5EF4-FFF2-40B4-BE49-F238E27FC236}">
                  <a16:creationId xmlns:a16="http://schemas.microsoft.com/office/drawing/2014/main" id="{2BF1594A-17E1-4D25-9331-50379ECBB32B}"/>
                </a:ext>
              </a:extLst>
            </p:cNvPr>
            <p:cNvSpPr txBox="1"/>
            <p:nvPr/>
          </p:nvSpPr>
          <p:spPr>
            <a:xfrm>
              <a:off x="6944868" y="2322398"/>
              <a:ext cx="1095634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300" dirty="0">
                  <a:solidFill>
                    <a:srgbClr val="000000"/>
                  </a:solidFill>
                  <a:latin typeface="Arial"/>
                  <a:cs typeface="Arial"/>
                </a:rPr>
                <a:t>200 jobs</a:t>
              </a:r>
            </a:p>
          </p:txBody>
        </p:sp>
        <p:sp>
          <p:nvSpPr>
            <p:cNvPr id="117" name="Label 221">
              <a:extLst>
                <a:ext uri="{FF2B5EF4-FFF2-40B4-BE49-F238E27FC236}">
                  <a16:creationId xmlns:a16="http://schemas.microsoft.com/office/drawing/2014/main" id="{F336E898-E671-47F6-AE20-510911B901D0}"/>
                </a:ext>
              </a:extLst>
            </p:cNvPr>
            <p:cNvSpPr txBox="1"/>
            <p:nvPr/>
          </p:nvSpPr>
          <p:spPr>
            <a:xfrm>
              <a:off x="6949440" y="2551455"/>
              <a:ext cx="1365747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en-US" sz="1300" dirty="0">
                  <a:solidFill>
                    <a:srgbClr val="000000"/>
                  </a:solidFill>
                  <a:latin typeface="Arial"/>
                  <a:cs typeface="Arial"/>
                </a:rPr>
                <a:t>10000 jobs</a:t>
              </a:r>
            </a:p>
          </p:txBody>
        </p:sp>
        <p:sp>
          <p:nvSpPr>
            <p:cNvPr id="118" name="Label 222">
              <a:extLst>
                <a:ext uri="{FF2B5EF4-FFF2-40B4-BE49-F238E27FC236}">
                  <a16:creationId xmlns:a16="http://schemas.microsoft.com/office/drawing/2014/main" id="{5961FC9F-FFCC-4632-AF1B-81EAF6FA3634}"/>
                </a:ext>
              </a:extLst>
            </p:cNvPr>
            <p:cNvSpPr txBox="1"/>
            <p:nvPr/>
          </p:nvSpPr>
          <p:spPr>
            <a:xfrm>
              <a:off x="5918362" y="4400854"/>
              <a:ext cx="884407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−0.05</a:t>
              </a:r>
            </a:p>
          </p:txBody>
        </p:sp>
        <p:sp>
          <p:nvSpPr>
            <p:cNvPr id="119" name="Label 223">
              <a:extLst>
                <a:ext uri="{FF2B5EF4-FFF2-40B4-BE49-F238E27FC236}">
                  <a16:creationId xmlns:a16="http://schemas.microsoft.com/office/drawing/2014/main" id="{A501D42E-0D40-48FA-8305-17670EC7609F}"/>
                </a:ext>
              </a:extLst>
            </p:cNvPr>
            <p:cNvSpPr txBox="1"/>
            <p:nvPr/>
          </p:nvSpPr>
          <p:spPr>
            <a:xfrm>
              <a:off x="6631777" y="4400854"/>
              <a:ext cx="69750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20" name="Label 224">
              <a:extLst>
                <a:ext uri="{FF2B5EF4-FFF2-40B4-BE49-F238E27FC236}">
                  <a16:creationId xmlns:a16="http://schemas.microsoft.com/office/drawing/2014/main" id="{C6AC16E2-46DD-4378-82F6-915CE4CEC773}"/>
                </a:ext>
              </a:extLst>
            </p:cNvPr>
            <p:cNvSpPr txBox="1"/>
            <p:nvPr/>
          </p:nvSpPr>
          <p:spPr>
            <a:xfrm>
              <a:off x="7253386" y="4400854"/>
              <a:ext cx="692383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121" name="Label 225">
              <a:extLst>
                <a:ext uri="{FF2B5EF4-FFF2-40B4-BE49-F238E27FC236}">
                  <a16:creationId xmlns:a16="http://schemas.microsoft.com/office/drawing/2014/main" id="{5D3183B3-A2AC-4DDC-A66E-79C7129BE8F6}"/>
                </a:ext>
              </a:extLst>
            </p:cNvPr>
            <p:cNvSpPr txBox="1"/>
            <p:nvPr/>
          </p:nvSpPr>
          <p:spPr>
            <a:xfrm>
              <a:off x="7873349" y="4400854"/>
              <a:ext cx="69878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122" name="Label 226">
              <a:extLst>
                <a:ext uri="{FF2B5EF4-FFF2-40B4-BE49-F238E27FC236}">
                  <a16:creationId xmlns:a16="http://schemas.microsoft.com/office/drawing/2014/main" id="{3032C945-207E-413D-998D-E26619B496CD}"/>
                </a:ext>
              </a:extLst>
            </p:cNvPr>
            <p:cNvSpPr txBox="1"/>
            <p:nvPr/>
          </p:nvSpPr>
          <p:spPr>
            <a:xfrm>
              <a:off x="8496056" y="4400854"/>
              <a:ext cx="692383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123" name="Label 227">
              <a:extLst>
                <a:ext uri="{FF2B5EF4-FFF2-40B4-BE49-F238E27FC236}">
                  <a16:creationId xmlns:a16="http://schemas.microsoft.com/office/drawing/2014/main" id="{3B8BD3E8-C4A3-4B34-B0A9-72364ACCB6DF}"/>
                </a:ext>
              </a:extLst>
            </p:cNvPr>
            <p:cNvSpPr txBox="1"/>
            <p:nvPr/>
          </p:nvSpPr>
          <p:spPr>
            <a:xfrm>
              <a:off x="9115104" y="4400854"/>
              <a:ext cx="698784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0.20</a:t>
              </a:r>
            </a:p>
          </p:txBody>
        </p:sp>
        <p:sp>
          <p:nvSpPr>
            <p:cNvPr id="124" name="Label 228">
              <a:extLst>
                <a:ext uri="{FF2B5EF4-FFF2-40B4-BE49-F238E27FC236}">
                  <a16:creationId xmlns:a16="http://schemas.microsoft.com/office/drawing/2014/main" id="{595E1C8E-49B5-4698-B059-80E1B668E837}"/>
                </a:ext>
              </a:extLst>
            </p:cNvPr>
            <p:cNvSpPr txBox="1"/>
            <p:nvPr/>
          </p:nvSpPr>
          <p:spPr>
            <a:xfrm>
              <a:off x="7217542" y="4594809"/>
              <a:ext cx="1775399" cy="21336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  <a:latin typeface="Arial"/>
                  <a:cs typeface="Arial"/>
                </a:rPr>
                <a:t>Improvement</a:t>
              </a:r>
            </a:p>
          </p:txBody>
        </p:sp>
      </p:grpSp>
      <p:sp>
        <p:nvSpPr>
          <p:cNvPr id="126" name="object 194">
            <a:extLst>
              <a:ext uri="{FF2B5EF4-FFF2-40B4-BE49-F238E27FC236}">
                <a16:creationId xmlns:a16="http://schemas.microsoft.com/office/drawing/2014/main" id="{89D19A6E-640D-4FB8-9B40-962D3B56A447}"/>
              </a:ext>
            </a:extLst>
          </p:cNvPr>
          <p:cNvSpPr txBox="1"/>
          <p:nvPr/>
        </p:nvSpPr>
        <p:spPr>
          <a:xfrm>
            <a:off x="838200" y="5053584"/>
            <a:ext cx="9930063" cy="1128963"/>
          </a:xfrm>
          <a:prstGeom prst="rect">
            <a:avLst/>
          </a:prstGeom>
          <a:solidFill>
            <a:srgbClr val="FAE4D5"/>
          </a:solidFill>
        </p:spPr>
        <p:txBody>
          <a:bodyPr vert="horz" wrap="square" lIns="91440" tIns="27305" rIns="0" bIns="0" rtlCol="0">
            <a:spAutoFit/>
          </a:bodyPr>
          <a:lstStyle>
            <a:lvl1pPr marL="285750" indent="-285750">
              <a:buFont typeface="Arial"/>
              <a:buChar char="•"/>
            </a:lvl1pPr>
            <a:lvl2pPr marL="685800" indent="-228600">
              <a:buSzPct val="80000"/>
              <a:buFont typeface="Arial"/>
              <a:buChar char="•"/>
            </a:lvl2pPr>
            <a:lvl3pPr marL="1085850" indent="-228600">
              <a:buSzPct val="65000"/>
              <a:buFont typeface="Arial"/>
              <a:buChar char="•"/>
            </a:lvl3pPr>
            <a:lvl4pPr marL="1485900" indent="-228600">
              <a:buSzPct val="55000"/>
              <a:buFont typeface="Arial"/>
              <a:buChar char="•"/>
            </a:lvl4pPr>
            <a:lvl5pPr marL="1885950" indent="-228600">
              <a:buSzPct val="50000"/>
              <a:buFont typeface="Arial"/>
              <a:buChar char="•"/>
            </a:lvl5pPr>
          </a:lstStyle>
          <a:p>
            <a:pPr marL="0" indent="0">
              <a:lnSpc>
                <a:spcPct val="100000"/>
              </a:lnSpc>
              <a:spcBef>
                <a:spcPts val="215"/>
              </a:spcBef>
              <a:buNone/>
            </a:pPr>
            <a:r>
              <a:rPr sz="2400" dirty="0">
                <a:latin typeface="+mn-lt"/>
                <a:cs typeface="Times New Roman"/>
              </a:rPr>
              <a:t>Dynamic swap system vs. Static premmap swap system</a:t>
            </a:r>
          </a:p>
          <a:p>
            <a:pPr>
              <a:lnSpc>
                <a:spcPts val="2875"/>
              </a:lnSpc>
              <a:spcBef>
                <a:spcPts val="10"/>
              </a:spcBef>
            </a:pPr>
            <a:r>
              <a:rPr sz="2400" dirty="0">
                <a:latin typeface="+mn-lt"/>
                <a:cs typeface="Times New Roman"/>
              </a:rPr>
              <a:t>Higher memory utilization: 41% → 74%</a:t>
            </a:r>
          </a:p>
          <a:p>
            <a:pPr>
              <a:lnSpc>
                <a:spcPts val="2875"/>
              </a:lnSpc>
            </a:pPr>
            <a:r>
              <a:rPr sz="2400" dirty="0">
                <a:latin typeface="+mn-lt"/>
                <a:cs typeface="Times New Roman"/>
              </a:rPr>
              <a:t>More jobs running concurrently in DM: job t</a:t>
            </a:r>
            <a:r>
              <a:rPr lang="en-US" sz="2400" dirty="0">
                <a:latin typeface="+mn-lt"/>
                <a:cs typeface="Times New Roman"/>
              </a:rPr>
              <a:t>hrough</a:t>
            </a:r>
            <a:r>
              <a:rPr sz="2400" dirty="0">
                <a:latin typeface="+mn-lt"/>
                <a:cs typeface="Times New Roman"/>
              </a:rPr>
              <a:t>put improvement 8</a:t>
            </a:r>
            <a:r>
              <a:rPr lang="en-US" sz="2400" dirty="0">
                <a:latin typeface="+mn-lt"/>
                <a:cs typeface="Times New Roman"/>
              </a:rPr>
              <a:t>-</a:t>
            </a:r>
            <a:r>
              <a:rPr sz="2400" dirty="0">
                <a:latin typeface="+mn-lt"/>
                <a:cs typeface="Times New Roman"/>
              </a:rPr>
              <a:t>1</a:t>
            </a:r>
            <a:r>
              <a:rPr lang="en-US" sz="2400" dirty="0">
                <a:latin typeface="+mn-lt"/>
                <a:cs typeface="Times New Roman"/>
              </a:rPr>
              <a:t>1</a:t>
            </a:r>
            <a:r>
              <a:rPr sz="2400" dirty="0">
                <a:latin typeface="+mn-lt"/>
                <a:cs typeface="Times New Roman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3769954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355115-4E7B-4CB2-9AD3-6E7DAD15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BFBE75-2BFD-4FB8-B624-6E8151FC5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ko-KR" sz="2800" u="heavy" dirty="0">
                <a:solidFill>
                  <a:srgbClr val="6FAC46"/>
                </a:solidFill>
                <a:uFill>
                  <a:solidFill>
                    <a:srgbClr val="6FAC46"/>
                  </a:solidFill>
                </a:uFill>
                <a:cs typeface="Times New Roman"/>
              </a:rPr>
              <a:t>Background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US" altLang="ko-KR" dirty="0">
                <a:cs typeface="Times New Roman"/>
              </a:rPr>
              <a:t>Existing RDMA-based DM systems face a tough choice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US" altLang="ko-KR" dirty="0">
                <a:cs typeface="Times New Roman"/>
              </a:rPr>
              <a:t>Either endure significant allocation overheads or accept substantial memory waste</a:t>
            </a:r>
          </a:p>
          <a:p>
            <a:pPr marL="0" indent="0">
              <a:lnSpc>
                <a:spcPct val="100000"/>
              </a:lnSpc>
              <a:spcBef>
                <a:spcPts val="120"/>
              </a:spcBef>
              <a:buNone/>
            </a:pPr>
            <a:endParaRPr lang="en-US" altLang="ko-KR" sz="2800" dirty="0">
              <a:cs typeface="Times New Roman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800" u="heavy" dirty="0" err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cs typeface="Times New Roman"/>
              </a:rPr>
              <a:t>FineMem</a:t>
            </a:r>
            <a:r>
              <a:rPr lang="en-US" altLang="ko-KR" sz="28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cs typeface="Times New Roman"/>
              </a:rPr>
              <a:t>:</a:t>
            </a:r>
            <a:r>
              <a:rPr lang="en-US" altLang="ko-KR" sz="2800" dirty="0">
                <a:solidFill>
                  <a:srgbClr val="FF0000"/>
                </a:solidFill>
                <a:cs typeface="Times New Roman"/>
              </a:rPr>
              <a:t> </a:t>
            </a:r>
            <a:r>
              <a:rPr lang="en-US" altLang="ko-KR" sz="2800" dirty="0">
                <a:cs typeface="Times New Roman"/>
              </a:rPr>
              <a:t>A distributed remote memory management system in RDMA-connected DM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800" b="1" dirty="0">
                <a:cs typeface="Times New Roman"/>
              </a:rPr>
              <a:t>To support fine-grained, high-performance memory allocation</a:t>
            </a:r>
            <a:endParaRPr lang="en-US" altLang="ko-KR" sz="2800" dirty="0">
              <a:cs typeface="Times New Roman"/>
            </a:endParaRPr>
          </a:p>
          <a:p>
            <a:pPr lvl="1">
              <a:lnSpc>
                <a:spcPct val="100000"/>
              </a:lnSpc>
            </a:pPr>
            <a:r>
              <a:rPr lang="en-US" altLang="ko-KR" dirty="0">
                <a:cs typeface="Times New Roman"/>
              </a:rPr>
              <a:t>Removing MR registration while overcoming critical isolation challenges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cs typeface="Times New Roman"/>
              </a:rPr>
              <a:t>Enabling one-sided, efficient remote memory chunk allocation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cs typeface="Times New Roman"/>
              </a:rPr>
              <a:t>Maintaining metadata consistency during compute node failures</a:t>
            </a:r>
          </a:p>
          <a:p>
            <a:pPr marL="0" indent="0">
              <a:lnSpc>
                <a:spcPct val="100000"/>
              </a:lnSpc>
              <a:spcBef>
                <a:spcPts val="120"/>
              </a:spcBef>
              <a:buNone/>
            </a:pPr>
            <a:endParaRPr lang="en-US" altLang="ko-KR" sz="2800" dirty="0">
              <a:cs typeface="Times New Roman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800" u="heavy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cs typeface="Times New Roman"/>
              </a:rPr>
              <a:t>Evaluation</a:t>
            </a:r>
          </a:p>
          <a:p>
            <a:pPr lvl="1">
              <a:lnSpc>
                <a:spcPct val="100000"/>
              </a:lnSpc>
            </a:pPr>
            <a:r>
              <a:rPr lang="en-US" altLang="ko-KR" dirty="0" err="1">
                <a:cs typeface="Times New Roman"/>
              </a:rPr>
              <a:t>FineMem</a:t>
            </a:r>
            <a:r>
              <a:rPr lang="en-US" altLang="ko-KR" dirty="0">
                <a:cs typeface="Times New Roman"/>
              </a:rPr>
              <a:t> reduces remote memory allocation latency by as much as 95%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cs typeface="Times New Roman"/>
              </a:rPr>
              <a:t>Enables DM systems to achieve low memory waste with minimal overhead</a:t>
            </a:r>
          </a:p>
          <a:p>
            <a:pPr marL="0" indent="0">
              <a:lnSpc>
                <a:spcPct val="100000"/>
              </a:lnSpc>
              <a:spcBef>
                <a:spcPts val="455"/>
              </a:spcBef>
              <a:buNone/>
            </a:pPr>
            <a:endParaRPr lang="en-US" altLang="ko-KR" sz="2800" dirty="0">
              <a:cs typeface="Times New Roman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CC5041-BAD7-4113-968E-89C934757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1C5-2137-407B-B304-8FF0C8A05811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99C0C6-5578-4BBB-A6F2-FDEBD890F970}"/>
              </a:ext>
            </a:extLst>
          </p:cNvPr>
          <p:cNvSpPr txBox="1"/>
          <p:nvPr/>
        </p:nvSpPr>
        <p:spPr>
          <a:xfrm>
            <a:off x="838200" y="291955"/>
            <a:ext cx="999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768665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F9FF08-BAA6-4AD8-83C5-98F99182569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1750be3-15c0-4cc2-8c0d-af8bbc39d8b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48843</TotalTime>
  <Words>2349</Words>
  <Application>Microsoft Office PowerPoint</Application>
  <PresentationFormat>와이드스크린</PresentationFormat>
  <Paragraphs>524</Paragraphs>
  <Slides>23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anthropic-sans</vt:lpstr>
      <vt:lpstr>맑은 고딕</vt:lpstr>
      <vt:lpstr>Arial</vt:lpstr>
      <vt:lpstr>Calibri</vt:lpstr>
      <vt:lpstr>Calibri Light</vt:lpstr>
      <vt:lpstr>Times New Roman</vt:lpstr>
      <vt:lpstr>Wingdings</vt:lpstr>
      <vt:lpstr>Office Theme</vt:lpstr>
      <vt:lpstr>FineMem:  Breaking the Allocation Overhead vs. Memory Waste Dilemma  in Fine-Grained Disaggregated Memory Management</vt:lpstr>
      <vt:lpstr>Memory Costs in Hyperscale Systems</vt:lpstr>
      <vt:lpstr>Memory Disaggregation</vt:lpstr>
      <vt:lpstr>Memory Disaggregation - Allocation Overheads</vt:lpstr>
      <vt:lpstr>Trade-off: Coarse-grained Memory Management</vt:lpstr>
      <vt:lpstr>DM Dilemma: Performance vs Efficiency</vt:lpstr>
      <vt:lpstr>Solving the DM Dilemma with Fine-grained Management</vt:lpstr>
      <vt:lpstr>Key Design Elements of FineMem</vt:lpstr>
      <vt:lpstr>Memory Pool sharing a Single Memory Region</vt:lpstr>
      <vt:lpstr>Memory Pool sharing a Single Memory Region</vt:lpstr>
      <vt:lpstr>PowerPoint 프레젠테이션</vt:lpstr>
      <vt:lpstr>One-sided DM Allocation</vt:lpstr>
      <vt:lpstr>FineMem: One-sided DM Allocation With Two-Layer Bitmap</vt:lpstr>
      <vt:lpstr>Compute Node Failure Recovery via Redo-Log</vt:lpstr>
      <vt:lpstr>Metadata Consistency during Compute Node Failure</vt:lpstr>
      <vt:lpstr>Metadata Consistency in FineMem</vt:lpstr>
      <vt:lpstr>Evaluation Setup</vt:lpstr>
      <vt:lpstr>Evaluation Setups: DM Systems Working with FineMem</vt:lpstr>
      <vt:lpstr> Microbenchmark</vt:lpstr>
      <vt:lpstr>Factor Analysis of FineMem’s Design Mechanisms</vt:lpstr>
      <vt:lpstr>Case Study: Key-value Store System</vt:lpstr>
      <vt:lpstr>Case Study: DM-Swap System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Elastic Resource Sharing for Distributed Deep Learning</dc:title>
  <dc:creator>Hwang Changho</dc:creator>
  <cp:lastModifiedBy>용환 정</cp:lastModifiedBy>
  <cp:revision>8132</cp:revision>
  <cp:lastPrinted>2026-06-04T02:51:19Z</cp:lastPrinted>
  <dcterms:created xsi:type="dcterms:W3CDTF">2021-03-15T01:38:25Z</dcterms:created>
  <dcterms:modified xsi:type="dcterms:W3CDTF">2026-10-20T08:01:13Z</dcterms:modified>
</cp:coreProperties>
</file>